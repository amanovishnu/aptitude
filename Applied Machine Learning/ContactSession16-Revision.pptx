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ink/ink3.xml" ContentType="application/inkml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4.xml" ContentType="application/inkml+xml"/>
  <Override PartName="/ppt/notesSlides/notesSlide4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48" r:id="rId1"/>
  </p:sldMasterIdLst>
  <p:notesMasterIdLst>
    <p:notesMasterId r:id="rId25"/>
  </p:notesMasterIdLst>
  <p:sldIdLst>
    <p:sldId id="256" r:id="rId2"/>
    <p:sldId id="265" r:id="rId3"/>
    <p:sldId id="266" r:id="rId4"/>
    <p:sldId id="258" r:id="rId5"/>
    <p:sldId id="267" r:id="rId6"/>
    <p:sldId id="259" r:id="rId7"/>
    <p:sldId id="268" r:id="rId8"/>
    <p:sldId id="269" r:id="rId9"/>
    <p:sldId id="261" r:id="rId10"/>
    <p:sldId id="262" r:id="rId11"/>
    <p:sldId id="263" r:id="rId12"/>
    <p:sldId id="270" r:id="rId13"/>
    <p:sldId id="271" r:id="rId14"/>
    <p:sldId id="275" r:id="rId15"/>
    <p:sldId id="280" r:id="rId16"/>
    <p:sldId id="276" r:id="rId17"/>
    <p:sldId id="277" r:id="rId18"/>
    <p:sldId id="278" r:id="rId19"/>
    <p:sldId id="279" r:id="rId20"/>
    <p:sldId id="282" r:id="rId21"/>
    <p:sldId id="283" r:id="rId22"/>
    <p:sldId id="284" r:id="rId23"/>
    <p:sldId id="285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91213" autoAdjust="0"/>
  </p:normalViewPr>
  <p:slideViewPr>
    <p:cSldViewPr snapToGrid="0">
      <p:cViewPr varScale="1">
        <p:scale>
          <a:sx n="104" d="100"/>
          <a:sy n="104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3:19:15.53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23204 8471 337 0,'0'0'49'0,"0"0"-6"16,4 115-13-16,3-68-10 0,2 5-7 16,2-3-4-16,3-1-6 0,-1-2 3 15,1-2-2-15,-1-5-1 0,0-1 3 0,-1-6-1 16,-3-5-4-16,-2-8 5 0,-3-8 0 16,-3-6 1-16,-1-5 6 0,0 0 4 15,0 0 0-15,0 0 0 0,0-3-6 16,-5-12-5-16,-8-14-1 0,-2-16-2 15,-2-12 2-15,1-11-3 0,-1-10 4 0,1-9-6 16,3-7-1-16,0-3 0 16,3 3-2-16,4 6 2 0,6 11 4 15,0 14 2-15,6 13 1 0,8 13 1 16,2 12-3-16,6 9-3 0,4 6-2 0,1 7 1 16,3 3-1-16,1 8 1 0,-1 9 0 15,-2 2-1-15,-3 4 1 0,-2 4 0 16,-5 3-1-16,-2 4 0 0,-4 0 0 15,-7 0 0-15,-3 1-2 0,-2-2 3 16,-7 1-3-16,-8-4 2 0,-4 0-2 0,-2-3 0 16,-4 1-3-16,-1-2-2 0,0-3-5 15,3-2-13-15,0-3-15 0,7-8-46 16,6-1-77-16,7-6-80 0</inkml:trace>
  <inkml:trace contextRef="#ctx0" brushRef="#br0" timeOffset="308.2">24152 7389 469 0,'0'0'47'0,"0"0"-7"0,-117 123-8 16,74-56-9-16,1 8-2 0,1 6-3 16,6 4-5-16,7 0-3 0,6 1-5 15,9-2-4-15,9-3 0 0,4-9-2 0,14-5 1 16,8-10-1-16,7-6 1 0,7-8 4 16,3-8-5-16,3-5 5 0,4-8-5 15,-1-3 1-15,3-9-1 0,0-7-5 16,2-3-11-16,2-8-21 0,3-9-31 15,-4-8-59-15,1-2-66 0</inkml:trace>
  <inkml:trace contextRef="#ctx0" brushRef="#br0" timeOffset="536.6">24641 7753 370 0,'0'0'67'0,"0"0"-15"0,0 0-13 15,-102 20-8-15,71 7-2 0,4 9-10 16,2 5-2-16,2 1-5 0,6-1-4 0,8-2-3 16,9-2-2-16,0-5-1 0,17-4-3 15,5-5 1-15,7-6 0 0,7-5 0 16,4-7-1-16,2-5-2 16,3 0-8-16,-1-10-14 0,0-3-19 0,-3-7-33 15,-2-3-40-15,-1-4-34 0,-4-1-73 16</inkml:trace>
  <inkml:trace contextRef="#ctx0" brushRef="#br0" timeOffset="827.87">24946 7175 468 0,'0'0'60'15,"0"0"-19"-15,0 0-16 0,0 0-5 16,0 0 1-16,0 0-1 0,0 0 2 16,6 111-8-16,7-64-2 0,7 8 1 15,5 3-3-15,2 6-1 0,2 0-3 0,0 2 0 16,-2 0-3-16,0-5 0 0,-1-1 3 16,-2-6-6-16,-1-4 4 0,0-3-3 15,-2-3-2-15,0-6 1 0,1-5-1 16,-3-4-1-16,1-6-1 0,-3-7-5 15,-6-5-11-15,-4-5-13 0,2-6-24 0,0 0-46 16,2-8-128-16,3-9-42 0</inkml:trace>
  <inkml:trace contextRef="#ctx0" brushRef="#br0" timeOffset="2024.22">24833 7770 182 0,'0'0'52'16,"0"0"0"-16,0 0-11 0,0 0-12 15,0 0-11-15,0 0-4 0,0 0 2 16,0 0 5-16,0 0 2 0,11 23-1 0,0-1-2 16,-1 4-5-16,-1 1-1 15,2-2-3-15,0-1-3 0,-3 1-2 16,2-5-2-16,1 0 1 0,-6-6-2 0,4 0 2 16,-5-4-4-16,2-3 2 0,-2 1-1 15,-1-6-1-15,0 3 0 0,-3-5 2 16,0 0 2-16,0 0 1 0,2 2 5 15,-2-2 1-15,0 0-1 0,1 0-1 16,-1 0-2-16,-3-7-4 0,-4-7 1 0,-5-3-2 16,1-3 1-16,1-5-3 15,-1-2 1-15,0-2-2 0,1-3-3 0,-1 2 2 16,2-1-3-16,0 6 0 0,3 6-3 16,3 7-16-16,-2 2-37 0,3 5-79 15,-1-1-125-15</inkml:trace>
  <inkml:trace contextRef="#ctx0" brushRef="#br0" timeOffset="3156.55">25860 7342 323 0,'0'0'57'0,"0"0"-10"0,0 0-16 16,0 0-10-16,0 0-7 0,0 0-4 0,0 0-4 16,0 0-2-16,0 0-2 0,0 0 0 15,-75-31 3-15,43 45-1 16,2 4 1-16,1 2 0 0,4 0-1 16,3 0-1-16,5-3 0 0,7-2-1 0,4-1 0 15,6 1-1-15,0-1-1 0,7 6 0 16,7 0 1-16,6-3 0 0,4 0 0 15,2-1 0-15,0-1 0 0,-2 1-1 16,-1 1 2-16,-5 0 1 0,-6 0 5 16,-3-5 0-16,-5 5 5 0,-4 0-3 0,-7 2 1 15,-6 6-4-15,-9-2-3 0,-4-1-2 16,-4 0-2-16,-4-1 3 16,3-1-9-16,2-5-7 0,10-5-26 0,6-4-70 15,10-6-69-15,3-7-75 0</inkml:trace>
  <inkml:trace contextRef="#ctx0" brushRef="#br0" timeOffset="3309.87">26279 7538 532 0,'0'0'44'16,"0"0"-7"-16,0 0-7 0,0 0-7 16,21 98-7-16,-29-70-5 0,-1 1-7 15,-2-1-2-15,1 1-2 0,3-1-6 16,1-4-15-16,4-2-24 0,2 0-47 15,2-7-93-15,6-1-84 0</inkml:trace>
  <inkml:trace contextRef="#ctx0" brushRef="#br0" timeOffset="3501.37">26677 7149 644 0,'0'0'29'0,"0"0"-11"0,0 0-4 16,0 0-4-16,0 0-4 0,0 0 3 0,0 0-7 16,0 0 2-16,27 87-7 0,-11-58-6 15,1-2-10-15,0 0-17 0,0 2-24 16,-4 1-68-16,1 0-118 0</inkml:trace>
  <inkml:trace contextRef="#ctx0" brushRef="#br0" timeOffset="3760.37">26552 7106 492 0,'0'0'44'0,"39"-92"-5"0,-4 53-6 16,8 5-5-16,1 9-7 0,3 6-4 15,-2 9-5-15,-1 8-4 0,-1 4-2 16,-7 11-3-16,-2 7 0 0,-7 6-1 0,-4 3-1 15,-7 2-1-15,-6 3 3 16,-7 0-3-16,-3 2 2 0,-7 1 3 16,-12 2-6-16,-4-1 5 0,-6 3-4 15,-6 0-2-15,-1-4 0 0,-2 0-5 0,0-2-8 16,4-4-15-16,6-3-27 0,10-7-79 16,7-10-137-16</inkml:trace>
  <inkml:trace contextRef="#ctx0" brushRef="#br0" timeOffset="3928.86">27472 7137 572 0,'0'0'38'0,"0"0"0"0,0 0-3 0,0 0-12 16,24 87-2-16,-24-58-12 0,0 0-6 15,0 2-2-15,-3-2-4 0,2 1-7 16,1-2-21-16,0 1-32 0,0-4-103 15,4-1-120-15</inkml:trace>
  <inkml:trace contextRef="#ctx0" brushRef="#br0" timeOffset="4467.82">27861 6679 421 0,'0'0'32'0,"0"0"-1"0,0 0-3 16,0 0-10-16,0 0-5 0,0 0-1 16,0 0-2-16,0 0 4 0,0 0 1 15,0 0-3-15,4 8-1 0,-4-8-4 16,0 0 0-16,0-8-3 0,-6-6 1 0,-1-6 0 15,0-3-1-15,3-1 0 16,-1-1 0-16,4-4 0 0,1-3-5 16,0 0 4-16,4-2-6 0,5 2 3 15,2 2 0-15,2 1 1 0,5 2 2 0,-2 3-3 16,4 5 2-16,1 4 0 0,-6 5 0 16,2 5 0-16,-5 2-1 0,-2 3-1 15,4 1-1-15,-5 9 2 0,3 5-2 16,-8 4 2-16,-4 5-2 0,0 3 2 15,-3 0 0-15,-7 0 0 0,3-1-1 0,0-1 1 16,-1-3 2-16,3-7-3 16,3 2 3-16,1-7-6 0,1 2 3 15,1 4 0-15,6 0-1 0,3 1 4 16,1-3-3-16,3 0 0 0,-1-2 1 0,1 2-1 16,1-3 0-16,-1 3 2 0,-5-4-1 15,0-2 0-15,-5-1 0 0,1 2 1 16,0-1 0-16,-3-4 2 0,1 1-1 15,-3-2-1-15,-2 4-1 0,-6 3-1 16,-6 2-4-16,-3-3-5 0,-2-4-23 0,-2 0-38 16,-2-3-113-16,7-2-96 0</inkml:trace>
  <inkml:trace contextRef="#ctx0" brushRef="#br0" timeOffset="5236.03">27946 5982 338 0,'0'0'58'15,"0"0"-13"-15,0 0-13 0,0 0-8 0,23-94-8 16,-10 77-9-16,-3 3 4 0,-1 4-4 16,1-1 3-16,-4 5 0 0,0-1 0 15,4-3-2-15,0 0 1 0,3-2-2 16,0 0-1-16,0 3-1 0,-3 2 0 15,5 1-1-15,-1-1 1 0,5 5 0 0,4 0 0 16,1 2 2-16,0 2-3 16,0 8-1-16,4 2 2 0,-2 4-2 15,-2 2 3-15,1 3 2 0,-3 1-5 16,-2 2 2-16,-4-1-4 0,-2 0 1 0,-2-3-1 16,-1 4-1-16,-2-3 2 0,-2 1-2 15,-1 0 1-15,1 1 1 0,-4 1 0 16,1 0 0-16,-1 0 1 0,-1 2-2 15,1 1 1-15,-3 2 1 0,0-3-3 16,0 3 2-16,0 2-1 0,-2-1 0 0,-2 1 0 16,1 1-1-16,0-1 1 0,2-2-2 15,-1 0 2-15,1-2 3 0,-3 0-2 16,1-1 3-16,0-2-4 0,-2-1 2 16,2-8 0-16,-1 0 0 0,-2-1 0 15,-1-4 0-15,0 3 0 0,-2-3 0 16,-1 1 0-16,-3 2 1 0,0 1-1 15,-1-2 0-15,-1 1 1 0,-1-1-1 16,0 2 0-16,-1-4-1 0,2 2 0 16,4-4-1-16,1 1 1 0,2-5-1 0,3 3 0 15,-2-3-1-15,4-1 0 0,-5 3 0 16,3 1 1-16,-5 2-1 0,-3 4-1 16,1 1 1-16,-1 3 1 0,0-1-1 15,-1 1 0-15,0 1-1 0,0 0 0 16,2-3 1-16,2 1-1 0,0-4 2 0,3-1-1 15,3-4 0-15,1-2 1 16,-2 2-3-16,2-4 1 0,-1 0-1 16,3 0-9-16,1-3-14 0,-1 0-24 15,1 0-51-15,0 0-88 0,0-1-91 0</inkml:trace>
  <inkml:trace contextRef="#ctx0" brushRef="#br0" timeOffset="6128.34">23979 10282 419 0,'0'0'37'0,"0"0"-2"16,68 80-10-16,-46-49-6 0,-5-1-7 15,0-1 2-15,-4-2-1 0,-1-2-4 16,-6-7 2-16,-2-1-5 0,-1-7-2 15,-3-6 1-15,1 3 1 0,-1-7 1 16,0 0 2-16,0 0-2 0,-10-2 0 0,-6-11-3 16,-1-8-3-16,0-11 3 0,4-11-3 15,2-7 2-15,0-11 0 0,4-5-1 16,2-4 1-16,4 1-3 0,1 5 2 16,3 9 0-16,7 6 2 0,4 11 0 15,2 6-4-15,3 10 3 0,-6 6-5 16,3 8 3-16,-1 8 1 0,0 0-2 15,1 12 5-15,0 5-4 0,-6 7 4 16,-4 3-5-16,-3 3 0 0,-3 3 0 16,-1 1 0-16,-10 2-2 0,-6-1-1 0,0 0-2 15,-6-2-9-15,0-1-10 0,2-3-21 16,2-4-30-16,8-6-70 0,2-8-110 16</inkml:trace>
  <inkml:trace contextRef="#ctx0" brushRef="#br0" timeOffset="6706.66">24926 9300 507 0,'0'0'33'0,"0"0"3"0,-90 51-4 0,56-6-3 15,-1 12-6-15,2 10-4 0,4 9-5 16,3 6-3-16,6 3 2 0,6-4-4 16,9 0-2-16,5-7-3 0,5-4-2 15,13-7 0-15,8-7-2 0,6-5 1 16,5-8-2-16,5-8 0 0,3-8-4 15,6-9-6-15,-1-6-14 0,1-10-21 16,-1-2-50-16,-1-12-111 0,-5-10-65 16</inkml:trace>
  <inkml:trace contextRef="#ctx0" brushRef="#br0" timeOffset="6964">25407 9417 535 0,'0'0'41'0,"0"0"-1"0,-101 65-8 15,65-29-5-15,4 7-7 0,2 4-3 16,8-2-7-16,5 1-2 0,7-3-4 0,7-2 0 16,3-5 1-16,4 1-5 0,11-5 3 15,3-5-4-15,5-5 1 0,5-3 0 16,2-7-1-16,3-6-2 0,4-5-5 15,0-1-6-15,3-8-10 0,-3-6-10 16,-1-7-14-16,-1-1-23 0,-2-10-44 0,-1 1-57 16,-3-5-67-16</inkml:trace>
  <inkml:trace contextRef="#ctx0" brushRef="#br0" timeOffset="7280.03">25691 9460 482 0,'0'0'55'16,"0"0"-16"-16,0 0-7 0,0 0-9 0,0 0-6 15,0 0-5-15,70-78-3 0,-52 78-2 16,-2 0-3-16,3 9-1 0,-5 5 1 16,-4 6-2-16,-4 3 2 0,-3 5-3 15,-3 2 2-15,0 1-1 0,0-3 1 16,0 0-2-16,0-10 2 0,0-1-1 15,5-4 1-15,1-5 2 0,5 1-1 16,3-6 3-16,3-3 0 0,8-3-1 16,1-9-1-16,1-3-1 0,1-4 0 15,-1-1-1-15,-3-2 1 0,0-1-1 0,-2 3 1 16,-2 1-3-16,-4 2-1 0,-4 5-5 16,-5 5-12-16,-3 0-19 0,-3 2-42 15,1 2-142-15,1-1-69 0</inkml:trace>
  <inkml:trace contextRef="#ctx0" brushRef="#br0" timeOffset="7787.62">26217 8688 507 0,'0'0'31'0,"0"0"-1"0,0 0 0 16,0 0 1-16,69 116-3 0,-25-48-4 15,6 9-4-15,8 7 1 0,3 1-6 16,4 1 1-16,3-2-5 0,3-4-5 16,-2-4 1-16,-1-5-5 0,-3-5 1 15,-5-6-2-15,-7-4 0 0,-7-5 4 0,-7-7-2 16,-6-6 1-16,-7-7-5 0,-5-7-1 16,-7-9-5-16,-6-8-5 0,-4-4-7 15,-1-3-15-15,5-8-27 0,0-9-81 16,2-7-142-16</inkml:trace>
  <inkml:trace contextRef="#ctx0" brushRef="#br0" timeOffset="8443.47">27259 8736 333 0,'0'0'55'0,"0"0"-9"15,0 0-11-15,0 0-13 0,0 0-6 16,0 0-7-16,0 0-2 0,-85-39-2 15,66 54 2-15,0 7-2 0,5 0-1 0,7 4-2 16,4-3-3-16,3 4 3 16,6 1-2-16,10 1 1 0,4 0 1 15,0-3-2-15,3-1-3 0,2-1 2 16,-5-2 1-16,-1-1 1 0,-2-3 3 0,-8-4 0 16,-3 0 3-16,-6 3 3 0,-3-5-2 15,-10 8 1-15,-8-4-1 0,-3-3-8 16,-2-1 3-16,0-2-7 0,7-6-12 15,-1-2-16-15,4-2-54 0,4-3-66 16,5-10-94-16</inkml:trace>
  <inkml:trace contextRef="#ctx0" brushRef="#br0" timeOffset="8597.41">27718 8996 511 0,'0'0'46'16,"0"0"-8"-16,0 0-8 0,11 86-7 15,-13-57-7-15,-6 4-8 0,2-2-4 16,0 1-6-16,4-1-6 0,2-4-23 16,0-7-52-16,0-3-91 0,4-7-99 0</inkml:trace>
  <inkml:trace contextRef="#ctx0" brushRef="#br0" timeOffset="8780.32">28061 8482 651 0,'0'0'14'15,"0"0"-1"-15,0 0 2 0,0 0 1 0,0 0-8 16,0 0-2-16,0 0-7 0,34 95-6 16,-21-69-12-16,0 1-17 0,1-2-32 15,-2 1-76-15,-1 0-125 0</inkml:trace>
  <inkml:trace contextRef="#ctx0" brushRef="#br0" timeOffset="9040.38">27932 8488 495 0,'0'0'45'15,"0"0"-5"-15,44-91-6 0,-13 65-6 16,5 4-7-16,5 2-5 0,5 4-1 15,0 6-1-15,3 4-2 0,-2 4-3 16,-3 2-2-16,-6 11-3 0,-6 5-2 0,-8 4 0 16,-5 4-1-16,-10 5 1 0,-6 0 0 15,-3 3 0-15,-8 3 4 0,-10 2-4 16,-8 2 2-16,-8 0-3 0,-2-2-3 16,-5-1 1-16,1-4-7 0,3-2-11 15,3-3-18-15,8-5-27 0,8-7-85 16,9-6-129-16</inkml:trace>
  <inkml:trace contextRef="#ctx0" brushRef="#br0" timeOffset="9209.1">28731 8579 628 0,'0'0'35'0,"0"0"-7"16,0 0-8-16,16 85-5 0,-16-59-9 0,0 1-5 15,0 0-6-15,0 2-12 16,-4-1-26-16,-1-1-61 0,-3-3-174 16,2-9-7-16</inkml:trace>
  <inkml:trace contextRef="#ctx0" brushRef="#br0" timeOffset="9768.58">29177 8037 568 0,'0'0'15'0,"0"0"6"0,0 0-1 16,0 0-6-16,0 0-3 0,20 85-7 15,-15-77-2-15,-2-5-1 0,0 0-1 16,-3-3 2-16,0 0 4 0,0 0 0 15,0 0 1-15,0 0 0 0,0-6-2 16,-1-10-1-16,-6-5 1 0,-5-8 0 0,-2 0 0 16,-4-6 1-16,2-3 0 0,1-4-5 15,1-6 2-15,4-4-5 0,3-3 2 16,6 1 2-16,1 0-3 16,7 5 2-16,6 8-1 0,5 4 2 0,3 9-2 15,1 4 1-15,1 4 0 0,-2 8 0 16,-5 3-1-16,1 7 1 0,0 2 1 15,-2 1-1-15,3 12 0 0,-4 3-1 16,-7 5 0-16,-2 7 1 0,-5 5-1 16,0 2 0-16,-7 1 0 0,-5 0-2 0,1-1 2 15,0-7-1-15,1-2 2 0,5-9-2 16,2-2 1-16,1-3-2 0,2 0 0 16,5 3 5-16,9 0-4 0,5 2 6 15,5-3-4-15,4-4-1 0,1-1 1 16,-3-1-1-16,-2-2 0 0,-9 0 1 15,-1-1-1-15,-7-1 1 0,-4-2 2 16,0 5-2-16,-3 4 2 0,-3 3 0 16,-7 5-1-16,-9-2-1 0,-4 1-3 15,-6-1 0-15,-1-1-2 0,-3 0-9 0,-2-3-8 16,2-2-19-16,1-1-21 0,2-3-53 16,8-4-96-16,0-3-51 0</inkml:trace>
  <inkml:trace contextRef="#ctx0" brushRef="#br0" timeOffset="10036.92">29146 7120 590 0,'0'0'35'15,"96"-29"0"-15,-33 26-2 0,8 3-5 16,4 15-7-16,8 10-4 0,0 11-2 15,-1 11-3-15,-3 12 2 0,-10 10-3 16,-9 9-3-16,-13 12-1 0,-9 5-4 0,-12 3 0 16,-10 1 1-16,-8-1-3 0,-8-4 2 15,-1-2-3-15,-13-5-3 0,-9-6-4 16,-8-7-6-16,-6-2-2 0,-10-7-5 16,-9-3-5-16,-6-4-6 0,-5-2-22 15,-4-6-59-15,3-4-169 0,2-10 1 16</inkml:trace>
  <inkml:trace contextRef="#ctx0" brushRef="#br0" timeOffset="16068.46">27907 6753 9 0,'0'0'14'16,"0"0"1"-16,0 0 1 0,0 0-2 15,0 0 0-15,0 0 1 0,0 0-6 16,0 0 1-16,0 0-3 0,0-13-1 15,0 13 3-15,0 0 0 0,0 0-1 0,0 0 3 16,0-2-1-16,0 2 4 16,0 0 2-16,2 0-3 0,-1 0 1 15,2 0-1-15,-2 0 1 0,1 0-2 16,-1 0 0-16,1 0-3 0,2 0-1 0,-1 2 1 16,0 3 0-16,0-1-2 0,-2-1-3 15,1-1-1-15,-1 1 1 0,2 2 0 16,-1-2 0-16,1 1 2 0,0-2-1 15,2 6-2-15,-2-5 3 0,-2 0-4 16,5 1 3-16,-3-1 1 0,0-1-3 0,1 1 0 16,0-1 1-16,-1 1-1 0,0-2 2 15,2 2-4-15,-2-2 2 0,-1 3 1 16,1-3-1-16,2 2 3 16,-1-1-4-16,0-1 2 0,1 1-2 0,3-1-1 15,-2 1 0-15,-1-1-2 0,1 1 0 16,-1-2-1-16,1 0-4 0,0 0-7 15,0 0-20-15,-1 0-27 0,-1 0-31 16,1 0-63-16</inkml:trace>
  <inkml:trace contextRef="#ctx0" brushRef="#br0" timeOffset="16782.13">27917 6745 103 0,'0'0'29'15,"0"0"-6"-15,0 0 1 0,0 0 2 16,0 0 3-16,0 0 5 0,0 0-1 16,0 0 0-16,0 0-3 0,0 0-5 15,27-66-4-15,-18 49-6 0,2 2-3 0,-4 4-4 16,3-1-4-16,-4 4-3 0,-2-1-4 16,2 2-8-16,-3 2-26 0,1 2-39 15,-4 3-42-15,0-2-87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3:28:46.2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10168 13771 268 0,'0'0'66'15,"0"0"-4"-15,0 84-9 0,4-42-15 16,9 2-7-16,-3-1-8 0,2-2-6 0,2-4-2 16,-1-3-1-16,1 0-2 0,1-5-1 15,-1 0-1-15,-2-3-2 0,-2-2 0 16,-1-4-3-16,-5-3 0 0,-1-3-3 15,1-4 0-15,-4-5-1 0,2 0-2 16,-2-5-4-16,0 0-6 0,0 0-17 0,0 2-33 16,0 0-71-16,0-2-108 15</inkml:trace>
  <inkml:trace contextRef="#ctx0" brushRef="#br0" timeOffset="395.34">9887 13938 239 0,'0'0'38'0,"-23"124"-2"16,23-61 1-16,9-6-5 0,12-3-7 15,11-6-7-15,9-4-9 0,8-10-1 16,7-8-1-16,5-9 0 0,1-8 2 16,2-8 2-16,-1-1 5 0,-2-13 6 15,0-9 0-15,-3-6-2 0,-2-10-1 0,-3-6-4 16,-3-6-2-16,-6-4-2 0,-9 0-2 16,-12-4-1-16,-8 1-2 0,-15-4-1 15,-6-4-4-15,-19-3 0 0,-11-2-4 16,-13 3 3-16,-10 8 1 0,-11 8-2 15,-9 15 3-15,-4 10-2 0,-5 11 0 16,0 12 0-16,4 7-2 0,2 19-1 16,8 16-3-16,6 16-5 0,12 14-10 15,10 12-15-15,14 11-49 0,19 10-77 16,13 7-85-16</inkml:trace>
  <inkml:trace contextRef="#ctx0" brushRef="#br0" timeOffset="991.43">17080 13975 451 0,'0'0'26'15,"0"0"6"-15,0 0-2 0,0 0-5 16,94-73-4-16,-74 73-8 0,0 2-4 15,-3 13-4-15,-3 7-2 0,-6 7 0 0,-6 5-1 16,-2 6-1-16,-10 4 0 16,-7 2-2-16,-4 3 2 0,-2-2-1 15,3-5 1-15,2-5 0 0,5-6 2 16,6-13 2-16,6-3 3 0,1-8 2 0,4-3 3 16,13-3-3-16,9-1-1 0,9-8 0 15,3-7-2-15,4-2 0 0,2-5 0 16,1-1-2-16,-2 0-2 0,-2-1-4 15,-3 1-8-15,-1 2-11 0,-5 0-16 16,-3-1-27-16,-4-2-46 0,-7 2-43 0,-3-2-39 16</inkml:trace>
  <inkml:trace contextRef="#ctx0" brushRef="#br0" timeOffset="1307.87">16882 13713 368 0,'0'0'61'0,"-132"88"-14"0,82-34-9 16,10 7-13-16,13 5-8 0,13 0-5 16,14 3-4-16,8-3 1 0,20-4 0 0,12-3-1 15,12-6 0-15,10-10-2 0,11-9-1 16,5-5 3-16,3-9 2 0,1-10 3 16,0-8 0-16,0-2 0 15,-1-8 2-15,-1-11-2 0,-3-7 3 0,-2-5-3 16,-7-7 0-16,-7-6-5 0,-9-8-1 15,-13-9-4-15,-10-4 0 0,-10-7-2 16,-12-6-4-16,-7-1 4 0,-14-2-4 16,-15 7 2-16,-10 4 3 0,-15 12-3 15,-11 11 0-15,-9 13-1 0,-8 13 0 0,-6 18-2 16,-8 8-4-16,-5 22-5 0,-3 14-11 16,0 11-13-16,4 7-22 0,10 9-54 15,12 3-145-15</inkml:trace>
  <inkml:trace contextRef="#ctx0" brushRef="#br0" timeOffset="1990.68">24290 13580 432 0,'0'0'54'0,"0"0"-12"0,0 0-9 0,0 0-6 16,0 0-7-16,4-82-5 0,19 75 0 16,5 4-3-16,1 3-4 0,-2 3-2 15,-1 11-5-15,-7 6 0 0,-3 9-1 16,-9 0 1-16,-4 5-1 0,-3 3 1 15,-6 0-1-15,-7 0 1 0,-6-3-1 16,-1-3 2-16,1-2 2 0,1-5-2 16,4-7 3-16,6-7-3 0,7 1 2 15,1-2 1-15,9 3-1 0,7 4 0 16,6-6-2-16,3 0-1 0,-3 2 0 0,-2-2-2 16,-3 2 1-16,-7-3 0 0,-4 2 1 15,-5 3 0-15,-1-1 1 0,-7 5-1 16,-10-1 0-16,-4-3 0 0,-3-1-2 15,-5-1-3-15,0-3-7 0,-1-6-10 16,1-1-20-16,9-2-38 0,-1 0-77 0,5-10-105 16</inkml:trace>
  <inkml:trace contextRef="#ctx0" brushRef="#br0" timeOffset="2311.79">24029 13488 475 0,'0'0'55'15,"-146"76"-12"-15,71-21-5 0,3 8-9 16,5 9-4-16,11 2-5 0,13 5-8 16,17 0-3-16,13 1-4 0,13 0-5 0,21-6 0 15,19-5-1-15,17-10 1 0,18-8-1 16,9-11 0-16,14-13 5 0,7-10-4 16,6-8 1-16,5-9-1 0,4-13-1 15,0-12 4-15,0-10 6 0,-5-9 1 16,-3-11 1-16,-10-10-2 0,-10-5-3 15,-13-10-4-15,-18-7-4 0,-19-9 1 16,-16-7 1-16,-16-3-2 0,-10 1 4 16,-24 10-2-16,-17 15 0 0,-20 17-2 15,-14 16 4-15,-16 16-5 0,-12 15 2 0,-5 12-1 16,-10 11-4-16,-3 15-3 0,0 16-11 16,2 14-13-16,6 10-18 0,15 12-33 15,11 7-93-15,19 7-86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3:31:03.033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20506 2447 147 0,'0'0'29'16,"0"91"0"-16,3-52-9 0,3-4 1 0,0-6-8 15,0-10-3-15,1-4 2 0,-2-6-2 16,-2-6 4-16,3 2 9 16,-1-3 13-16,-3-1 7 0,3 3 0 0,-5-6-9 15,0-13-6-15,0-9-8 0,0-12 0 16,-2-8-5-16,-1-6-7 0,-1-9-1 15,0-7-3-15,-1-8 2 0,1-4 1 16,1 0-2-16,3 4 1 0,0 3-12 16,6 7-1-16,3 6-2 0,4 4-1 0,4 10 11 15,2 6 2-15,0 6 1 0,1 8-1 16,0 7-3-16,-7 8-2 0,3 6 2 16,1 3-4-16,2 8 2 0,3 9 0 15,-2 7-2-15,-3 2 2 0,-4 5 1 16,-2 2 11-16,-3 2 2 0,-7 2-3 15,-1-3 1-15,-4 3-14 0,-10-2-1 16,-2 1 0-16,-6 1 0 0,-2 2-3 16,-4-1-2-16,-1 0-5 0,-1-3-6 15,3-8-13-15,3-3-16 0,5-12-28 0,11-3-38 16,2-5-52-16</inkml:trace>
  <inkml:trace contextRef="#ctx0" brushRef="#br0" timeOffset="311.8">21478 1306 403 0,'0'0'50'0,"0"0"-10"16,-90 58-5-16,50-10-8 0,-1 12-5 0,-3 11-5 16,0 7-3-16,2 6-5 0,3-1 9 15,7-2-4-15,6 1-3 16,9-7 0-16,8 0-14 0,9-7 0 16,3-6-2-16,12-8 1 0,6-7-1 0,7-5 0 15,2-10-8-15,6-3-10 0,3-9-10 16,7-8-18-16,2-7-32 0,4-5-57 15,2-8-103-15</inkml:trace>
  <inkml:trace contextRef="#ctx0" brushRef="#br0" timeOffset="811.18">21861 1474 337 0,'0'0'49'0,"0"0"-11"0,-72 85-9 15,41-38-3-15,-1 6-10 0,0 0 4 0,2 3-5 16,3-3 10-16,4-3-4 0,8-3-3 16,5-4-5-16,9-5-13 0,1-5 0 15,9-5-1-15,8-3 1 0,3-4 0 16,2-6 1-16,4-2 0 0,1-7 2 15,2-3-2-15,-2-3-1 0,2-3-1 0,-3-6-1 16,-1-4-3-16,-5-3-2 0,-1-2 1 16,-6 1 0-16,-3 3 0 15,-7-1 2-15,-3 0-1 0,-4-2-3 16,-9-1 4-16,-5 3 0 0,-3 3 2 0,-2 3 1 16,-2 3 1-16,2-1 1 0,5 5 1 15,7-1 0-15,1 1-1 0,6 0 0 16,-1 2-3-16,1 0 0 0,4-5 0 15,9-2-10-15,8-1 13 0,9-1-10 16,3 4 10-16,2 2 2 0,1 3-4 0,0 0 12 16,-2 8-9-16,-2 1 13 0,-3 8-6 15,-5 0 5-15,-2 5-2 0,-4 1 0 16,-4 4-3-16,-2 0-3 0,-2 2 0 16,-3 1-2-16,0 2-3 0,-3 1-1 15,0 1-5-15,0 0-9 0,0 2-14 16,0-2-24-16,0-5-56 0,4 0-70 15,-1-9-73-15</inkml:trace>
  <inkml:trace contextRef="#ctx0" brushRef="#br0" timeOffset="1096.02">22071 1228 486 0,'0'0'37'0,"0"0"-7"16,0 0-6-16,98-17-4 0,-51 37-3 15,8 10-3-15,2 10-3 0,-2 10-4 0,-2 6-2 16,-5 7 0-16,-6 7-4 0,-7 3 2 16,-6 2-5-16,-8-3 13 0,-6 0 0 15,-5-6-1-15,-9-3 2 0,-1-1-13 16,-8-1 1-16,-7 0-3 0,-5-1-1 15,-6-4-4-15,0-3-3 0,-5-8-9 16,1-8-8-16,1-5-18 0,3-5-28 16,0-6-70-16,9-8-125 0</inkml:trace>
  <inkml:trace contextRef="#ctx0" brushRef="#br0" timeOffset="1304.96">22990 1748 548 0,'0'0'10'0,"0"0"-4"0,87-55-5 15,-52 38-5-15,0 1-15 0,0 4-20 16,-2 6-47-16,-4 6-40 0,-8 0-33 15</inkml:trace>
  <inkml:trace contextRef="#ctx0" brushRef="#br0" timeOffset="1445.88">23090 1891 441 0,'0'0'51'16,"0"0"-12"-16,0 0-7 0,0 0-10 16,0 0-7-16,0 0-5 0,0 0-10 15,98-41 4-15,-59 20-3 0,4 0-1 16,2-2-2-16,-3-2-11 0,-1 1-10 15,-4 5-30-15,-5 0-65 0,-3 9-145 16</inkml:trace>
  <inkml:trace contextRef="#ctx0" brushRef="#br0" timeOffset="22283.71">23917 876 106 0,'0'0'13'0,"-2"86"6"16,2-45 5-16,8-6-3 0,2-2-6 15,4-5-2-15,-1-6 2 0,4-7 0 16,-5-5 8-16,4-5-1 0,1-5 4 0,2 0 0 16,6-5 1-16,-5-7-1 0,2-3-4 15,-2-5 1-15,-3-6-2 0,1-2-1 16,-5-2-2-16,-1 0-2 0,-3-3-4 15,-3-1-2-15,-4-1 0 0,-2 0-2 16,0 2 0-16,-2-1 0 0,-5 2-4 0,-3 2 0 16,-3 3-1-16,-2 2 0 15,-3 6 1-15,0 6-1 0,-2 5-4 16,-3 8-3-16,-2 3 0 0,-1 15-3 16,-4 12-3-16,-1 9-5 0,2 8-14 0,3 4-18 15,8 4-52-15,7-1-55 0</inkml:trace>
  <inkml:trace contextRef="#ctx0" brushRef="#br0" timeOffset="22432.95">24616 915 370 0,'0'0'5'0,"0"0"-4"16,0 0-32-16,0 0-48 0,0 0-92 15</inkml:trace>
  <inkml:trace contextRef="#ctx0" brushRef="#br0" timeOffset="22735.96">24885 431 475 0,'0'0'48'0,"0"0"-9"16,0 0-12-16,0 0-14 0,0 0-7 15,0 0-7-15,0 0-2 0,0 0 1 0,-52 79-1 16,52-43 0-16,2-1-1 0,8-3-2 16,6-2-1-16,2-4 3 15,4-3 0-15,4-3-2 0,2-4 4 16,1-2 0-16,1-5-1 0,2-4 4 0,-2-5-1 16,-1 0 3-16,-4-8 3 0,-4-4 1 15,-5-2 4-15,-5 2 0 0,-4-3 4 16,-6 0 1-16,-1-2 0 0,-7-3-2 15,-5 4-2-15,-4 2-4 0,-5 7-4 16,-5 3-5-16,-5 4-3 0,-2 7-6 0,-2 10-6 16,1 4-14-16,-1 3-23 0,10 4-67 15,2 3-87-15</inkml:trace>
  <inkml:trace contextRef="#ctx0" brushRef="#br0" timeOffset="23639.63">21702 3913 190 0,'0'0'6'0,"21"97"4"15,-9-54 5-15,-2-5 8 0,0-7 4 16,-1-4-3-16,-2-10-3 0,-4-8-4 15,0-4-2-15,-3-5 10 0,0 0 12 16,0 0 2-16,0 0-2 0,0-2-10 16,-6-16-11-16,-4-8-1 0,-4-16-2 15,-2-7 0-15,0-7-5 0,1-7-5 0,1-9 1 16,2-4-4-16,5 0 1 0,4 4 4 16,3 7-1-16,3 11 2 0,9 13-3 15,3 11-1-15,3 9-4 0,2 7 0 16,-7 7-1-16,5 7 1 0,-2 0 1 15,1 4 0-15,3 9 1 0,-5 6 0 0,-1 2 0 16,-5 6 0-16,-5 4 1 0,-2 1-2 16,-2 5 0-16,-5 1-1 0,-7 2-2 15,-5 0-7-15,-3-1-5 16,0-2-13-16,-5-3-21 0,2-3-32 0,2-4-31 16,3-6-69-16</inkml:trace>
  <inkml:trace contextRef="#ctx0" brushRef="#br0" timeOffset="23904.54">22428 3238 475 0,'0'0'45'0,"-70"85"-9"16,37-31-14-16,8 7-5 0,5 3-6 0,10 2-5 15,7-2-5-15,4-5-3 0,14-4-3 16,8-5-6-16,6-6-6 0,6-3-18 16,2-8-25-16,8-4-29 0,-3-9-34 15,4-4-31-15</inkml:trace>
  <inkml:trace contextRef="#ctx0" brushRef="#br0" timeOffset="24344.51">22796 3708 337 0,'0'0'28'0,"0"0"-4"0,0 0-6 16,-26 83-4-16,23-67-2 0,2-6-4 15,1 1-4-15,0-5-7 0,0 0-3 16,0 0-3-16,0-6 5 0,0 0 6 15,0-9 2-15,4-8 4 0,1-11-4 0,-4-5 6 16,-1-8 5-16,0-2-1 16,-6-8 1-16,-2-2-1 0,-1 0 2 15,-1 6 2-15,3 8 8 0,1 15-1 16,3 10-6-16,1 9-10 0,2 5-9 0,0 0-3 16,0 2 2-16,2 13 4 0,8 9 3 15,2 10-4-15,5 1 0 0,0 0 0 16,-1-1-3-16,1-3 1 0,0-6-1 15,-2-6-3-15,-5-7-2 0,-2-4 1 16,-5-5 2-16,0-3 4 0,4-3 4 0,0-10 1 16,-1-8 3-16,-3-7-2 0,-3-7 3 15,0-5-1-15,0-2 3 16,-5 0-1-16,-1 6 0 0,4 9 3 16,-1 5-3-16,1 10-3 0,1 6-3 0,1 2-6 15,0 4-1-15,0-2-1 0,0 2-1 16,10 5 3-16,6 7-1 0,10 5-4 15,1 0-8-15,4-1-11 0,-1 1-14 16,2-1-15-16,-5 0-23 0,2-1-38 16,-6-2-37-16,-1 1-81 0</inkml:trace>
  <inkml:trace contextRef="#ctx0" brushRef="#br0" timeOffset="24563.73">22915 3085 396 0,'0'0'59'0,"0"0"-16"0,-9-98-11 16,21 79-8-16,9 9-7 0,5 5 0 16,8 5-1-16,5 12-2 0,3 8 2 15,2 8-5-15,1 4-1 0,1 7-4 0,-2 4-2 16,-4 5 3-16,-5 6-7 0,-6 0 5 16,-7 4-4-16,-5 1-3 0,-5 1 1 15,-5 0-2-15,-7 0-5 0,0-5-11 16,-9-2-8-16,-2-4-17 0,-5-5-30 15,0-5-52-15,-3-10-61 0</inkml:trace>
  <inkml:trace contextRef="#ctx0" brushRef="#br0" timeOffset="24763.92">23680 3163 500 0,'0'0'-5'0,"0"0"5"15,0 0-3-15,0 0-11 16,82-53-28-16,-55 47-31 0,1 3-35 16,-9 3-18-16</inkml:trace>
  <inkml:trace contextRef="#ctx0" brushRef="#br0" timeOffset="24863.68">23829 3268 293 0,'0'0'29'0,"0"0"-13"16,0 0-9-16,0 0-2 0,0 0-9 0,0 0-30 15,0 0-37-15,99-73-47 0</inkml:trace>
  <inkml:trace contextRef="#ctx0" brushRef="#br0" timeOffset="25244.4">24518 2494 506 0,'0'0'22'0,"0"0"3"0,-29 103-7 16,29-71-13-16,10-1-3 16,9-6-3-16,7-4-1 0,2-3 1 15,6-4 1-15,2-6 2 0,2-5 3 16,0-3 6-16,-2-2 1 0,1-8 4 0,-2-7-2 16,-2-1-1-16,-4-4-2 0,-4-3 1 15,-8-4-7-15,-4-3-4 0,-7-3 2 16,-6-3-6-16,-1-2 6 0,-14-3-1 15,-2 0-1-15,-6 2-1 0,-5 6-2 16,-1 8 0-16,-1 8-2 0,0 12-3 0,-2 7-8 16,0 10-10-16,-1 11-15 15,-1 4-31-15,4 5-59 0,0 5-112 16</inkml:trace>
  <inkml:trace contextRef="#ctx0" brushRef="#br0" timeOffset="25440.92">25352 2418 578 0,'0'0'31'0,"0"0"0"0,0 0-15 15,0 0-8-15,0 0-7 0,0 0-5 16,0 0-9-16,0 0-16 0,0 0-29 15,0 0-78-15,6-17-133 0</inkml:trace>
  <inkml:trace contextRef="#ctx0" brushRef="#br0" timeOffset="29318.17">25483 2023 106 0,'0'0'24'0,"0"0"-6"0,0 0-9 16,0 0-3-16,0 0 1 0,-11 88 9 15,27-78 6-15,6-8 8 0,7-2-1 16,4 0 1-16,6-4-1 0,0-4-4 0,-1 3 3 16,-3-2-4-16,-5 2-4 15,-8 3-3-15,-11-1-4 0,1 3-1 16,-6 0-2-16,-1 0-3 0,1 0 0 16,-6 0 1-16,2 0-1 0,2 0 0 0,-4 12-2 15,0 5-3-15,-4 3-1 0,-9 9-7 16,-5 0-9-16,-1 0-16 0,-2 0-34 15,-5-2-43-15,0 1-54 0</inkml:trace>
  <inkml:trace contextRef="#ctx0" brushRef="#br0" timeOffset="29496.48">25432 1797 465 0,'0'0'28'0,"0"0"7"15,33-92-4-15,-13 55-4 0,2-1-13 16,4 0-5-16,2 3-5 0,-1 4-3 16,-1 6-1-16,0 5-6 0,-5 3-12 15,-6 8-16-15,0 5-40 0,-2 4-49 0,-5 9-89 16</inkml:trace>
  <inkml:trace contextRef="#ctx0" brushRef="#br0" timeOffset="31465.06">25404 1808 5 0,'0'0'7'0,"0"0"0"15,0 0 3-15,0 0 3 0,0 0 4 16,0 0-2-16,0 0 8 0,0 0-6 15,0 0 1-15,29 83-3 0,-24-69-11 16,1 1 1-16,-2-1 0 0,-1-6 0 16,4 9-1-16,-4-9 0 0,-2-4 1 0,2 4-2 15,-1-3 1-15,-1-1-1 0,2 1 2 16,-3-5 0-16,0 0 2 0,0 0 1 16,1 1 4-16,-1 1 2 0,0-2 1 15,2 1 2-15,-2-1-7 0,0 2 1 16,1-2-1-16,-1 0-1 0,0 2-2 15,2-2-4-15,-2 0-2 0,0 1-4 16,1-1-3-16,-1 0-10 0,0 0-28 16,0 0-48-16</inkml:trace>
  <inkml:trace contextRef="#ctx0" brushRef="#br0" timeOffset="42091.61">29166 8407 139 0,'0'0'37'0,"0"0"0"16,0 0-2-16,6-95-3 0,4 71 0 15,5-2-4-15,1 2-3 0,2 0-1 16,4 2-2-16,0 3-4 0,2 4-6 0,1 3-3 16,-6 5-4-16,-2 4-2 0,2 3-1 15,-2 5 0-15,8 11-1 0,-5 9 1 16,-2 7-1-16,-1 7 1 0,-6 5-1 15,1 8 1-15,-6 2 4 0,-3 5-3 16,-2 3 1-16,-1 0 0 0,0-2-4 0,2-3 0 16,0-2 0-16,1-4 1 15,4-6-2-15,1-5 2 0,-1-2-2 16,2-9 0-16,1-2 0 0,0-8-1 16,2-2 2-16,-3-8-1 0,2-2 1 0,-3-4 1 15,5-3 1-15,5 0 0 0,-1-1 1 16,5-6-1-16,-6-4 0 0,-5 3 3 15,-1-2-4-15,-4 4 2 0,-3 1 2 16,0 3-2-16,-3 2 0 0,0-3-2 16,0 3-2-16,0 0 0 0,0 0-1 0,-9 10 3 15,-7 8-1-15,-3 7 0 0,2 4 1 16,3 5-1-16,-1 3 4 0,5 4-3 16,0 1 3-16,3 3-2 0,3 3-1 15,2 1 1-15,2 1 0 0,2 4 4 16,7-1-2-16,2 1 1 0,0-1-2 15,4 0 1-15,-4-7-3 0,1-1 2 16,-5-3 3-16,-4-4-1 0,-2-4 2 16,-1-2-2-16,-4-1-2 0,-6-5 0 15,-3-4-1-15,-4-2 1 0,-2-1-1 0,-3-4 1 16,-2-3-1-16,0-5 0 0,-3 0 1 16,-1-6-1-16,-1 1 3 0,1-2-1 15,-1 0-1-15,1 0-1 0,1-2-1 16,1 2-2-16,1 0 0 0,9 0-1 15,-1 2-3-15,8 0-5 0,5 1-17 0,-4 2-27 16,7-2-49-16,0 4-59 0,1 1-78 16</inkml:trace>
  <inkml:trace contextRef="#ctx0" brushRef="#br0" timeOffset="54371.37">29987 9123 306 0,'0'0'47'15,"0"0"7"-15,0 0-8 0,11 94-15 0,-1-62-11 16,-3-3-6-16,2 3-4 0,-2-3-1 16,0-4-1-16,-1-1 0 15,-3-7 0-15,0-1-2 0,0-5-1 16,-3-5 1-16,1 0-2 0,-1-2 4 0,0 1-2 16,0-1 5-16,2 3 1 0,-2-7 0 15,0 0-2-15,0 0-1 0,-3-11-2 16,-5-9 1-16,-2-8-2 0,3-6-1 15,3-5 0-15,2-7-3 0,2-5-4 16,0-2 2-16,3-3-3 0,6 2 2 0,4 1 1 16,0 7-1-16,4 3 1 0,2 6 0 15,1 8-1-15,3 8 1 0,0 7 1 16,-1 7-2-16,3 6 0 16,-4 1-1-16,1 7-1 0,-4 8 2 0,-3 3-1 15,-3 4 1-15,-3 3-1 0,-4 2 0 16,-3-1 1-16,-2 1-1 0,-7-3 0 15,-4 0 2-15,-3-3-1 0,-5 0 1 16,-2-2-3-16,-4-2-2 0,-1 0-1 16,-3-1-3-16,0-3-2 0,2-1-11 0,6-5-14 15,7 0-35-15,2-2-64 0,8-4-110 16</inkml:trace>
  <inkml:trace contextRef="#ctx0" brushRef="#br0" timeOffset="54651.93">30611 8473 453 0,'0'0'49'0,"0"0"0"0,-93 67-6 0,56-16-10 15,-3 10-8-15,1 11-8 0,1 6-4 16,3 6-6-16,4 4 0 0,7-4-1 15,9-2-6-15,9-10 1 0,6-8-2 0,11-6-3 16,10-10 3-16,8-7-2 16,4-7 3-16,5-5-1 0,1-9-1 15,3-3-2-15,-1-5-2 0,-1-9-2 16,0-1-7-16,-3-2-9 0,-4-5-13 0,-4-3-20 16,-2-4-40-16,-2 0-53 0,-3-2-95 15</inkml:trace>
  <inkml:trace contextRef="#ctx0" brushRef="#br0" timeOffset="63495.93">30862 8811 176 0,'0'0'38'0,"0"0"-7"0,0 0-2 16,0 0 2-16,0 0-2 0,0 0 1 15,0 0 0-15,0 0-4 0,0 0-7 16,12-38-6-16,-12 37-3 0,-2 1-1 15,-11 3 3-15,-7 9 5 0,-7 8-1 16,2 7-1-16,1 5 0 0,2 5-2 0,-1 4-4 16,4 0 0-16,3-2-5 0,5-5 0 15,5-2 0-15,4-6-4 16,2-2 5-16,10-4-2 0,6-3 1 16,4-3 1-16,4-5-4 0,2-2 0 0,1-3-1 15,-1-4 0-15,0 0 1 0,-3-5-1 16,-2-2 0-16,-4-1-3 0,-5 1 1 15,-3-5-1-15,-4 7 3 0,-4 0 1 16,1-5-1-16,-2 3 0 0,0-3-1 16,-8-4 0-16,1 7 2 0,-3-6 0 0,4 6 0 15,-1 0 2-15,0 2-2 0,4 1-1 16,0 1-3-16,3-2 2 0,5 0-1 16,7-3 1-16,7 2 0 0,3 3 0 15,1 3 0-15,0 0 0 0,-1 6 0 16,1 3 0-16,-3 3-1 0,-4 2 0 15,0 1 2-15,-4 2 4 0,-2 2-4 16,-5-2 0-16,-2-2-2 0,-3 5-3 16,0-1-3-16,-1 3-7 0,-6-1-11 15,-2-4-28-15,2 2-34 0,1-7-53 0,2-4-79 16</inkml:trace>
  <inkml:trace contextRef="#ctx0" brushRef="#br0" timeOffset="63719.96">31179 8649 483 0,'0'0'56'16,"0"0"-20"-16,0 0-13 0,0 0-5 0,0 0-2 16,0 0-1-16,0 0 1 0,44 95-7 15,-27-47-1-15,1 4-1 0,0 7-5 16,0-1 2-16,-1 3-1 0,-2-1-3 15,-1-2-3-15,-5 1-14 0,-1-5-16 16,-2-2-23-16,-2-6-34 0,-1-6-47 16,1-5-58-16</inkml:trace>
  <inkml:trace contextRef="#ctx0" brushRef="#br0" timeOffset="64200.31">31478 8911 463 0,'0'0'41'0,"0"0"-4"0,26 89-13 0,-19-56-7 15,1 2-8-15,2-4-4 0,-3 1 0 16,2-8-5-16,-3-7 3 0,-3-5-4 16,0-8 0-16,-3-4 1 0,0 0 0 15,0 0 1-15,2 0-3 0,-2-2 3 16,0-15-4-16,0-7 4 0,-3-10 1 0,-5-3 0 15,0-7 1-15,1-5-1 16,0-5 2-16,0 1 0 0,1 3 6 16,3 8 1-16,0 13 5 0,2 12-2 15,1 12-6-15,0 5-3 0,0 0-3 0,0 8 2 16,5 11 0-16,6 10 0 0,0 5-3 16,2 2-1-16,3-2-1 0,-1 0 0 15,0-7-2-15,0-3 1 0,-2-10-2 16,-7-6 1-16,-2-3 0 0,0-5 1 15,4-3 1-15,1-11 1 0,2-6 1 0,-5-7 0 16,-5-4 1-16,-1-3-1 16,0-4 2-16,0-1-1 0,0 0 3 15,0 3 0-15,0 4 4 0,0 9 2 16,0 11-3-16,0 7-1 0,0 5-3 0,2 0-2 16,10 2 0-16,4 9 0 0,7 5-2 15,2 7 0-15,-1 2-1 0,0 1-2 16,0 3-7-16,-1-4-7 0,0-1-16 15,-3-1-16-15,-5-8-25 0,0-1-66 16,-5-7-108-16</inkml:trace>
  <inkml:trace contextRef="#ctx0" brushRef="#br0" timeOffset="64433.15">31741 8267 420 0,'0'0'66'0,"0"0"-12"0,119-32-6 16,-69 44-11-16,5 15-6 0,2 11-3 16,-2 7-13-16,-3 9-1 0,-3 5-1 0,-7 2-7 15,-6 7 0-15,-13 0-4 0,-6 1-2 16,-11 5 1-16,-6 0-3 0,-11 3-1 16,-13 1-2-16,-7 1-6 0,-9-2-7 15,-8 1-10-15,-6-3-17 0,-4-2-23 16,-7-5-56-16,-1 1-65 0,-4-8-59 0</inkml:trace>
  <inkml:trace contextRef="#ctx0" brushRef="#br0" timeOffset="73285.91">30427 10350 533 0,'0'0'34'0,"0"0"-3"0,0 0-2 0,0 0-7 16,0 0-10-16,54-77-5 0,-28 62-6 15,-2 3-4-15,2 1-3 0,-8 3-13 16,-6 5-8-16,-1 1-19 0,-7 2-19 16,2 4-23-16,-3 11-18 0,-3 7-7 15,-12 7 1-15,-8 1 28 0</inkml:trace>
  <inkml:trace contextRef="#ctx0" brushRef="#br0" timeOffset="73391.32">30402 10531 192 0,'0'0'47'0,"0"0"-11"0,0 0-10 0,0 0-12 15,86-33-6-15,-53 14-4 0,4 0-1 16,1 1-10-16,1-1-22 16,0 1-32-16,0 2-42 0</inkml:trace>
  <inkml:trace contextRef="#ctx0" brushRef="#br0" timeOffset="73696.98">31092 10174 383 0,'0'0'49'15,"0"0"-13"-15,-22 87-11 0,22-63-6 16,0-2-6-16,10-6-3 0,4-2-2 15,3-4 0-15,-4-3-2 0,6-6-1 0,1-1 2 16,0 0-3-16,8-8 2 16,-2-2 4-16,-2-4-4 0,-1-1 6 15,-4-1-2-15,-2-3-3 0,-3-1 4 16,-7 6-4-16,-3-6-1 0,-4-1-2 0,-7 1-6 16,-6-7-1-16,-6 5-1 0,0 2 0 15,-4 3 0-15,2 4-6 0,4 6-4 16,0 2-11-16,1 5-15 0,2 0-27 15,-1 10-30-15,5 2-38 0,7 2-56 16</inkml:trace>
  <inkml:trace contextRef="#ctx0" brushRef="#br0" timeOffset="73833.24">31523 10197 513 0,'0'0'30'0,"0"0"-10"0,0 0-13 15,0 0-23-15,0 0-29 0,0 0-58 16,0 0-61-16,0 0-78 0</inkml:trace>
  <inkml:trace contextRef="#ctx0" brushRef="#br0" timeOffset="74234.89">31753 10026 526 0,'0'0'46'0,"0"0"-19"15,0 0-10-15,0 0-9 0,0 0-3 16,81 75-1-16,-74-58-3 0,-1-4-1 16,-3 2-1-16,-3 1-4 0,0 3-2 15,-2 2-6-15,-5-4-1 0,-3-2-2 0,1-5 3 16,-1-1 4-16,3-4 3 0,-5-3 2 16,-4-1 2-16,1-1 2 0,-3-5 1 15,2-5 1-15,5-2 3 0,3 0 1 16,1-3 3-16,4 5 0 0,3-4 0 15,0-4-3-15,2 0-2 0,9-3-1 16,1 3-2-16,4 1 0 0,0 0-1 16,2 0-1-16,1 0 1 0,3 0-1 15,0 0 1-15,-3-2 0 0,2 1 0 16,-2 0 0-16,-3 2 1 0,-5 5 7 0,-3 4-6 16,-5 3 1-16,-3-3 1 0,-2-4-4 15,-7-3 4-15,-5-1-1 0,-2 6 2 16,-4 4 2-16,-3 4-2 0,0 1 2 15,1 0-5-15,-1 5-1 0,3 3-2 16,3-1-2-16,3 3-6 0,4-1-8 0,4 4-9 16,2 2-17-16,4 7-30 0,0 6-56 15,7 3-88-15</inkml:trace>
  <inkml:trace contextRef="#ctx0" brushRef="#br0" timeOffset="76016.77">2599 10960 231 0,'0'0'3'15,"0"0"2"-15,0 0 0 16,-72 84 4-16,54-31 10 0,-2 14 9 0,3 12 8 16,7 13 2-16,1 8-5 0,9 5-6 15,0-1-9-15,7-2-7 0,12-13-5 16,7-13-4-16,7-15-5 0,9-16 2 15,7-15 2-15,4-11 6 0,3-13 4 16,3-6 5-16,-1-11 1 0,6-9 1 0,-5-7-1 16,-4-8 0-16,-5-2 0 0,-8-8-1 15,-7-4-2-15,-3-2 1 0,-9-4-4 16,0-4 0-16,-10-2-1 0,-4-1-2 16,-5-4 0-16,-4-2-5 0,-7-3 2 15,-9-3-1-15,-7-7-4 0,-9-1 1 0,-1 0-2 16,-8 3 1-16,-5 8 1 15,-3 12-1-15,4 12 1 0,-1 14 1 16,5 13-2-16,2 12-1 0,-1 8-1 16,5 16-1-16,-1 17-3 0,1 16 2 0,-1 14-3 15,3 17-4-15,1 10-6 0,6 11-16 16,3 8-18-16,7 10-41 0,6 2-56 16,10 5-87-16</inkml:trace>
  <inkml:trace contextRef="#ctx0" brushRef="#br0" timeOffset="98710.93">20333 12267 446 0,'0'0'36'0,"0"0"1"16,0 0-3-16,0 0-8 0,-58 107-7 15,48-74-8-15,1 1-4 0,5 0-2 16,2 0-3-16,2 0 2 0,0-3-6 15,3-2-6-15,5-3-13 0,0-1-30 0,4-3-52 16,-2-3-79-16,6-3-65 0</inkml:trace>
  <inkml:trace contextRef="#ctx0" brushRef="#br0" timeOffset="98915.87">20727 12546 572 0,'0'0'32'16,"0"0"0"-16,0 0-5 0,0 0-8 15,57-83-8-15,-31 68-5 0,-1 0-4 16,3 3-2-16,1 0-3 0,0 3-7 16,-1 3-8-16,1-1-18 0,-2 6-26 15,0 0-60-15,1 1-86 0,-2 0-34 0</inkml:trace>
  <inkml:trace contextRef="#ctx0" brushRef="#br0" timeOffset="99224.21">21497 12374 365 0,'0'0'33'0,"0"0"-2"0,0 0-1 16,0 0-5-16,0 0-2 0,21 86-2 0,1-79-5 16,3-6-1-16,4-1 1 15,2 0-2-15,1-3-2 0,1-4 1 0,-6-3-5 16,-2 0 1-16,-4-2-2 0,-8 2 0 16,-2-2-1-16,-7 3-1 0,-2-3-1 15,-2-8 0-15,-3 2-2 0,-11-5-1 16,-4 2-1-16,-5 4 0 0,-4 2-2 15,-1 5 0-15,-1 2-1 0,10 4-4 0,-1 2-7 16,2 2-15-16,6 2-19 0,-1 5-34 16,4-1-46-16,8-2-106 0</inkml:trace>
  <inkml:trace contextRef="#ctx0" brushRef="#br0" timeOffset="99368.75">22095 12387 531 0,'0'0'43'0,"0"0"-16"0,0 0-11 16,0 0-16-16,0 0-14 0,0 0-22 15,0 0-52-15,0 0-84 0,0 0-85 16</inkml:trace>
  <inkml:trace contextRef="#ctx0" brushRef="#br0" timeOffset="99826.78">22428 12266 472 0,'0'0'53'16,"0"0"-16"-16,0 0-11 0,0 0-10 16,83 50-5-16,-71-36-4 0,-2 1-4 15,-3-3 0-15,-2 3-2 0,-4 0 1 16,-1 2-2-16,0 5 1 0,-8-5 0 0,-3 2-1 15,-3-2-2-15,-3-2 0 0,-3-3 5 16,-1 0-6-16,-1-4 6 0,-1-4-6 16,1-2 1-16,-1-2-2 0,2-6-2 15,-1-4 4-15,6-5-2 0,3 5 4 16,6-4 0-16,4 5 1 0,3-4-1 16,0-4 0-16,9-2 1 0,7-3 0 15,4 0 2-15,0 2-1 0,3-2 1 16,3 1-1-16,2-2 1 0,-1-2-1 15,-2 1 2-15,1 0-1 0,-2-1 0 0,-1 2-1 16,-2-2 2-16,-7 3-2 0,-1 1 2 16,-4 4-2-16,-6 0 0 0,-3-2 0 15,0 3 1-15,-9-4-3 0,-4 3 1 16,-2 3 1-16,-3 6-1 0,5 3 0 16,-6 3 0-16,-3 2 0 0,2 7-1 15,-6 6 0-15,3 6-1 0,3 2 0 16,4 5-3-16,3 1-3 0,7 0-8 15,6 2-13-15,0-2-26 0,14 1-45 16,2-7-75-16,7-1-75 0</inkml:trace>
  <inkml:trace contextRef="#ctx0" brushRef="#br0" timeOffset="100057.03">23161 12377 505 0,'0'0'-3'15,"0"0"1"-15,0 0-10 0,0 0-20 16,0 0-40-16,79-41-44 0,-64 41-57 0</inkml:trace>
  <inkml:trace contextRef="#ctx0" brushRef="#br0" timeOffset="100160.04">23223 12472 292 0,'0'0'30'16,"0"0"-16"-16,0 0-20 0,0 0-27 15,101-36-27-15,-64 19-38 0</inkml:trace>
  <inkml:trace contextRef="#ctx0" brushRef="#br0" timeOffset="100425.44">23706 12257 368 0,'0'0'51'16,"0"0"-13"-16,-63 79-7 0,46-50-9 0,7-2-9 16,6-2 0-16,4 1 1 0,6-4 7 0,12 0-2 15,4-5 5-15,9-5-3 16,2-2-2-16,6-6 1 0,-2-2-1 15,1-2-3-15,-3-3-6 0,-5-7 2 16,-3 0-6-16,-6-3 2 0,-7-3 0 0,-4 4-2 16,-7-5-1-16,-3-3-1 0,-1-2-1 15,-12-8 0-15,-5 1-2 0,-5 1 0 16,-4 2-1-16,-2 3-1 16,-3 5-1-16,-1 5-3 0,-1 6-7 0,3 7-10 15,-1 0-12-15,4 12-17 0,2 3-37 16,8 6-83-16,5 1-101 0</inkml:trace>
  <inkml:trace contextRef="#ctx0" brushRef="#br0" timeOffset="100576.77">24226 12613 561 0,'0'0'3'0,"0"0"-14"15,0 0-39-15,0 0-59 0,0 0-128 16</inkml:trace>
  <inkml:trace contextRef="#ctx0" brushRef="#br0" timeOffset="100908.38">24712 12387 573 0,'0'0'47'16,"0"0"-9"-16,0 0-8 0,0 0-8 16,0 0-8-16,79-22-6 0,-70 22-1 15,0 9-5-15,-6 4 0 0,-3 7-2 16,-3 6 1-16,-10 4 4 0,-6 1-6 16,-1 4 4-16,-3 0-5 0,0 1-2 15,2-2 0-15,5-2-2 0,4-3 0 16,7-6 1-16,5-3 2 0,0-3 0 15,14-3 2-15,2-7 0 0,8-3 2 16,3-4 0-16,5 0 2 0,3-4 0 0,1-5 1 16,4-1 1-16,-1-1-1 0,-1-2 2 15,-2 2 0-15,0 0-2 0,-8-2-2 16,-2 3-2-16,-5 1-7 0,-8 1-11 16,2 3-14-16,-7-3-26 0,0 1-49 15,-1 3-114-15,0-2-49 0</inkml:trace>
  <inkml:trace contextRef="#ctx0" brushRef="#br0" timeOffset="101910.03">2145 13709 397 0,'-29'87'26'15,"12"7"-2"-15,11 6-5 0,9 1-8 0,17 1-2 16,18-8-5-16,14-8-1 0,10-15 8 16,10-15-1-16,6-15 7 0,-1-15-1 15,5-12 4-15,-1-12 0 16,-1-6 0-16,-1-17 0 0,1-12-4 0,-2-13-1 16,1-11 0-16,-6-12 0 0,-4-9-2 15,-8-4-1-15,-5-8-4 0,-11-4-3 16,-13-6-4-16,-16-6 1 0,-13-8-3 15,-12-4 0-15,-20-5-2 0,-16 5 1 16,-14 5-2-16,-13 9 2 0,-11 15 0 0,-8 16-1 16,-4 21 4-16,4 20 0 0,-3 24 1 15,6 13-1-15,-3 28-4 0,1 21-2 16,-1 21-10-16,0 18-3 16,7 21-9-16,4 20-12 0,9 16-19 0,12 20-30 15,10 11-73-15,19 10-72 0</inkml:trace>
  <inkml:trace contextRef="#ctx0" brushRef="#br0" timeOffset="103190.64">24517 12477 75 0,'0'0'25'0,"0"0"-2"0,0 0-3 16,0 0 2-16,0 0 0 0,0 0 4 16,0 0 3-16,0 0 7 0,0 0-2 15,-15 3-2-15,15-3-4 0,-1 0-3 16,1 0-2-16,-2 0-1 0,2 0-2 15,0 0-2-15,0 0-3 0,0 0 1 16,0 0-3-16,0 0-1 0,0 0-1 16,0 0 0-16,0 0-2 0,0 0-1 15,0-1-2-15,2-2 1 0,5-5-3 0,5 0-2 16,-7 1 0-16,6-3-2 0,0 0 0 16,-5 3-1-16,4 0 0 0,-4 2-1 15,2 1-1-15,0 0-3 0,-4 2-8 16,5-1-12-16,-2 2-19 0,3-2-26 15,2 3-30-15,1 0-44 0</inkml:trace>
  <inkml:trace contextRef="#ctx0" brushRef="#br0" timeOffset="105527.77">24533 12460 87 0,'0'0'24'15,"0"0"-2"-15,0 0 0 0,0 0-1 0,0 0-1 16,0 0 0-16,0 0-2 0,0 0-1 16,0 0-3-16,0 0-2 0,-9-7-2 15,7 5 0-15,2 2 0 0,-1 0 2 16,1-1 2-16,-1 1 1 0,1 0 0 15,0-2-2-15,0 2 1 0,0 0-1 0,0-2-4 16,0 2-1-16,0 0-4 16,0-3 1-16,0 3-2 0,0-5 2 15,1 0-2-15,2 2 0 0,3-3 2 0,-3 3-1 16,0-1 1-16,3-1 0 0,-3 2-1 16,0 0-1-16,5-2-1 0,-4 4 2 15,-1-2-3-15,2 3 0 0,-5 0 0 16,6-2-1-16,0 2 1 0,0 0-1 15,4 0 0-15,-4 0 1 0,1 0-1 16,3-1 1-16,-4 1 0 0,0 0-1 0,1 0 1 16,-3-2-2-16,2 2 1 0,-1-2 0 15,1 2 1-15,-6 0-1 0,0-1 0 16,0 1-1-16,1 0 1 0,1 0 0 16,-1 0 0-16,1 0 0 0,0 0-1 15,-1 0 1-15,5 0 1 0,0 0-2 16,-1 0 1-16,0 0-1 0,-5 0 1 15,0 0 0-15,0 0-1 0,2 0 2 16,-1 0-2-16,2 0 2 0,-2 0-1 16,1 0 0-16,-1 0 0 0,1 0 0 0,-1 0 0 15,1 1-1-15,-1-1 0 0,1 2 0 16,-1-2-1-16,1 2-2 0,2 1-4 16,0 0-6-16,-1-1-23 0,6 5-40 15,-6-2-60-15</inkml:trace>
  <inkml:trace contextRef="#ctx0" brushRef="#br0" timeOffset="114255.9">14872 16165 308 0,'0'0'27'0,"0"0"6"0,0 0 2 0,0 0-9 15,22 96-10-15,-15-59-6 0,0-3-5 16,-1 2-2-16,1-3 2 0,-1-1 3 16,-3-3-4-16,0-9 4 0,-3-8-3 15,0-2 0-15,0-3 4 0,0-3 8 16,0 1-1-16,0-5 5 0,0 0-5 0,-3-17-8 15,-3-12 1-15,-4-11-4 0,1-7 4 16,2-6-1-16,3-6-1 0,-2-8 2 16,2-5-5-16,2-2 2 15,2-1-4-15,0 1-2 0,6 6 3 0,10 5-2 16,5 8 3-16,8 8 0 0,5 9 0 16,0 11-1-16,3 8-2 0,-4 10 0 15,-1 9-3-15,-5 4 2 0,-4 16-2 16,-5 6 1-16,-4 3 1 0,-5 6-2 15,-6 2 4-15,-3 2 1 0,-2 0-5 0,-11-2 4 16,-7 0-5-16,-4-2-3 0,-7-3-1 16,-5-1-6-16,-2-4-7 0,-1-4-9 15,0-5-8-15,6-5-16 0,11-6-26 16,2-7-38-16,10 0-50 0</inkml:trace>
  <inkml:trace contextRef="#ctx0" brushRef="#br0" timeOffset="114527.03">15615 15265 333 0,'0'0'53'15,"0"0"-9"-15,0 0-8 0,0 0-7 16,0 0 4-16,-49 108-7 0,9-35-3 16,-4 11-5-16,-3 9 0 0,2 3-2 15,-1 4-3-15,6 1-4 0,9-1-6 16,8-7-2-16,14-5-1 0,9-11-2 0,10-9 2 15,13-9 2-15,6-9-1 16,6-11 3-16,3-8-3 0,3-9 1 16,4-10-2-16,4-7 0 0,2-5-2 0,-3-7 1 15,-1-5 1-15,-3-8-9 0,-7 1 4 16,-4-3-7-16,-6 3-5 0,-7 2-8 16,-6 5-16-16,-7 6-55 0,-4 3-106 15,-3-2-50-15</inkml:trace>
  <inkml:trace contextRef="#ctx0" brushRef="#br0" timeOffset="119555.73">15826 15806 320 0,'0'0'35'0,"0"0"1"15,3 82-6-15,4-45-8 0,1-3-3 0,-4 2-2 16,2-4-4-16,-2-1-1 0,0-5-6 16,-1-8-2-16,-1-8-2 0,-1-3 4 15,-1-7 8-15,0 0 2 16,0 0 0-16,0 0-1 0,0 0-4 0,-4-10-3 16,-5-12 1-16,1-7 0 0,-1-2-1 0,0-5 0 15,4-1-3-15,0-2-6 16,1 0 5-16,2 4-5 0,2 10 5 15,0 3 0-15,0 10-3 0,0 5 1 16,2 2-2-16,4 5 0 0,6 0 0 0,3 10 0 16,5 7 0-16,-4 2 4 0,0 4-4 15,-3 0 5-15,0 0-3 0,-1-3-2 16,-5-7 1-16,-3-4-2 0,2-2-3 16,-3-4 3-16,-2 1 2 0,2 0 1 15,-3-4 1-15,2 0 1 0,2-11-1 16,0-8 1-16,1-6-3 0,-1-4-5 0,0-1 5 15,-1-2-2-15,3-1 5 16,0 3 2-16,0 3-1 0,0 10-1 16,2 4-1-16,-2 5-1 0,3 5-1 0,5 1 3 15,-1 2-3-15,10 11 0 0,-1 4 0 16,-2 2-4-16,0 7 3 0,2-1-1 16,-5 1 0-16,2 2 3 0,-3 1-9 15,1-2-5-15,-3-1-18 0,0-3-24 16,-1-1-39-16,-2-9-68 0,1 0-93 0</inkml:trace>
  <inkml:trace contextRef="#ctx0" brushRef="#br0" timeOffset="119768.12">16400 15245 511 0,'0'0'65'0,"0"0"-19"15,0 0-18-15,0 0-17 0,0 0 1 16,0 0-1-16,0 0 3 0,0 0 4 15,22 84-5-15,-5-25-5 0,1 8 0 0,-1 6-3 16,-1 7-2-16,-2 3 1 0,-2 1 0 16,0 3-1-16,-1 0-2 0,1-1-5 15,0-5 0-15,3-3-8 0,5-9-5 16,1-7-15-16,3-10-19 0,1-11-43 16,2-8-87-16,-2-13-90 0</inkml:trace>
  <inkml:trace contextRef="#ctx0" brushRef="#br0" timeOffset="120204.82">17399 15209 468 0,'0'0'38'0,"0"0"-1"15,0 0-7-15,-104 7-5 16,62 22 1-16,-1 8-5 0,-2 10-6 16,2 7 0-16,2 4-5 0,6 3-1 0,6-1-6 15,9-2 1-15,12-6-4 0,8-5 1 16,5-5 3-16,13-9-5 0,8-6 6 16,6-7-6-16,3-8-2 0,2-4 1 15,-1-8 2-15,0 0-4 0,-1-6-5 16,-5-6 3-16,-2-2-6 0,-5-2 7 0,-7 0 3 15,-5 3 0-15,-5-1 2 0,-3 5 2 16,-3-6 0-16,-3-2 0 0,-4 3 1 16,-2-3 1-16,2 3 0 0,3 7-1 15,1 2 1-15,1 1-3 0,2 4 0 16,0-2-1-16,0 2 0 0,0 0 1 16,12 0-1-16,5 3 2 0,5 8-2 15,-3 3 0-15,2 4-2 0,-2 1 0 16,-3 4-2-16,0-2-1 0,-1 1-7 15,-1 0-18-15,-1-3-23 0,-1-1-51 0,-4-6-77 16,2 0-75-16</inkml:trace>
  <inkml:trace contextRef="#ctx0" brushRef="#br0" timeOffset="120479.82">17502 14812 595 0,'0'0'37'0,"0"0"-6"16,0 0-5-16,92-25-2 0,-47 43-4 15,7 11-6-15,3 9-2 0,0 11-5 16,-1 6-2-16,-4 10-4 0,-8 3 0 16,-7 5 3-16,-6 7-3 0,-9 4 3 15,-7 4-3-15,-1 3-4 0,-8 0 3 16,-1-1 2-16,-3-5-2 0,0-5 2 0,-3-7-3 15,-6-6-4-15,-2-9-2 16,-4-8-7-16,-3-7-10 0,-4-6-10 16,-1-8-13-16,-6-8-23 0,0-6-52 0,0-7-97 15</inkml:trace>
  <inkml:trace contextRef="#ctx0" brushRef="#br0" timeOffset="120916.65">18637 15511 633 0,'0'0'21'0,"0"0"0"0,0 0-3 16,0 0-11-16,0 0-7 0,97-43-7 15,-73 38-13-15,-8 3-16 0,2 2-23 16,-8 0-24-16,-5 0-18 0,-2 4 0 15,-3 9 19-15,-7 7 27 0,-3 5 34 16,-5 2 18-16,1-3 18 0,-1-2 19 0,3 2 27 16,3-10 13-16,3-4 2 0,5-6-13 15,1-4-17-15,0 4-9 0,0-1-7 16,7 1-6-16,9-3-7 0,4-1-8 16,8-8-8-16,2-4-9 0,0-3-16 15,4 1-30-15,-4-2-59 0,-1 0-91 0</inkml:trace>
  <inkml:trace contextRef="#ctx0" brushRef="#br0" timeOffset="122162.4">17325 15634 44 0,'0'0'22'0,"0"0"-1"16,0 0 0-16,0 0 0 0,0 0-2 0,0 0 1 15,0 0-1-15,0 0-1 0,-86 20 1 16,77-15 1-16,-5 1 2 0,2 1 3 16,4-2 3-16,0-1-3 0,1 1-3 15,4-2-4-15,0-1-4 0,0 1-4 16,3-3-5-16,-1 0 1 0,1 0 0 0,0 0 6 15,0 1 6-15,1-1-2 16,9 0 0-16,8 0-5 0,4-6-4 0,-2 0-2 16,1 0-1-16,-6 1-3 15,1 1 0-15,-6 2 0 0,0-1-1 0,1 0 1 16,-6 2-2-16,1 1 1 0,-2-2-3 16,1 0-4-16,0 1-8 0,2-5-35 15,-2 3-46-15,1-5-111 0</inkml:trace>
  <inkml:trace contextRef="#ctx0" brushRef="#br0" timeOffset="133369.02">20074 15161 307 0,'0'0'42'0,"0"0"5"0,0 0-9 0,-12 84-13 16,12-54-8-16,3 0-9 0,2 1 0 16,-1-4-5-16,0-3 2 0,0-6-1 15,-1-1 2-15,-1-7-2 0,-2-6 0 16,1 1 4-16,-1-5 4 0,0 0 3 15,0 0-1-15,0 0-1 0,-4-15-2 0,-4-6-1 16,-1-9 1-16,1-7 0 0,1-4-3 16,3-4-4-16,3-7 0 15,1-3-3-15,0 1 2 0,9 0 0 16,3 3-1-16,5 9 0 0,1 7-1 0,5 8 2 16,0 10-1-16,1 7-1 0,-1 9-1 15,0 1 0-15,-3 13 1 0,-3 4-2 16,-3 8 2-16,-3 4-2 0,-7 4-1 15,-4 0 1-15,0 3 1 0,-7-3-1 16,-6 0 1-16,-6-1 2 0,-3-2-8 0,2-3-1 16,-3-2-12-16,1-5-10 0,5-5-17 15,4-5-29-15,6-3-43 0,4-4-105 16</inkml:trace>
  <inkml:trace contextRef="#ctx0" brushRef="#br0" timeOffset="133923.34">20902 15123 457 0,'0'0'12'0,"0"0"2"0,0 0 7 0,-5 88-6 15,2-71-4-15,1-5-3 0,1-7-5 16,1 2-2-16,0-7 1 0,0 0 2 16,0 0 6-16,0 2 2 0,0-2 0 15,-2 0 0-15,-1-16-9 0,1-6 6 16,0-11-2-16,2-2 3 0,0-1 3 15,0 2-2-15,0 3 0 0,3 9-2 0,1 2-3 16,-1 11-5-16,-1 6 0 0,-1-2-1 16,5 5 0-16,1 0 1 0,6 12-1 15,3 3 0-15,-3 4 0 0,0 4 1 16,-4-2-1-16,-2-2 0 0,-1-4 0 16,-2-2 0-16,0-5-2 0,-2-4 1 15,1 0 1-15,-3-4 0 0,0 0 3 16,0 0 2-16,3 0-1 0,1-12 1 15,2-8 0-15,1-6 0 0,0 0 3 16,2-2-1-16,0 2-1 0,-1 3 0 0,1 8-2 16,0 3-1-16,-2 4-1 0,3 7-2 15,3-1 0-15,1 2 0 0,4 11-1 16,0 4 1-16,-1 3-1 0,0 1 0 16,-1 3-4-16,1 0-5 0,-1 0-10 15,3 1-9-15,-1-2-16 0,2 4-32 0,0-4-56 16,0 0-102-16</inkml:trace>
  <inkml:trace contextRef="#ctx0" brushRef="#br0" timeOffset="134410.89">21505 14667 449 0,'0'0'37'0,"80"9"5"0,-38 10-7 0,0 4-10 16,-8 7-7-16,-3 5-8 0,-7 4-4 15,-8 4-4-15,-6 4 1 0,-7 2-5 16,-3 1 1-16,-14 1-2 0,-7 2-11 16,-8-1-21-16,-6 1-36 0,-6-3-63 15,-3-3-94-15</inkml:trace>
  <inkml:trace contextRef="#ctx0" brushRef="#br0" timeOffset="134629.8">20698 14731 470 0,'0'0'36'0,"-91"27"-1"0,45 10-4 16,3 11-4-16,1 13-4 0,1 6-2 0,10 3-7 15,6-2 0-15,12-2-2 0,11-3-8 16,7-4 2-16,15-5-8 16,10-1-1-16,9-9 0 0,9-4-6 15,6-6-10-15,8-6-22 0,10-9-39 0,3-5-76 16,8-6-110-16</inkml:trace>
  <inkml:trace contextRef="#ctx0" brushRef="#br0" timeOffset="138108.15">22553 14805 567 0,'0'0'23'15,"0"0"-6"-15,0 0-9 0,0 0-5 0,-77 45-1 16,56-20-2-16,1 1-3 0,1 0 1 15,2 1-4-15,1-2-5 16,3-3-7-16,-1-1-8 0,5-6-13 16,0-3-11-16,3-4-7 0,3-6-1 0,-1 2 8 15,0-4 15-15,-2-4 17 0,-1-8 15 16,-4-6 19-16,4-3 16 0,3-4 14 16,1 5 7-16,2 1 2 0,-1 5-6 15,2 0-7-15,0 0-9 0,0 9-11 16,0 0-8-16,0 5-6 0,0 0-3 0,9 3-1 15,8 11 0-15,8 6-4 0,-2 4 0 16,5 3-5-16,0-2-6 0,3 2-19 16,1-5-22-16,-1-1-46 15,1-5-53-15,0-4-86 0</inkml:trace>
  <inkml:trace contextRef="#ctx0" brushRef="#br0" timeOffset="138464.59">22992 14801 443 0,'0'0'25'0,"0"0"2"16,0 0-3-16,0 0-8 0,7 79-8 15,-6-52-4-15,2-4 2 0,-2-5-3 16,1-1 0-16,-2-6-1 0,0-4-2 16,1-2 0-16,-1-5 0 0,0 0 2 15,0 0 5-15,0 0 0 0,2 3 4 16,-2-6 0-16,0-9 2 0,0-11-2 15,0-9 1-15,0-5-4 0,3-2 0 16,4-2-2-16,6-1 1 0,2 2 1 0,5 4-1 16,1 2-1-16,4 8 2 0,1 5-3 15,0 6 1-15,-6 8 0 0,-1 3-4 16,1 4-1-16,-4 7-2 0,2 5 1 16,-6 4-1-16,-4 3 2 0,-7 3-2 15,-1 2 2-15,-3 0-2 0,-8 0 0 0,-2 0-1 16,-4-3-4-16,0 0-3 15,-1-5-4-15,0 0-7 0,0-5-8 16,4-4-15-16,0 0-28 0,5-4-68 16,5-2-116-16</inkml:trace>
  <inkml:trace contextRef="#ctx0" brushRef="#br0" timeOffset="138803.52">24141 14304 591 0,'0'0'24'0,"-83"54"3"16,34-9 1-16,-4 13-3 0,-3 7-4 16,-1 10-3-16,5 3-6 0,4 3-5 15,11 0-1-15,8-1-5 0,12-6-1 16,11-3 2-16,6-11-2 0,12-7 2 16,11-7-5-16,7-9-4 0,6-8-3 15,4-6-8-15,5-11-7 0,3-6-15 16,4-6-27-16,-1-6-74 0,2-9-129 15</inkml:trace>
  <inkml:trace contextRef="#ctx0" brushRef="#br0" timeOffset="139443.15">24388 14628 545 0,'0'0'47'16,"0"0"-12"-16,0 0-12 0,0 0-7 15,0 0-5-15,0 0-2 0,-98 12 1 0,66 12 0 16,2 5-1-16,4 3-4 0,7 1 1 16,3-1-5-16,7 0 1 0,6-3-3 15,3-1 1-15,5-3-1 0,6 0 0 16,6-4-1-16,5-5 0 0,0-3-4 16,1-4 1-16,2-4-6 0,-2-5 0 15,-3 0 1-15,0 0 0 0,-5-7 2 16,-4 0 4-16,-3-4 1 0,-3-3 1 15,0 2 2-15,-2-6 1 0,-1 1 1 16,-2 2 1-16,0-2 2 0,0 4-2 0,2 2 0 16,1 1 0-16,-2 5 0 0,1 1 0 15,2 1-1-15,0 3 1 0,7 0-1 16,4 3 1-16,-1 8 0 0,3 7-1 16,-1 1-1-16,-2 1-1 0,-2 2-1 15,-1 0-1-15,-2 0-2 0,0 0-4 0,0-2-8 16,-3-3-12-16,2-5-20 0,1 0-30 15,-1-3-57-15,2-1-97 0</inkml:trace>
  <inkml:trace contextRef="#ctx0" brushRef="#br0" timeOffset="139628.93">24791 14567 467 0,'0'0'66'16,"0"0"-24"-16,0 0-14 0,0 0-9 0,0 0-1 15,0 0 2-15,11 107-6 0,-8-54-2 16,-2 7-4-16,-1 3-1 0,0 2-4 16,0 0 1-16,-1 1-2 0,-2-4-7 15,0-3-3-15,3-3-13 0,-2-7-28 16,2-5-65-16,0-9-165 0</inkml:trace>
  <inkml:trace contextRef="#ctx0" brushRef="#br0" timeOffset="140095.64">25286 14815 564 0,'0'0'31'16,"0"0"-1"-16,-38 84-6 0,30-53-9 15,1 0-9-15,2-4-3 0,2-7-3 16,2-8-3-16,1-2-4 0,0-3-4 15,0-2-2-15,0 2 1 0,0-7 3 16,-2 0 2-16,2-3 3 0,0-16 0 0,0-8 4 16,0-11 4-16,0-3 1 0,0-1 0 15,0 0 2-15,3 5 3 0,2 3 0 16,0 7 0-16,0 10 3 0,0 7-2 16,-3 6-2-16,-2 4-1 0,4 0-3 15,6 0-1-15,3 8-2 0,3 6 1 0,-1 1-1 16,-5 2-2-16,-1-2 1 0,-2-3-2 15,1 0-1-15,-2-4 1 16,0-1-1-16,0 1 0 0,-3-6 1 16,5-2 2-16,0 0 1 0,0-10 2 0,5-5 1 15,-6-2-2-15,1-2 3 0,-2 1 0 16,-2 5 2-16,0 4 3 0,-1 6 0 16,-3 3 0-16,1-4-4 0,2 1-3 15,0 0 0-15,5 2-1 0,-1 2 0 16,6 9-3-16,1 5 0 0,2 0-2 0,-1 3-7 15,0-2-5-15,3 0-13 16,-1-1-13-16,-5-6-23 0,2 1-58 0,-5-5-130 16,-5-5-14-16</inkml:trace>
  <inkml:trace contextRef="#ctx0" brushRef="#br0" timeOffset="140311.42">25704 14341 561 0,'0'0'42'0,"0"0"-9"16,89-13-6-16,-58 30-7 0,-1 10 0 16,0 8-2-16,-2 7 0 0,-5 6-1 15,-4 4-4-15,-6 4 0 0,-6 1-3 16,-7 4-7-16,-4 2-2 0,-14 1-4 16,-3 1-3-16,-5 0-7 0,-4 1-5 15,-4-4-7-15,-5-3-20 0,-7-5-20 16,-2-1-53-16,-7-10-101 0,-1-3-47 15</inkml:trace>
  <inkml:trace contextRef="#ctx0" brushRef="#br0" timeOffset="141034.66">20278 16072 295 0,'0'0'41'0,"0"0"-2"15,0 0-9-15,0 0-6 0,0 0-8 16,0 0-1-16,0 0 0 0,88 4-7 0,-10-5-2 16,19-9-2-16,13-1 3 0,16-5 2 15,15 0 2-15,17-3 4 0,15-1 1 16,17-2-3-16,15-2-2 0,15 2 0 16,11-2-1-16,8-1 1 0,6 2-3 15,6-1 2-15,3 0-3 0,3 4 3 0,1 1-1 16,-2 1 0-16,-6 6 0 0,-9-2-2 15,-10 3 0-15,-12 1 0 16,-14 0 1-16,-13 1-2 0,-12-1 1 16,-14 0-2-16,-13 0 0 0,-13 0-2 0,-14-2 0 15,-16 3-2-15,-17-1-1 0,-18 0-1 16,-14 2 0-16,-18 2-7 0,-17-1-7 16,-13 4-10-16,-13-2-25 0,-22 5-45 15,-17 0-105-15,-20 0-76 0</inkml:trace>
  <inkml:trace contextRef="#ctx0" brushRef="#br0" timeOffset="141603.2">22322 16528 472 0,'0'0'21'0,"0"0"8"15,0 0-6-15,0 80-5 0,3-49-4 16,1 0-3-16,-2 1-2 0,-2-1-2 16,0-8-1-16,0-3-2 0,0-2-1 15,0-6-2-15,-2-6-1 0,2 4 2 0,0-10-2 16,0 0 2-16,-4 0-1 0,0-16-2 15,-4-3 4-15,-2-8-1 16,2-9 3-16,3-5-1 0,2-3 0 16,3-7-1-16,0-5-4 0,6-2 3 0,6 0 1 15,2 5 1-15,5 5 3 0,1 6 1 16,1 7-2-16,0 6 3 0,2 8-1 16,-2 8-3-16,-4 4-2 0,-2 8-4 15,-1 1 0-15,-3 9 0 0,4 5 0 16,-8 6 1-16,-3 6-4 0,-2 0 4 0,-2 2-2 15,-2 1-1-15,-6-1-5 0,-4 0-5 16,1-3-13-16,-4 1-12 16,-2-2-23-16,2 0-53 0,-4-5-56 15,8-2-73-15</inkml:trace>
  <inkml:trace contextRef="#ctx0" brushRef="#br0" timeOffset="141847.65">23226 15930 465 0,'0'0'59'16,"-88"65"-14"-16,37-19-10 0,-6 10-5 16,1 7-4-16,6 3-5 0,6 1-4 15,11 1-3-15,11-5-6 0,10-3 0 16,12-4-6-16,5-5 0 0,14-6-2 15,10-4-2-15,7-7-1 0,9-4-4 16,4-4-8-16,3-3-10 0,3-5-18 0,0-9-41 16,0-4-63-16,-5-5-126 0</inkml:trace>
  <inkml:trace contextRef="#ctx0" brushRef="#br0" timeOffset="142470.66">23618 16150 344 0,'0'0'58'0,"0"0"-13"16,0 0-10-16,-80 19-2 0,51 6-4 15,-1 6-1-15,5 2-6 0,0 0-4 16,8 3-6-16,7-5-2 0,6 1-6 16,4-2 1-16,4-5 1 0,11-3-6 15,5-2 4-15,4-4-5 0,4-6-2 16,2-3-2-16,0-7-6 0,2 0-5 15,-4 0-2-15,-2-9 0 0,-7-3 5 16,-4 0 4-16,-6 2 2 0,-4-5 6 0,-4-3-2 16,-1-1 7-16,0-1 0 0,0 1 1 15,0 1 4-15,0-1-2 0,0 1 4 16,5 4-2-16,4 4 2 0,-3 3-2 16,7 0 1-16,3 7-1 0,-1 0-1 15,5 9-1-15,-2 5-3 0,-1 2-2 0,-3 3-1 16,-1 3-2-16,-3 0-1 15,0 3-3-15,-1 0-4 0,-3 1-16 16,-2-6-16-16,1 0-48 0,-3-7-94 16,0-7-71-16</inkml:trace>
  <inkml:trace contextRef="#ctx0" brushRef="#br0" timeOffset="142683.64">24003 15954 539 0,'0'0'50'0,"0"0"-5"16,89 25-7-16,-58 4-7 0,3 10-2 15,-1 10-7-15,0 5-4 0,-1 5-8 16,-4 2 0-16,-7 3-7 0,-9-1-3 16,-8 2 4-16,-4-2-6 0,-9 3 0 15,-6 1-6-15,-4-1-12 0,-3 0-9 16,-1-7-21-16,-1-3-31 0,-1-12-105 15,0-12-99-15</inkml:trace>
  <inkml:trace contextRef="#ctx0" brushRef="#br0" timeOffset="144140.7">26868 15296 456 0,'0'0'33'16,"0"0"3"-16,0 0-7 0,83-17-13 15,-45 8-10-15,3 1-7 0,-3-2-12 0,-1 3-10 16,-7 0-29-16,-3 5-41 0,-10-1-47 16,-6 3-71-16</inkml:trace>
  <inkml:trace contextRef="#ctx0" brushRef="#br0" timeOffset="144265.9">26965 15475 363 0,'0'0'50'0,"0"0"-6"16,0 0-10-16,0 0-7 0,0 0-9 15,0 0-8-15,0 0-6 0,100-2-8 16,-57-13-14-16,0-5-32 0,5 1-48 16,-2-2-82-16</inkml:trace>
  <inkml:trace contextRef="#ctx0" brushRef="#br0" timeOffset="153107.73">28109 14829 480 0,'0'0'15'16,"0"0"8"-16,-23 82-1 0,22-48-3 16,1 0-7-16,4-2-3 0,9-6-1 0,3-2-2 15,4-6 3-15,5-6 3 0,2-6 0 16,5-5 1-16,3-1 0 0,1-8 1 16,0-7 0-16,-1-3-2 0,-5-5-3 15,-5 0-1-15,-6 0-1 0,-8-3-3 16,-6 2 1-16,-5-1-2 0,-3 2-2 0,-10 0-2 15,-7 1-2-15,-5 2-2 16,-2 2-4-16,-1 3-8 0,-4 5-10 0,6 2-14 16,6 4-29-16,1 4-53 0,5 2-72 15,5 3-44-15</inkml:trace>
  <inkml:trace contextRef="#ctx0" brushRef="#br0" timeOffset="153240.41">28678 14824 559 0,'0'0'27'0,"0"0"-10"0,0 0-13 16,0 0-24-16,0 0-32 0,0 0-51 15,0 0-62-15,0 0-79 0</inkml:trace>
  <inkml:trace contextRef="#ctx0" brushRef="#br0" timeOffset="153609.05">29020 14667 488 0,'0'0'57'16,"0"0"-16"-16,0 0-10 0,0 0-9 0,64 102-7 16,-60-74-4-16,-4 4-4 0,0 2-3 15,-1 0 1-15,-8 1-3 0,-4-4-1 16,0 1-3-16,-3-5 1 0,-4 0-2 16,0-6-1-16,1-5-3 0,3-7-3 15,1-2-4-15,0-6-2 0,0-1-4 0,-2-8 0 16,4-7 3-16,1-4 4 0,5-8 6 15,3 1 4-15,4-6 3 16,0-2 3-16,7-1 0 0,5-2 0 16,2 1 0-16,2-1 1 0,3 3 2 0,-1 1 2 15,1-2 2-15,1 2-1 0,-1-1 2 16,-3-1-3-16,-2 1-1 0,-3 1 3 16,-2 4-5-16,-5 8 4 0,-1 3 0 15,-3 6 1-15,0 3-5 0,-2-2 1 16,-6 5-4-16,-7 1 0 0,-4 5-1 0,-4 0 0 15,3 12-1-15,1 5-1 16,2 3 4-16,5 3-5 0,6-1-3 0,6 1-11 16,0-1-18-16,11 0-24 0,7-4-70 15,7 1-134-15</inkml:trace>
  <inkml:trace contextRef="#ctx0" brushRef="#br0" timeOffset="154045.5">29850 14618 550 0,'0'0'15'0,"0"0"7"16,0 0 2-16,-77 95-8 0,47-50-4 16,-2 2-8-16,0 2-4 0,4-1-6 15,3-3-13-15,2-6-25 0,4-5-65 16,2-7-112-16</inkml:trace>
  <inkml:trace contextRef="#ctx0" brushRef="#br0" timeOffset="154209.57">29515 14722 589 0,'0'0'32'0,"0"0"2"15,0 0-2-15,0 0-9 0,0 0-12 16,92 64-5-16,-63-38-4 0,0 3-3 15,-1-2-7-15,-1 2-9 0,-1-4-18 0,0 1-30 16,-2-1-71-16,0-3-141 0</inkml:trace>
  <inkml:trace contextRef="#ctx0" brushRef="#br0" timeOffset="155143.81">30573 14693 432 0,'0'0'46'0,"0"0"-2"0,-16 93-13 16,16-63-7-16,1-5-4 0,10-1-1 16,3-6 1-16,7-4 0 0,2-7 2 15,1-4-3-15,2-3-2 0,-1-5-4 16,-1-7-3-16,-1-8-3 0,-4 1-1 0,-3-3-2 15,-3 2 1-15,-6 3-3 0,-4-1 0 16,-3-1-1-16,0 0-1 16,-3-5 0-16,-8 3-1 0,-2 5-1 15,-4 3-3-15,-4 3-4 0,-3 3-7 0,-2 7-12 16,-2 0-10-16,2 0-23 0,3 9-50 16,3-1-65-16,5 1-88 0</inkml:trace>
  <inkml:trace contextRef="#ctx0" brushRef="#br0" timeOffset="155277.06">31059 14652 363 0,'0'0'-50'0,"0"0"-55"0,0 0-102 15</inkml:trace>
  <inkml:trace contextRef="#ctx0" brushRef="#br0" timeOffset="159299.63">31332 14420 388 0,'0'0'61'16,"0"0"-13"-16,0 0-12 0,0 0-6 15,0 0-6-15,0 0-2 0,0 0-4 0,0 0 0 16,0 0-2-16,0 0-3 0,38-12-2 15,-37 11-3-15,2 1-4 16,-3 0-2-16,1-2-2 0,-1 2-1 16,-4-3 1-16,-9 0-5 0,-10 1 2 0,-6 0 0 15,-3 2-1-15,1 2 4 0,-3 8 0 16,-1 0 1-16,2 3 0 0,1 1 1 16,2 3-1-16,4 0-1 0,4 2 6 15,6 1-5-15,5-5 4 0,7 4-5 16,4-1 0-16,0-1-1 0,1 4 2 0,4-8-1 15,1 0-1-15,2-1 2 0,-1 1-1 16,0 0 1-16,2-1 1 16,-5-4-2-16,2-1 1 0,0 3-2 15,0-5 0-15,1 2 1 0,0-4 0 0,2 2 1 16,4-5 0-16,6 0 1 0,4-5 0 16,8-3-1-16,3-3 3 0,2 0 0 15,0 2 0-15,0 4-1 0,-3 0-4 16,-4 5 1-16,-3 0 0 0,-8 0 0 15,-3 5-1-15,-3 2 1 0,-4-2 1 0,1 7-1 16,-6-3 1-16,-1 2 1 0,-2 6-2 16,0 0 2-16,-6 4-1 0,-4-2 1 15,-3-4-2-15,-3 2 2 0,0-3-2 16,-4 1 1-16,-2-1-2 0,0-2-4 16,-4-1-2-16,2-5-5 0,5 0-9 15,3-2-10-15,5-3-23 0,5 0-57 16,-4-1-113-16,4 0-44 0</inkml:trace>
  <inkml:trace contextRef="#ctx0" brushRef="#br0" timeOffset="161959.81">29353 15721 247 0,'0'0'62'0,"0"0"0"0,-103 0-13 16,76 0-7-16,8 1-12 0,9 1-7 15,5 0-9-15,5 1-4 0,8 2-3 16,15 2 3-16,16 3-4 0,19-3 0 0,16-7-3 16,17 0 0-16,15-7 4 0,16-10 6 15,12-2 3-15,12-7 1 0,11-1 3 16,7-3-1-16,1-1-1 0,2 0-2 16,-3 1 0-16,-5 1 0 0,-7 4-3 15,-10 0-5-15,-16 5-2 0,-17 5-9 0,-20 4 0 16,-20 3-2-16,-27 3-6 15,-17 3-3-15,-17 2-15 0,-9 0-16 16,-17 12-46-16,-18 12-83 0,-17 6-103 16</inkml:trace>
  <inkml:trace contextRef="#ctx0" brushRef="#br0" timeOffset="162309.61">29879 16373 473 0,'0'0'52'0,"0"0"-12"0,-43 109-14 16,37-73-8-16,6-2-4 0,4-5-3 15,9-6 2-15,7-6 0 0,6-3 1 0,2-6 0 16,4-6-2-16,2-2-2 0,0-1-2 16,-1-7-4-16,-4-2 0 0,-3-3-2 15,-5-1-1-15,-4-2 0 0,-7-2 0 16,-2 5 3-16,-5-6-3 0,-3-1-2 16,-3-4-3-16,-10-5-11 0,-1 0-5 15,-6 3-12-15,-2 7-5 0,0-1-14 16,-1 8-18-16,-1 3-34 0,6 5-32 15,1 4-35-15</inkml:trace>
  <inkml:trace contextRef="#ctx0" brushRef="#br0" timeOffset="162429.4">30344 16349 346 0,'0'0'36'0,"0"0"-14"0,0 0-14 16,0 0-30-16,0 0-46 0,0 0-58 0</inkml:trace>
  <inkml:trace contextRef="#ctx0" brushRef="#br0" timeOffset="162709.69">30660 16027 545 0,'0'0'45'16,"0"0"-3"-16,0 0-10 0,0 92-12 0,1-61-7 15,7 0-2-15,3-3-3 0,4 0 0 16,3-5-2-16,3-3 2 0,3-7-3 16,2-3 1-16,3-5-1 15,0-3-3-15,0-2 1 0,0-5-3 0,-3-5 0 16,-3-2 0-16,-4-1 0 0,-5-2 2 16,-5 5 0-16,-5-6 0 0,-4 1-1 15,-3 0-1-15,-8-2-1 0,-8 7-1 16,-4 0 0-16,-4 8-2 0,-4 2-4 15,-1 14-7-15,0 8-14 0,1 8-15 0,-1 5-32 16,3 4-66-16,2 5-132 0</inkml:trace>
  <inkml:trace contextRef="#ctx0" brushRef="#br0" timeOffset="163488.76">30434 16427 242 0,'0'0'68'0,"0"0"-8"0,0 0-15 0,0 0-9 16,0 0-5-16,0 0-4 15,0 0-5-15,0 0-3 0,0 0-6 16,-10-15-4-16,9 13-5 0,1 1-5 16,-2-1-5-16,2 0-15 0,-1 2-17 0,1-1-41 15,-2-1-59-15,2 2-101 0</inkml:trace>
  <inkml:trace contextRef="#ctx0" brushRef="#br0" timeOffset="166564.1">30456 16383 57 0,'0'0'18'0,"0"0"-1"0,0 0-2 16,0 0 2-16,0 0 1 0,0 0 1 0,0 0-3 15,0 0 0-15,0 0-2 16,-7-5 1-16,7 5 3 0,0 0 0 16,0 0 3-16,0-1-1 0,0 1-3 15,-2 0 1-15,2-2-3 0,0 2 1 0,-1 0 1 16,-1-2-1-16,1 2-1 0,-1 0-1 16,1-3-2-16,-1 3 1 0,1-2-2 15,0 0-1-15,-1 1 1 0,1-1 0 16,-2 0-1-16,2 2 0 0,-1-3-3 15,1 3-1-15,-1 0-2 0,1-2-1 0,-1 2-1 16,1-2-2-16,1 2 0 0,-2-1 1 16,2 1-2-16,0 0 2 0,0 0-1 15,0 0 1-15,0 0 0 16,0 0 0-16,0 0 0 0,0 0-2 0,0 0 1 16,0 0 1-16,0 0 0 0,0 0 1 15,0 1 1-15,0-1 1 0,0 2-2 16,0-2 1-16,0 2-1 0,0-2 0 15,0 0 0-15,0 0 2 0,0 3-2 16,-1-3 1-16,-1 0 0 0,1 0-2 0,0 0 1 16,-1 0-1-16,2 2 0 0,-1-2 0 15,1 0-1-15,-2 2 0 0,2-2 0 16,-1 0 0-16,1 0 2 0,-2 1 0 16,2-1-2-16,-1 0 1 0,1 0 0 15,-2 0-1-15,2 0-1 0,0 0 2 16,0 2-1-16,0-2 0 0,-2 0 2 15,2 0-1-15,0 0 0 0,0 2-2 16,0-2 0-16,0 0 0 0,0 0 0 16,0 0 0-16,0 0 1 0,0 0 0 0,0 0 0 15,0 0 1-15,0 0-1 0,0 0 1 16,0 3-1-16,0-3-1 0,0 2 0 16,0 0 0-16,0-1-3 0,0 1 1 15,0 0-3-15,0-1-7 0,0 2-13 16,0 4-23-16,2 1-56 0,0 0-94 0</inkml:trace>
  <inkml:trace contextRef="#ctx0" brushRef="#br0" timeOffset="173664.93">28143 14793 38 0,'0'0'23'0,"0"0"0"0,0 0-4 16,0 0-2-16,0 0-1 0,0 0-1 15,0 0 2-15,0 0 2 0,0 0 2 16,1 2 4-16,4-5 2 0,-1 0 0 16,1 0-2-16,3-3-3 0,-5 3-3 15,0 0 0-15,1-1-3 0,-1 2-2 16,0-1-3-16,1 0-4 0,-1-1-2 15,-3 4-1-15,0-1-4 0,0 1 0 16,1 0 0-16,1-2 1 0,-1 2 1 16,1-1-1-16,-1 1 0 0,-1 0 1 0,2 0-1 15,-2 0 0-15,1 0 1 0,-1 0-2 16,2 0 1-16,-2 0 0 0,0 0 0 16,1 0 2-16,-1 0-1 0,0 0-1 15,2 0 0-15,-2 0 0 0,0 0 3 16,0 0-2-16,0 1-2 0,0 1 1 0,0-1 0 15,0 1 0-15,0 0-1 16,-2-1 2-16,2 1 2 0,-1-1 0 16,1-1 4-16,-2 2-3 0,2-2 0 15,-1 1-2-15,1-1-2 0,-2 1-1 0,2-1 0 16,-1 2-1-16,1-2-2 0,-2 2-7 16,2-2-18-16,-1 1-51 0,1 1-76 15,0-2-61-15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0-10-24T04:18:03.78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7998 6247 491 0,'0'0'45'16,"0"0"-7"-16,0 0-12 0,0 0-13 16,0 0-7-16,0 0-4 0,0 0-5 0,16-80-14 15,4 72-27-15,-3 3-75 0,1 5-137 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3:40:04.14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14263 7615 255 0,'0'0'45'0,"0"0"-4"16,0 0-4-16,0 0-5 0,0 0-5 16,0 0-8-16,0 0-5 0,0 0-2 15,0 0-3-15,-56 35 4 0,72-42-3 16,7-8-4-16,5 1 0 0,2-4-2 16,2-4 2-16,1 1 0 0,0-2 3 0,2 3-2 15,-2-2 3-15,-1 0-3 0,1 1 1 16,-1 1 3-16,-2 2-4 0,-4 3 0 15,-4 1-3-15,-6 5-4 0,-7 5 0 16,-5 2-1-16,-4 2-2 0,0 0-4 16,0 0-11-16,0 0-13 0,-1 9-23 0,-8 7-30 15,-4 6-31-15,-3 3-35 0</inkml:trace>
  <inkml:trace contextRef="#ctx0" brushRef="#br0" timeOffset="726.93">14382 8116 195 0,'0'0'46'16,"0"0"-9"-16,0 0-8 0,0 0 0 16,0 0-1-16,0 0-3 0,0 0-1 0,0 0-6 15,0 0-4-15,9-64-3 16,1 61-5-16,1-1-1 0,-2 3-2 0,1 1-1 16,-1 0 2-16,1 5-2 0,-4 10 1 15,0 2-2-15,-2 3 1 0,-4 0 1 16,0-3-2-16,0-2 1 0,0-3-2 15,-3 0 1-15,0 0 0 0,2-7 0 16,1 0-2-16,0-5 1 0,-2 0-1 16,2 2 3-16,0 1 2 0,10 0 1 15,-3 1-2-15,4 0 2 0,4 4-3 0,-3 0 0 16,4 4 1-16,-6 3-1 0,-3 2 2 16,-2 2-2-16,-2 0 1 0,-3 4 0 15,0-1-1-15,0 3 1 16,-8 2-1-16,0-2 0 0,-5 2 0 0,-2-1-1 15,-2 0-1-15,4-4-5 0,-4-1-8 16,2-4-17-16,5-5-33 0,1-4-31 16,6-4-62-16</inkml:trace>
  <inkml:trace contextRef="#ctx0" brushRef="#br0" timeOffset="897.11">14667 8454 334 0,'0'0'37'0,"0"0"-10"0,0 0-11 15,0 0-7-15,0 0-5 0,9 91-11 16,-9-79-15-16,-2-7-32 0,2 7-30 16,0-4-41-16</inkml:trace>
  <inkml:trace contextRef="#ctx0" brushRef="#br0" timeOffset="1146.93">14863 8286 420 0,'0'0'42'0,"0"0"-21"16,0 0-13-16,0 0-7 0,42-78-4 15,-26 62-7-15,3-1-9 0,1-1-24 0,-1-1-25 16,1-1-27-16,-1 1-14 0,-3 1 8 16</inkml:trace>
  <inkml:trace contextRef="#ctx0" brushRef="#br0" timeOffset="1277.48">15066 8025 18 0,'0'0'70'0,"0"0"10"0,0 0 3 15,0 0-4-15,0 0-15 0,0 0-16 16,0 0-15-16,0 0-13 0,0 0-1 16,-21-5-5-16,21 24-7 0,0 6-4 15,5-2-2-15,2 0-5 0,2 0-7 16,2-3-13-16,1-1-28 0,-3-5-38 0,4-1-43 16,-2-1-88-16</inkml:trace>
  <inkml:trace contextRef="#ctx0" brushRef="#br0" timeOffset="1502.39">15194 7897 439 0,'0'0'48'0,"0"0"-12"0,0 0-8 15,0 0-7-15,0 0-5 0,0 0-4 16,83-12-4-16,-61 27-4 0,-2 5-2 15,-4 3-1-15,-2 1-2 0,-4 3-2 16,-1 1-4-16,-1 1-8 0,-3-2-11 16,-4 2-11-16,-1-3-18 0,0 1-24 0,-8-1-16 15,-1-4-29-15,-4 1-49 0</inkml:trace>
  <inkml:trace contextRef="#ctx0" brushRef="#br0" timeOffset="1742.87">14424 8057 370 0,'0'0'49'16,"-62"88"-10"-16,34-34-13 15,4 4-1-15,5 5-6 0,6-1-4 0,7 0-1 16,6-3-8-16,6-2 1 0,14-6-8 15,5-5-4-15,2-8 0 0,9-9-4 16,3-7-4-16,6-8-8 0,0-6-16 16,4-6-32-16,-2-2-36 0,-1-2-67 15</inkml:trace>
  <inkml:trace contextRef="#ctx0" brushRef="#br0" timeOffset="4107.93">14365 8342 69 0,'0'0'22'0,"0"0"0"0,0 0 2 15,0 0 1-15,0 0 1 0,0 0-2 16,0 0 1-16,0 0-3 0,0 0-1 16,4-77-2-16,3 66-2 0,0 4-3 15,2-5-2-15,0 0-1 0,-2 4-1 0,3-3-1 16,-3 4-2-16,-1 0 1 0,3 2-1 16,-6 2-2-16,4-4 0 15,-3 5 1-15,-1-1-2 0,6-2 1 0,-5 5-2 16,-1-4-1-16,1 3-1 0,-4 1 1 15,5 0 0-15,1 0-2 0,3 0 1 16,0 0 1-16,-3 5 2 0,0 0-1 16,0 3-1-16,2 6 0 0,-3-7 1 15,2 8-2-15,-4-6 0 0,0-1-1 16,1 1-1-16,-1-4 1 0,0 4 0 0,-2-3 0 16,1 4 2-16,-1 0 0 0,-1 0 0 15,0 1 1-15,0 0 0 0,-4 2 0 16,-2-3 1-16,-1 2 0 15,1-7 2-15,0 4-1 0,0-4 2 0,3-2 0 16,-5 6-2-16,5-6-2 0,0-1-2 16,0 1 0-16,3-3-1 0,0 0-2 15,0 0 0-15,0 2-2 0,-1 0-1 16,-1-2 0-16,1 0 0 0,1 0 2 16,-2 0 0-16,2 3 3 0,0-3 0 0,0 0 2 15,0 0 1-15,0 0 0 0,3 0 0 16,5-3 0-16,-1-2 0 0,3 1-1 15,-3-1 0-15,2 2 1 0,1-1-2 16,0 4-1-16,0 0 0 0,2 0 0 16,1 0-3-16,-4 4 2 0,5 4-1 0,-5-1 2 15,-2 0 2-15,1 5-1 0,-2 1-1 16,-3-4 0-16,0 6 0 16,-3 0 2-16,0 2-1 0,0 4 1 0,0-3-2 15,-6 0 2-15,-4 1-2 0,0-4 1 16,0 0 0-16,-3-3 1 0,0 0-1 15,-3 0-4-15,3-2-1 0,1-3-6 16,-1 1-5-16,6-2-20 0,3-3-33 16,-1 0-66-16,5-3-87 0</inkml:trace>
  <inkml:trace contextRef="#ctx0" brushRef="#br0" timeOffset="5145.72">14943 8622 373 0,'0'0'67'15,"0"0"-20"-15,0 0-17 0,0 0-8 16,0 0-2-16,0 0-3 0,0 0-3 16,0 0-6-16,0 0-3 0,0 0-1 15,-7 50-7-15,5-30-5 0,-4 5-15 16,-1-2-28-16,-1 2-57 0,-3-5-88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3:46:58.00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7860 14420 60 0,'0'0'20'0,"0"0"-1"0,0 0-5 15,0 0-1-15,0 0 2 0,0 0-2 16,0 0 0-16,88-72 1 0,-73 57-1 15,-1-4 1-15,-2-1 0 0,2-2 1 16,-2 3-1-16,0-3-3 0,-1 3 1 0,-2 1-1 16,1-2-2-16,-2 2-1 0,1 1-1 15,-3-2-1-15,0 7 1 0,1-3 1 16,-4-2 0-16,0 7 3 0,-2-6-3 16,1 5 1-16,-2-1-1 0,0 0-2 15,0 1 1-15,-6-6-3 0,-1 5 1 0,-5-8-5 16,5 6 1-16,-1 4-2 15,-3 0 1-15,1 1 0 0,-4-1-6 16,-4 0 5-16,4 2-4 0,-1 4 4 16,-5 0 1-16,1 3 0 0,-4 1-1 0,0 0 1 15,1 3 4-15,2 6-4 0,-2 1 4 16,2 2-4-16,0 5 0 0,-3-2 2 16,1-1-2-16,-1 2 2 0,4 0-4 15,2 2 2-15,2 1-1 0,4-1 0 16,5-4 1-16,2 2-2 0,4 3 1 0,0-2 1 15,1 9-1-15,8-6 1 0,4 0 1 16,-2 0-1-16,5-3 0 16,0-4 0-16,1 1 1 0,-2-2-1 0,2-4 1 15,-5 1-1-15,1-4 0 0,-6-2 1 16,3 1 0-16,0-1 0 0,-7-1-1 16,7-2 4-16,-5 3-4 0,-1-3 0 15,-1 2 0-15,-3-2 0 0,0 0-2 16,0 0 0-16,3 0 0 0,-3 0-1 15,4 0-1-15,-3 0 1 0,1 2-2 0,-1-2 2 16,1 1-6-16,1 4-13 0,0-2-25 16,1 6-32-16,-1 0-77 0</inkml:trace>
  <inkml:trace contextRef="#ctx0" brushRef="#br0" timeOffset="8384.21">19548 7233 25 0,'0'0'19'0,"0"0"3"0,0 0-2 0,-81 62-1 16,66-41-2-16,1 3-2 0,4 5-1 15,-1 2 1-15,3 8-1 16,4 0 1-16,1 4-1 0,1 1 2 16,2-1-3-16,0 1-2 0,3-7 0 0,6-3-3 15,2-5 1-15,2-6-2 0,3-3-2 16,3-1 1-16,3-4 2 0,2-1-2 16,4-4 4-16,2-2-5 0,2-4-1 15,0-1-1-15,1-3 3 0,-1-3-2 16,0-6-4-16,-2-7 5 0,0-3-6 0,-2-2 7 15,-2-4 1-15,-2 0 1 0,-2-2 4 16,1-2 0-16,-4-3 3 0,-1 1 1 16,-6-6 0-1,-1-1-28-15,-7-3 0 0</inkml:trace>
  <inkml:trace contextRef="#ctx0" brushRef="#br0" timeOffset="10631.65">19932 7510 50 0,'0'0'22'0,"0"0"1"16,0 0 6-16,0 0 4 0,0 0 5 0,0 0 4 15,0 0-5-15,0 0-2 0,0 0-6 16,0 0-7-16,41-66-4 0,-35 50-4 16,-2 5 4-16,0-3-1 15,0 3-2-15,-2-1 1 0,1 0-4 0,-3 0-2 16,1-2-1-16,-1 0-1 0,0 2-1 16,0-1-1-16,0-8-1 0,0 4-2 15,-6-5 2-15,-2 3-2 0,-1-1-4 16,-1 0 2-16,-4 0-2 0,-1 1 2 15,-2-1 1-15,1 3-2 0,-1 4 1 0,-2 0 0 16,1 2 0-16,0 6 0 0,-3 0 0 16,0 3-1-16,-2 2 2 0,0 0-2 15,-1 0 0-15,0 7 0 0,-1 1 0 16,1 0-2-16,1 3 1 0,1 2 0 16,1-2 0-16,4 4 0 0,3-2 0 15,-2 2-1-15,4 0 4 0,0 2-2 16,1 4 3-16,2 0-4 0,1 5-1 15,2 3-1-15,-1 1 0 0,2 2 0 16,3 2-3-16,0 1-4 0,2-1-13 0,0 2-14 16,0-5-28-16,7 0-32 0,5-4-42 15</inkml:trace>
  <inkml:trace contextRef="#ctx0" brushRef="#br0" timeOffset="13061.78">8765 14743 378 0,'0'0'67'0,"0"0"-26"16,0 0-12-16,0 0-6 0,0 0 0 16,0 0-2-16,0 0-2 0,0 0-6 15,32 96-3-15,-26-60-2 0,0-4-4 16,-2 2-3-16,3-4-1 0,-3-1-8 16,2-4-7-16,2 0-24 0,0-2-41 0,1-6-62 15,-2-2-111-15</inkml:trace>
  <inkml:trace contextRef="#ctx0" brushRef="#br0" timeOffset="13227.33">9073 15025 413 0,'0'0'49'0,"0"0"-11"0,0 0-16 15,0 0-6-15,0 0-7 0,0 0-3 0,0 93-4 16,0-70-3-16,0 0-6 15,0-3-17-15,3 0-34 0,4 2-42 16,1-8-58-16</inkml:trace>
  <inkml:trace contextRef="#ctx0" brushRef="#br0" timeOffset="13536.51">9248 14892 292 0,'0'0'34'16,"0"0"-4"-16,0 0-8 0,0 0-6 0,0 0-3 15,0 0 0-15,0 0-3 0,22 81-2 16,-9-81 3-16,3 0 0 0,-2 0 4 16,5-7 3-16,-3-3 2 0,-4-2-4 15,-1-3-3-15,-4 4-1 0,-1-3-4 16,-3 5 4-16,0-3-3 0,-2-1 2 15,-1 1-3-15,0-5-2 0,-4 8 0 0,-5-6-2 16,-1 7-1-16,0 1 0 0,-3 2-2 16,4 3 1-16,-4 2-5 0,3 0-5 15,-3 0-9-15,3 0-19 0,1 5-20 16,-2-1-45-16,7 4-48 0,-4-1-82 16</inkml:trace>
  <inkml:trace contextRef="#ctx0" brushRef="#br0" timeOffset="13881.07">9409 14516 476 0,'0'0'55'0,"0"0"-12"0,0 0-10 16,85 10-12-16,-58 1-6 0,-2 3-5 15,1 2-3-15,-1 3-1 0,-5 3-2 0,-4 3-1 16,-3 0-3-16,-6 4 0 0,-3 4-2 15,-4-1-3-15,-1 2-7 0,-8 2-9 16,-4 0-14-16,-3 0-10 0,-4-1-21 16,1-2-27-16,0-4-44 0,-1-2-89 15</inkml:trace>
  <inkml:trace contextRef="#ctx0" brushRef="#br0" timeOffset="14136.06">8704 14728 374 0,'0'0'55'0,"-53"91"-15"0,33-35-7 15,5 1-10-15,1 2-4 0,11 1-2 16,3 0-7-16,3-4-2 0,11-2-4 15,1-3-1-15,5-7-3 0,2-5-3 0,1-6 0 16,3-6-1-16,6-6-2 0,1-6-9 16,4-5-16-16,1-5-41 0,4-5-49 15,-2 0-116-15</inkml:trace>
  <inkml:trace contextRef="#ctx0" brushRef="#br0" timeOffset="21304.88">9349 14930 6 0,'0'0'11'0,"0"0"1"0,0 0 0 16,0 0 2-16,0 0-1 0,0 0 1 0,0 0 1 16,0 0-2-16,0 0 0 0,0-11 0 15,0 10-2-15,0-1-2 0,0 1-2 16,0-1-2-16,0 1-4 0,0-4-2 16,0-2-2-16,0 1-10 0,0 2-19 15,2-2-68-15</inkml:trace>
  <inkml:trace contextRef="#ctx0" brushRef="#br0" timeOffset="31296.19">9137 13866 89 0,'0'0'35'0,"0"0"-1"15,0 0 0-15,0 0-6 0,0 0-7 16,0 0-7-16,0 0-1 0,0 0-4 15,0 0 3-15,-68 67 1 0,65-29-5 0,0 3 3 16,0 3-5-16,-1 0-3 0,4 2 2 16,-3-1-2-16,3-1 0 0,0 0-2 15,0-5 0-15,0-4 1 0,0-3-1 16,0-10 2-16,0-3-2 0,0-6-1 16,0-6 0-16,0 1-1 0,0-4 1 15,0 2-4-15,0 0 4 0,0 0-2 16,0-6 3-16,0 0 4 0,0 0-1 15,0 0 6-15,0 2-6 0,3-2 3 16,10 0-1-16,4 0 0 0,5 0-3 0,-2-3 0 16,-1-4 1-16,3 3-4 0,-1-3 2 15,1 0 2-15,1 1-1 0,3-1 0 16,0 0 0-16,0-1-1 0,-1 0-1 16,-2-1 0-16,0-1 1 0,3 2 0 15,0-2 2-15,-3 3 0 0,2 1-1 0,1 1 0 16,0 3 0-16,-2 0-1 0,2 0-1 15,-8 2 0-15,2-1 0 0,-8 1 0 16,2 0 0-16,-1-2-2 16,-6 2 1-16,5-2-1 0,-6 2 2 0,-2-1-1 15,2 1 1-15,-6 0 2 0,0 0 2 16,0-2 6-16,0 2 0 0,4 0 0 16,-3 0-3-16,-1-2 0 0,0-6-4 15,0-6 1-15,0-3-2 0,-5-7 0 16,2 2-1-16,-3-1 0 0,2-1 1 0,-1-4-3 15,2-1 2-15,2 0-2 0,-2-5 0 16,3 0 0-16,0-2 1 0,0-2-2 16,0-2-4-16,4-1 4 15,-1 2-2-15,2-1 5 0,-4 6 1 0,2 2 2 16,-1 3-1-16,-1 7 2 0,-1 3-1 16,2 5-1-16,-2 0 0 0,0 1 0 15,0 7 0-15,0-5 1 0,0 7-2 16,-2-1 1-16,1 0-1 0,1 5 0 15,-2-1-1-15,2 1 0 0,0-2-1 0,-1 2 0 16,1 0-1-16,-2-3 1 0,1 3-2 16,-1 0 1-16,-4 0-1 0,-6 0 1 15,-3 6 0-15,-5 4 0 0,1 0 0 16,-3 2 1-16,1 0-1 0,-4 2 0 16,0 0-1-16,-2 0 2 0,-2-1-1 0,-1-1 0 15,-1 2 0-15,-1 0 1 16,1-2-1-16,-1 1 1 0,-1-1-2 15,1-4 2-15,6 0-2 0,-2-2 1 16,5 0 0-16,6-3 0 0,2 0 0 0,7 0 1 16,1-3-1-16,2 2 1 0,5-2-2 15,-1 0-3-15,1 0-2 0,-2 0-5 16,1 1-10-16,1-1-16 0,0 0-45 16,0 0-61-16,7 0-85 0</inkml:trace>
  <inkml:trace contextRef="#ctx0" brushRef="#br0" timeOffset="33587.87">20894 11011 39 0,'0'0'10'15,"0"0"-2"-15,0 0 1 0,0 0 1 16,0 0 9-16,0 0 3 0,0 0-1 16,0 0 1-16,10 103-2 0,-7-64-5 15,1 5-1-15,0 1-2 0,1-1-4 16,-1 5 0-16,-1-4-4 0,1 0 0 0,-1-1 0 15,0-2 1-15,-2-3 0 0,1-4 1 16,-2-5-3-16,1-4 2 0,-1-6-1 16,2-5-2-16,-2-3 0 0,0-7-1 15,1 0-1-15,-1-5-2 0,0 0-1 16,0 0 0-16,0 2 6 0,2-1 1 16,-2 1 7-16,6 0 3 0,-1 1 0 15,8-1 0-15,6-2-4 0,3 0-2 16,5 0-2-16,-1-5-1 0,2-3-5 0,-1 1 2 15,1 0-1-15,0-3 0 0,0 4 2 16,4-4-1-16,-1 3-1 0,1-2 0 16,2 1-1-16,-3 1 0 0,0 2 0 15,-1 1 1-15,-1 1 0 0,-2-1-1 16,1 3 2-16,-2-1-2 0,2 2 1 16,-1 0-1-16,1 0 1 0,-4 0 0 15,1 0-1-15,-9 2 1 0,1-2 0 16,-5 1 0-16,2-1 1 0,-2 0 0 15,-1 0-1-15,2 0 1 0,-7 0 1 0,0 0-1 16,-6 0 1-16,0 0 4 0,0 0 3 16,1 0 4-16,1 0 2 0,-1 0-5 15,5-4-2-15,-3 1-3 0,0 0-2 16,-1-7 0-16,-2 5 0 0,0-8-1 16,0-8 0-16,0 3 0 0,-2-8-1 0,-3 4 3 15,2-1-3-15,-2-2 1 0,0 3-1 16,-1-4 2-16,1 1-2 15,-1-4-1-15,-3 0 1 0,2 1-1 16,0-4-1-16,-1 0 2 0,2 3-3 0,1-3 3 16,1 1-2-16,1 3 3 0,1-2-1 15,1 1 1-15,-1 0-1 0,1 2 0 16,1 1 3-16,-2 6-2 0,2 2 1 16,-1 0-2-16,-1 4 2 0,2-4-2 15,-1 7 1-15,1 6 0 0,0 0 1 0,0 5-1 16,0-2 1-16,0 2-1 0,-1 0-2 15,1-3 0-15,0 1 0 0,0 1-1 16,-2 0 1-16,2 0 0 0,0-1-1 16,-2 0 1-16,-4-1-2 0,1 2 0 15,-6-1 2-15,-8 0-1 0,-1 2 2 16,-7 0-1-16,2 7-1 0,-1-1 1 16,-2 1-1-16,1 0 1 0,-4 0-1 15,0 1 0-15,-3-1 1 0,-1 2-1 16,-2-1 2-16,-2-2-1 0,0-1-1 0,1-1 1 15,-1 1-1-15,3-2 1 0,1 0-1 16,1 0 0-16,0-1 0 0,4 3 0 16,1-3 0-16,8 0 1 0,3 0-2 15,5-1 1-15,7-1 0 0,2 2-1 16,4-2 1-16,-2 0-2 0,2 0-3 16,-1 2-3-16,-3 1-5 0,-2-2-3 15,0 7-9-15,-2 5-6 0,3-1-11 16,-2 9-12-16,0-1-4 0,3 0-10 15,1-4-15-15,0 2-35 0</inkml:trace>
  <inkml:trace contextRef="#ctx0" brushRef="#br0" timeOffset="38935.53">11991 14451 141 0,'0'0'34'0,"0"0"-3"0,0 0-6 0,0 0-2 16,0 0 2-16,0 0 3 0,0 0 0 16,0-87 2-16,10 56-3 0,6-5 1 0,0 1-6 15,2-1-1-15,1-1-5 16,2 2-3-16,-1 1-1 0,-2 3-5 15,0 1-3-15,-1 4-3 0,-2 2 0 0,-4 4 0 16,1 2 3-16,-5 5-1 0,-1-2 0 16,4 1-2-16,-4-3 0 0,4 0-1 15,1-2-2-15,-2 1 3 0,4 1-2 16,0 2 1-16,-1 0 2 0,-1 0-3 16,2 2 2-16,-4 2 1 0,1 1 1 0,-1-2-1 15,-2 5 0-15,-1 1-2 0,1-1 1 16,-4 5 0-16,0-1-1 15,1-1-2-15,-4 4 1 0,0 0 0 16,0 0 1-16,0 0 2 0,7 0 0 0,4 0 1 16,3 4 0-16,2 6 2 0,1 5-3 15,-1 1 1-15,0 5-1 0,3 3 0 16,-2 5 5-16,2 2-5 0,2 2 4 16,0 2-4-16,-1-2-1 0,2 0 0 15,-3 1-1-15,-1-1 2 0,0 0-2 0,-1-1 3 16,0 2-2-16,-1-1 0 0,-3-1-1 15,3-1 1-15,-4-6-2 0,1-1 2 16,-2-3-1-16,-1-3 2 0,-2-6-2 16,-4-4 0-16,0-1 0 0,-1-2-1 15,-1-2 0-15,1 1-2 0,-3-4-1 16,0 0-1-16,0 0-3 0,1 1-10 16,-1 1-16-16,0 0-33 0,0-1-33 15,0 2-34-15,-1 2-37 0</inkml:trace>
  <inkml:trace contextRef="#ctx0" brushRef="#br0" timeOffset="39428.88">12150 14526 110 0,'0'0'33'0,"0"0"1"0,0 0-4 16,0 0-5-16,0 0-12 0,0 0-6 16,0 0-4-16,0 0 2 0,0 0 3 0,0 0 4 15,-13 0 5-15,11 0 3 0,1 0 4 16,1 0-1-16,0 0 2 0,0 0-6 15,0 3 4-15,7 0-2 0,9 2-5 16,6 1-1-16,2-3-3 0,4 2-1 16,2-4 0-16,2 2 1 0,1-1 0 15,-1-2 0-15,6 0-2 0,-1 0-1 16,-1-6-2-16,0-2-1 0,-1-3-5 16,1 1 2-16,-1 0-4 0,1-2 4 15,-4 0 0-15,-2 3-1 0,-1 0 0 0,-4 0-1 16,1 2 0-16,-3-1-2 0,0 1 1 15,-4 2 1-15,-5 0-1 0,1 1-1 16,-4 1-1-16,-6 3-1 0,5-3 0 16,-6 1 1-16,2 0 0 0,0 2-2 15,-6 0 0-15,0-1-2 0,0 1-5 16,1 0-5-16,-1 0-6 0,0 0-10 16,0 0-11-16,3 0-32 0,-3 0-52 15,0 0-92-15</inkml:trace>
  <inkml:trace contextRef="#ctx0" brushRef="#br0" timeOffset="42416.09">11959 15152 170 0,'0'0'38'15,"0"0"-5"-15,0 0-1 0,0 0-2 16,0 0 3-16,0 0-4 0,-7-91-2 16,17 67-4-16,2 5-6 0,2 2-4 0,-4 7-8 15,-4 2-3-15,-1 7-2 0,1 1-1 16,3 0 2-16,5 6 0 15,1 6 2-15,-6 4-1 0,-2 5 0 16,-3 1 0-16,-4 2-1 0,0 1-1 0,0-3 0 16,0 1 4-16,0-6-3 0,0 0 1 15,-3-7-2-15,3-6 0 0,0 7-1 16,0-7 1-16,0 1-1 0,3 2 3 16,6-6 0-16,1 0 2 0,9 2-2 15,-1-3-1-15,1 3 0 0,6-1 0 0,-5 5 0 16,-4 2-2-16,-2 2 2 0,-2 1 1 15,-5-2 0-15,-1 4 1 0,-2 1-1 16,-2 1 2-16,-2 6 1 0,0-1-3 16,-7-1-1-16,-5 1-1 0,3 0 0 15,-5-1-1-15,-1-2-3 0,1 2-10 16,-2 1-22-16,2-4-39 0,1 0-40 16,4-5-95-16</inkml:trace>
  <inkml:trace contextRef="#ctx0" brushRef="#br0" timeOffset="42597.03">12434 15351 404 0,'0'0'65'16,"0"0"-16"-16,0 0-17 0,0 0-10 16,0 0-6-16,0 0-7 0,0 0-2 15,0 0-4-15,0 0-4 0,0 0-3 16,15 64-4-16,-15-45-13 0,3 1-19 15,1-8-41-15,5 8-31 0,-3-8-46 0</inkml:trace>
  <inkml:trace contextRef="#ctx0" brushRef="#br0" timeOffset="42895.99">12659 15208 209 0,'0'0'22'16,"0"0"-6"-16,0 0-4 0,0 0-4 0,0 0 2 16,0 0 2-16,0 0 5 0,0 0 3 15,0 0 3-15,0 0 3 0,72 57-2 16,-53-63 2-16,-5-3-1 0,1-1-3 16,-4-1 1-16,-1 1 2 0,-4-2-2 15,-3 2-5-15,0-3-2 0,-2-3-4 0,-1 1 0 16,-4-3 0-16,-3 1-4 15,-8 2-4-15,1 2-1 0,-6 2-2 0,-2 2-1 16,0 5-1-16,-2 1-2 0,-2 3-1 16,-2 6-5-16,4 3-13 0,2 3-21 15,0 0-45-15,5 3-52 0,8-5-101 16</inkml:trace>
  <inkml:trace contextRef="#ctx0" brushRef="#br0" timeOffset="43117.46">12865 14804 459 0,'0'0'47'0,"0"0"-13"16,0 0-11-16,87-22-5 0,-68 23-5 16,0 9-4-16,-5 6-2 0,1 1-3 15,-5 5-1-15,0 5-2 0,-6-1-2 16,-1 6-1-16,-3 0-3 0,0-1-5 15,-3 3-12-15,-4-2-10 0,-3-3-19 0,-2 0-29 16,-5-4-18-16,2 0-21 0,-6-5-45 16</inkml:trace>
  <inkml:trace contextRef="#ctx0" brushRef="#br0" timeOffset="43363.92">11803 15001 213 0,'0'0'47'0,"-52"116"3"0,32-49-3 16,5 11-5-16,8 1-9 0,2 4-10 16,5 0-6-16,5-3-5 0,8-4 1 15,7-6-3-15,3-9-1 0,10-10-2 0,2-8-5 16,6-11 1-16,3-5-3 0,3-8-2 15,0-9-2-15,1-5-12 0,0-5-21 16,-3-2-44-16,1-6-60 16,-4-4-87-16</inkml:trace>
  <inkml:trace contextRef="#ctx0" brushRef="#br0" timeOffset="59599.9">23795 14318 45 0,'0'0'23'0,"0"0"-7"0,0 0-1 0,0 0 0 16,0 0 6-16,0 0 2 0,0 0 0 16,0 0-4-16,0 0 0 0,0 0-3 15,8-43 1-15,-1 23 0 0,3 1-2 16,-1-2 1-16,-1 0-1 0,4-2 0 16,-1-1-1-16,3-3 1 0,1 0-2 15,2-2-1-15,1 2-2 0,1 0-1 16,-2 0-2-16,2 2-2 0,-3 0-3 0,0 1 2 15,-3 3-4-15,-2 1 0 0,-3 7 2 16,-1-1-3-16,-1 1 4 0,-1 4 2 16,1-6-1-16,0 2 1 0,-3 3-1 15,3-5 2-15,-2 8-3 0,2-2 1 16,-2-1-2-16,-3 5-1 0,4 0 0 16,-2 1-1-16,0 1-1 0,0 1 1 15,-3 2 0-15,4 0 3 0,4 0-2 16,3 7 4-16,4 5 0 0,-1 3-1 15,-1 4 1-15,4 0-1 0,0 6-1 0,2-2 3 16,3 7 0-16,1-1 2 0,-1 0-6 16,2 0-1-16,-1-1 0 0,-1 1 0 15,0 0 0-15,-2-2 0 0,1 2-1 16,-1-2 0-16,-2 0 0 0,1 1 1 16,-3-1-1-16,-2-1-1 0,-1-3 1 0,-2-4-1 15,0 0 2-15,-2-2-1 0,-2-7 0 16,1 0 0-16,0 2 0 15,-4-5-1-15,5 3 1 0,-3-4 0 0,-2-2 0 16,-1-1 0-16,-3-3-1 0,0 0 1 16,0 0 0-16,1 0 0 0,1 0 1 15,-1 1 0-15,1 0 0 0,-1-1 2 16,0 2 1-16,-1-2-2 0,2 1 1 16,-2-1-2-16,0 2 0 0,1-2 0 15,-1 2 0-15,0-2-1 0,0 1 2 0,-3 1-1 16,-1-1-1-16,-7 2 1 15,-4 0-2-15,-1 2 1 0,-4-1-1 16,0 0 1-16,-2 0 0 0,0-1 0 16,-4 0 0-16,-1 0 1 0,-2-1-1 0,-1 3 0 15,-2-3 0-15,-2 1-1 0,3-3 1 16,-1 0 1-16,1 0-1 0,1 0 2 16,0-2-3-16,-1 1 1 0,1-1 0 15,-2 2-1-15,2-1 1 0,-2 1 0 16,2 0 0-16,-1 0 1 0,4 0 0 0,7 0 0 15,1-1 0-15,7 1 0 0,1-3 0 16,-2 1-1-16,3 1 1 0,-1-3 1 16,6 3-2-16,-4-2 1 0,5 1 1 15,-1 1 0-15,1 0-2 0,-1-1 1 16,0 0-1-16,1 1-1 0,-1-1 1 16,5 2 0-16,-6-1 0 0,1 1 0 15,-2-2 0-15,-4 2-3 0,7 0 2 16,-2 0-1-16,-4 0-1 0,6 2-6 15,0-1-16-15,1 1-52 0,3 3-66 0,0-1-93 16</inkml:trace>
  <inkml:trace contextRef="#ctx0" brushRef="#br0" timeOffset="98250.66">19692 13380 0 0,'0'0'13'16,"0"0"3"-16,0 0-2 0,0 0-1 0,0 0-2 15,0 0-3-15,0 0-2 16,0 0 1-16,0 0 0 0,-8 2-2 15,18 0 0-15,4 1-5 0,8 1-1 16,2 1-3-16,4 0-1 0,2 2-4 0,8-1-5 16,4 1-14-16,5 0-16 0</inkml:trace>
  <inkml:trace contextRef="#ctx0" brushRef="#br0" timeOffset="98724.87">23622 13480 45 0,'0'0'9'0,"0"0"-8"0,0 0-2 15,100 2-8-15,-66-2-6 16,4 0-11-16</inkml:trace>
  <inkml:trace contextRef="#ctx0" brushRef="#br0" timeOffset="98840.73">24609 13438 43 0,'0'0'6'0,"0"0"-4"16,97-9-4-16,-58 8-4 0,6-1-6 15,3 0-6-15</inkml:trace>
  <inkml:trace contextRef="#ctx0" brushRef="#br0" timeOffset="98946.31">25556 13429 54 0,'0'0'18'16,"0"0"-8"-16,97 0-5 0,-62 0-6 15,7 0-6-15,1 0-9 0,9 1-11 16,4 2-9-16</inkml:trace>
  <inkml:trace contextRef="#ctx0" brushRef="#br0" timeOffset="99195.78">27813 13522 132 0,'0'0'22'0,"84"-14"-6"0,-26 8-6 16,8 1-8-16,9 2-3 0,2 0 0 16,5 0-3-16,1 0-1 0,-1 0-3 0,1 0-3 15,-1 0-8-15,-4 3-10 0,-3-1-22 16</inkml:trace>
  <inkml:trace contextRef="#ctx0" brushRef="#br0" timeOffset="100121.32">19643 11281 67 0,'0'0'3'0,"0"0"-1"0,0 0 0 0,0 0-2 16,0 0-4-16,0 0-4 0,0 0-15 16,0 0-16-16</inkml:trace>
  <inkml:trace contextRef="#ctx0" brushRef="#br0" timeOffset="100350.6">21482 11279 110 0,'0'0'14'0,"0"0"-8"0,0 0-10 15,101 13-5-15,-70-11-21 0,3 0-26 16</inkml:trace>
  <inkml:trace contextRef="#ctx0" brushRef="#br0" timeOffset="100476.81">22573 11311 135 0,'0'0'12'0,"0"0"-9"0,99-1-8 15,-64 1-16-15,2 0-23 0,5 0-36 16</inkml:trace>
  <inkml:trace contextRef="#ctx0" brushRef="#br0" timeOffset="100601.77">24014 11284 165 0,'0'0'18'0,"92"-5"-9"0,-44 2-9 15,3 0-11-15,5 3-14 0,3 0-23 0,3 0-26 16</inkml:trace>
  <inkml:trace contextRef="#ctx0" brushRef="#br0" timeOffset="100729.38">25633 11350 208 0,'0'0'21'0,"134"5"-8"16,-66 0-8-16,3-1-6 15,4-1-8-15,1-2-13 0,2 2-14 16,-5-2-24-16,2-1-21 0</inkml:trace>
  <inkml:trace contextRef="#ctx0" brushRef="#br0" timeOffset="100947.85">27089 11360 132 0,'0'0'18'0,"88"-10"-10"0,-40 3-5 16,0 1-8-16,1-1-1 0,1 2-3 15,-2 1-3-15,1-2-4 0,-1 2-3 16,1 3-3-16,-2-1 0 0,0 2 7 16,-2 0 4-16,-3 0 7 0,-2 3 4 15,0 1 3-15,-2 2 3 0,-2-2 2 16,2 1 5-16,1-3 4 0,0 1 2 16,2-3 0-16,2 0-4 0,2 0-5 15,4 0-7-15,4 0-7 0,2 0-15 16,3 0-30-16</inkml:trace>
  <inkml:trace contextRef="#ctx0" brushRef="#br0" timeOffset="101070.2">28964 11330 202 0,'0'0'18'0,"0"0"-9"0,0 0-5 0,0 0-5 15,0 0-4-15,0 0-14 16,0 0-38-16</inkml:trace>
  <inkml:trace contextRef="#ctx0" brushRef="#br0" timeOffset="102868.45">28688 11376 100 0,'0'0'19'0,"0"0"-8"16,0 0-2-16,0 0-3 0,85-83-3 15,-62 71-1-15,1 4-1 0,-1 1-2 16,-6 3 2-16,0 2-2 0,2 2 2 16,1 0-1-16,2 0 0 0,0 1 0 15,-4 4 0-15,-2 4 1 0,0 2 2 16,-6 4 0-16,-2 7 5 0,-2 6 0 16,-4 5 1-16,-2 8 0 0,0 5-1 15,-7 5 1-15,0 6 0 0,-3 1 0 16,-3 3-3-16,0 0 1 0,0 1-1 0,1 1-3 15,2-3 2-15,1 3-4 0,2-2-1 16,0 4 0-16,1-2 2 0,-1 3-2 16,0-3 0-16,2-2 3 0,2-4 1 15,3-1-1-15,0-8-1 0,2-2-3 16,5-5 0-16,4-4 0 0,1-3-1 0,1-4-1 16,2-5 1-16,-1-1 1 0,2-7 1 15,0 0 0-15,-5-9 1 16,1 0 1-16,-4-4 2 0,3-4 2 15,-1 2 2-15,0-2 0 0,3-2 3 0,-6-3-3 16,5-5 0-16,-5 5-1 0,-3-4-2 16,1 1 0-16,-4 4 1 0,2 1-1 15,-3 3-3-15,0-2-4 0,0 2-5 16,0 0 2-16,0 0 1 0,0 0 4 16,0 9 1-16,0 8 2 0,-3 5-3 0,0 2 0 15,2 5 0-15,1 3 0 0,-2 1 0 16,1 4 0-16,-1-1 1 15,1 2-1-15,1 0 0 0,-1-2 4 16,1 0-1-16,0 2 1 0,0-2-3 0,0-3-1 16,0 0-1-16,0-1 0 0,-3 1 2 15,0-1 0-15,-3 2-1 0,0-2 0 16,1-2-1-16,-4-1 1 0,-3-4 2 16,-1-1 4-16,-2-5 1 0,-3-3 2 15,-2-4 4-15,-2-3-1 0,0-3 2 0,-2-1-2 16,1-4 0-16,0-1-4 0,4 0 0 15,-1-6-4-15,3-3-3 0,6 3-2 16,1-4-7-16,0-3-22 16,3 3-45-16,-1-9-128 0</inkml:trace>
  <inkml:trace contextRef="#ctx0" brushRef="#br0" timeOffset="133385.18">15244 18323 44 0,'0'0'20'0,"0"0"-2"0,0 0-1 0,0 0-12 15,0 0 2-15,0 0 0 0,0 0 0 16,0 0 7-16,0 0-2 15,88-31-1-15,-44 27-3 0,6-4 2 16,6-4 2-16,5-2 3 0,4-1 5 0,2 2-6 16,0-1 2-16,0 1-4 0,-5 4-6 15,0-4 4-15,-5 1-4 0,-7 3-2 16,-2 2 4-16,-6 2-2 0,-3 5-2 16,-4-3-3-16,-4 3 1 0,-3 0 2 15,-6 0-2-15,-5 0-2 0,-1 3-1 0,-6-3-3 16,-6 0 1-16,2 0 1 0,-6 0-5 15,0 0-5-15,0 0-3 0,2 0-8 16,-1 0-7-16,1 0-2 16,-1 0-3-16,-1 5-1 0,-1 2-1 0,-10 5-3 15,-6-2-2-15</inkml:trace>
  <inkml:trace contextRef="#ctx0" brushRef="#br0" timeOffset="133719.68">15391 18594 24 0,'0'0'18'0,"0"0"4"16,0 0-1-16,0 0-3 15,103-25-7-15,-61 14-1 0,0 1-2 16,5-5-1-16,0 4 1 0,0-5 7 15,0-3 2-15,2 6-2 0,0-5 6 0,-3-1-3 16,2 2-2-16,-5-2 3 0,-4-1-2 16,0 5-7-16,-7 3 2 0,-6 0-5 15,-8 5-4-15,-7 0 2 0,-7 6 1 16,-4 1 3-16,0 0 2 0,0 0-4 16,2 0-3-16,-1 0-3 0,1 0 2 0,-1-4-3 15,1 4 0-15,-2 0 0 0,1 0-5 16,-1 0-5-16,0 0-12 0,2 0-23 15,-2 0-17-15,0 0-28 16</inkml:trace>
  <inkml:trace contextRef="#ctx0" brushRef="#br0" timeOffset="153976.32">20172 18256 38 0,'0'0'19'16,"0"0"0"-16,0 0-1 0,0 0 0 15,0 0-1-15,0 0-1 0,0 0-4 0,0 0-3 16,0 0 2-16,10-8-1 0,-10 8-3 16,0 0 2-16,0-1 2 0,-1-1-1 15,-5 2 0-15,-7-3 2 0,-3 3-4 16,-1 0 5-16,-5 0-1 0,9 5-5 16,-4-2-2-16,-2 0-1 0,-3 0 0 0,-7 1 3 15,1 4-3-15,-3 4-4 0,-1-3 4 16,-1 2 2-16,-2-1-3 0,-1-2 4 15,-1-3-2-15,-2-5-2 0,0 4 5 16,-2-1-1-16,1 2-4 0,1 0-2 16,-1 0 5-16,2 4-2 0,0-1 2 15,-1-1-3-15,-3-2 1 0,0 0-4 16,-4 1-1-16,-3 0 3 0,-3 1-2 16,1 3 3-16,-1 2 0 0,0-5-3 15,1-1-3-15,3 1 1 0,0-3 4 0,1 4 0 16,1-7-1-16,4 2-5 0,0-3 4 15,3 0-1-15,1 0 0 0,1 0 1 16,-2-3 1-16,3 3 3 0,2 0-1 16,4 0 2-16,4 0-7 0,8 0 6 15,-2 0-4-15,2 0 0 0,-1 0 0 16,-7 0-5-16,7 0 5 0,3 0 1 16,3 0 1-16,7 0 1 0,2 0-4 15,4 0 1-15,-2 0-5 0,2 0 0 16,-1 0-2-16,0 0-12 0,-1 0 1 0,2 0-16 15,0 2-27-15,7 3-28 0,9 2-69 16</inkml:trace>
  <inkml:trace contextRef="#ctx0" brushRef="#br0" timeOffset="154596.12">18433 18758 7 0,'0'0'21'0,"0"0"0"16,0 0-10-16,85 22-5 0,-47-22 0 15,7-2-5-15,3-3-2 0,5 2 5 16,3-2 1-16,2 3 2 0,4-3 4 16,2 3 0-16,1-3 2 0,2 1 0 15,2 1-6-15,-1 3-5 0,0-4 2 16,0 3-2-16,-3-1-3 0,-2-3 2 16,-6 4 0-16,-2-3-2 0,-5 1 7 15,-5 3-3-15,-2-1-5 0,-3-2 4 16,-4-2-2-16,-1 0 7 0,-4 0-3 0,2 1-2 15,-6-4-2-15,-3 3-5 0,-7-2 5 16,-1 1 3-16,-1 0 2 0,-7 0 3 16,0-1-2-16,-4 6 2 0,-4 1-3 15,4-1 7-15,-1-4 5 0,0 2-3 16,0 3-2-16,-3 0-6 0,0-3-5 16,0 3-1-16,0-2 0 0,0 1-4 15,0-1 3-15,0 2 0 0,0 0-1 16,0 0-2-16,0-3-7 0,0 3-5 15,0 0-8-15,-2 0-22 0,-2 3-42 0</inkml:trace>
  <inkml:trace contextRef="#ctx0" brushRef="#br0" timeOffset="162859.36">21520 18452 66 0,'0'0'10'0,"0"0"5"16,0 0 2-16,0 0-2 0,100-19-8 15,-41 10-5-15,10-3-2 0,11-2 7 16,8 1 6-16,10 0 4 0,6-2 2 16,5 0-1-16,5-4 4 0,1-1 3 15,4-3 3-15,-1 1 1 0,-3 3-9 16,-4 2-10-16,-8 2-8 0,-8 2-3 16,-11 2 3-16,-9 3 4 0,-14 3-7 15,-12 3-3-15,-11 2-5 0,-16 0-6 0,-10 2-5 16,-6-2-8-16,-4 5-2 0,-1-2-1 15,-1 6-5-15,-4 6 0 0,-15-3-8 16,-11 7-7-16,-6-2 7 0</inkml:trace>
  <inkml:trace contextRef="#ctx0" brushRef="#br0" timeOffset="163122.18">21703 18820 70 0,'0'0'29'15,"0"0"-10"-15,-91 35 12 0,91-30-1 16,13 0 7-16,23-3 1 0,20-2-23 16,17-7-5-16,18-13-22 0,12-5 6 15,12-7-3-15,7-3 1 0,5-3 18 16,2 1 0-16,1-1 4 0,-3 0 5 16,-7-1 3-16,-4 4 3 0,-9 2 5 15,-6 3-6-15,-7 3-10 0,-10 2-4 16,-8 7-8-16,-12 6 1 0,-12 3-6 15,-19 9-1-15,-14 0-3 0,-10 0-2 0,-9 0-8 16,0 0-7-16,0 0-22 0,0 0-25 16,0 10-38-16</inkml:trace>
  <inkml:trace contextRef="#ctx0" brushRef="#br0" timeOffset="-164710.9">23583 6292 427 0,'0'0'0'0,"0"0"2"0,0 0-2 16,0 0 4-16,0 0 0 0,0 0 0 16,0 0 1-16,0 0 1 0,-78 68 4 15,78-19 6-15,0 5-2 0,3 3 3 16,5 1-6-16,2-8 0 0,2-6 0 15,4-8-1-15,2-11 1 0,6-9 3 16,8-12 3-16,11-5-1 0,6-19 1 16,16-17-5-16,9-15-2 0,13-13-7 15,14-17 3-15,13-10-1 0,10-10 0 16,7-5 3-16,3-3-3 0,2-2-1 0,-2 1 0 16,-2 2 0-16,-5 5-1 0,-4 1 3 15,-6 10-2-15,-3 3 2 0,-6 11-1 16,-8 8-4-16,-7 7 1 0,-12 10-3 15,-10 10 1-15,-15 10 2 0,-12 10-3 16,-12 8 1-16,-14 5-1 0,-8 7-1 16,-5 2-3-16,-5 2-7 0,0-1-6 15,0 1-12-15,0 14-15 0,0 5-23 16,-2 13-48-16,-8 3-59 0,-6 6-73 16</inkml:trace>
  <inkml:trace contextRef="#ctx0" brushRef="#br0" timeOffset="-152297.24">19434 11009 7 0,'0'0'10'0,"80"26"-3"15,-36-11 2-15,5 0-5 0,3 2 2 16,-1 0-4-16,4 1 1 0,1 0-3 15,0 0 2-15,3 0-1 0,1 0 1 16,2 0-1-16,3 0 0 0,2-1 0 16,2 1-1-16,3 0 1 0,1-2 1 15,0 0-1-15,3 0 0 0,0 0 0 16,1 1 1-16,2 0 0 0,2-1 0 16,3 0-1-16,1-1 0 0,2 2 1 0,0 0-2 15,2 1 0-15,2 1 0 0,2 1 0 16,2 2 0-16,1 2 1 0,1-2-1 15,0 0 0-15,4 0-1 0,0 0 1 16,3-1 0-16,3 0 0 0,-1 1 2 16,1 1-2-16,-2 0 0 0,4-1 0 0,0 3-1 15,2-1 1-15,-2 0 2 16,2 0-2-16,0 0 4 0,1 1-3 16,1 1 0-16,0 0 2 0,1 1-3 15,2-1 1-15,-1-1-2 0,2 2 2 0,1 0-1 16,2-1 0-16,-2 1 0 0,2-1 0 15,0 1 0-15,0 0 0 0,3-1 0 16,-1 1 1-16,0-2-1 0,0 2 0 16,-1-1 0-16,1 1-2 0,1-2 2 15,0 2 0-15,0-1 1 0,-1-1 1 0,4-2-1 16,-3 0 0-16,0-2 1 0,0 1-1 16,1 0 0-16,0 0 3 0,1-3-2 15,-1 3 0-15,-2-2 0 16,-1 0 0-16,0 0 0 0,1-1 2 0,1 0-3 15,-3-3 1-15,-3 3 0 0,-3-2-1 16,-4-2 0-16,0 1 0 0,-4-3 0 16,-4 1-1-16,-4-1 4 0,-4-1-2 15,-1 2 1-15,-2-2 0 0,-3 0-3 16,-3 0 1-16,-4-2-2 0,-7 3 1 0,-4 0 0 16,-5-1 0-16,-5 0-2 0,-5 0 1 15,-4 1-3-15,-6-1-4 0,-4-1-12 16,-6 1-27-16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4:00:42.86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2083 12019 187 0,'0'0'38'0,"6"125"-2"0,7-64-4 16,4-4-2-16,9-9-2 0,3-7-6 16,7-10-1-16,5-9-3 0,6-9-7 15,1-6 3-15,4-7-4 0,0-5-1 16,-1-10-3-16,-2-4 1 0,-3-7-3 15,-1-1 1-15,-3-7 1 0,0-2-1 0,-6-5 1 16,-4-8 5-16,-2-7 0 16,-1-6 0-16,-3-2 0 0,-7-3-2 0,1 4-1 15,-7 0-1-15,-3 8 0 0,-7 1-2 16,-3 7 1-16,-7 4 1 0,-9 0-1 16,-7 5-2-16,0-4-1 0,-9 3-2 15,-7-1 0-15,0-1-2 0,-10 4 0 16,-2 1 1-16,-7 6 2 0,-4 9 3 0,0 9 0 15,-2 10-2-15,-2 8 2 0,5 17-1 16,3 9-2-16,3 12 3 0,5 10-4 16,6 6-1-16,4 8 0 0,4 5 4 15,4 3 1-15,9 0-1 0,7 0 1 16,6 1-4-16,10 1-6 0,11-1 2 16,11 0-1-16,7-4-1 0,4-3 3 15,8-6-2-15,2-5 2 0,6-6-6 16,3-6 0-16,-1-6-9 0,4-6-8 15,-2-5-13-15,-2-7-22 0,0-3-28 0,-2-10-53 16,1-3-78-16</inkml:trace>
  <inkml:trace contextRef="#ctx0" brushRef="#br0" timeOffset="2071.72">18823 12516 118 0,'0'0'33'0,"0"0"11"15,0 0 8-15,0 0-1 0,83 0-6 16,-27 0-7-16,11 0-5 0,9-5-8 16,10-2-2-16,2-3-8 0,4 1 3 15,1-1 1-15,-1 0-4 0,0 0-1 16,-3-2-4-16,-4-1-2 0,-4 0-2 15,-4 0-1-15,-3-2-3 0,-6 0 0 0,-3 0-1 16,-5-1 1-16,-3 3-2 0,-11-1 2 16,-6 6-3-16,-14 0-1 0,-11 4-1 15,-9 4 0-15,-6 0-2 0,0-3-9 16,0 3-15-16,0 0-23 0,-6 3-22 16,-13 6-18-16,-6 7-7 0,-12 2-15 0</inkml:trace>
  <inkml:trace contextRef="#ctx0" brushRef="#br0" timeOffset="2902.9">3008 13241 44 0,'0'0'31'0,"0"0"-1"0,120 30-3 0,-68-21 2 15,6-2-2-15,7-2 1 0,9-5 1 16,10 0-1-16,8-3-2 0,8-7-5 16,4-5-3-16,3-5-6 0,0-4-3 15,0-3 2-15,-3 1-2 0,-4 1 2 16,-6 2 1-16,-7 2-4 0,-8 3-2 0,-8 3-3 15,-6 3-3-15,-10 2 1 0,-3 3-2 16,-10 4-3-16,-7 1-4 0,-6 2-5 16,-5 0-11-16,-2 8-20 0,-8 4-23 15,1 5-40-15</inkml:trace>
  <inkml:trace contextRef="#ctx0" brushRef="#br0" timeOffset="34532.59">25409 11510 1 0,'0'0'3'0,"0"0"-2"0,0 0-1 0,0 0 0 16,0 0 0-16,0 0 0 15,0 0-1-15,0 0-2 0,0 0 2 16,0 0 1-16,-36-74 0 0,28 74 0 15,-3 10 0-15,2 2 0 0,2 1 0 0,0-1 0 16,4-2 0-16,0 1 0 0,2-1 0 16,1 2 0-16,0 0 0 0,0-7 0 15</inkml:trace>
  <inkml:trace contextRef="#ctx0" brushRef="#br0" timeOffset="34932.26">25409 11510 0 0,'-36'40'3'0,"37"-44"-2"0,1-2 0 16,-2 1-2-16,0 0 2 0,0-2 1 0,0 3-2 16,0 4 0-16,0-1-2 0,0 1 1 15,-3 0 1-15,-5 1 0 0,0 9 1 16,1 4-1-16,2 1 2 0,2 2 0 16,3 0 0-16,0-3-2 0,0 2 1 15,0-5-1-15,0-2 0 0,5 0 1 0,-4-6 2 16,2 2-2-16,1-5 2 0,1 2 1 15,3-2-2-15,1 0 3 0,-2-2-2 16,3-7-2-16,-4 0 1 16,0-5 0-16,-2 5 1 0,-2-3 0 0,-1-8 0 15,-1 2 2-15,0 0-3 0,0 1 2 16,0 1-2-16,-3 3-1 0,-3-2 0 16,2 4 0-16,-2 2-2 0,1 2 2 15,2 2-2-15,-5-1 0 0,4 5-1 16,-3 1-1-16,-5 0 1 0,4 5 1 0,-3 9 0 15,2 2 1-15,4 3 0 0,1 0-2 16,2-3 2-16,1 3 0 0,1 0-1 16,0-1 1-16,0 1-1 0,0-3 1 15,1-5-2-15,4-2-1 0,-1 0 0 16,0-1-2-16,3-3-2 0,-4-1-9 0</inkml:trace>
  <inkml:trace contextRef="#ctx0" brushRef="#br0" timeOffset="91095.88">29538 11463 14 0,'0'0'17'16,"0"0"-5"-16,0 0-1 0,0 0-2 15,0 0-3-15,0 0 0 0,0 0-1 16,0 0 0-16,0 0-1 0,0 0 0 16,-20 2-3-16,17 2 2 0,0 5-3 15,2-4 0-15,-1-1 0 0,2 2-2 0,0-2 1 16,0 1-1-16,0 0 1 0,0 2 1 15,0-7 0-15,0 0 2 0,0 0 2 16,0 0 2-16,0 0 1 0,3 0 0 16,1 0 0-16,2 0 1 0,-2-3-1 15,-4 3 3-15,0-1-2 0,0 1 0 16,0-1-4-16,0-4 0 0,0 1-1 16,0-2-2-16,0 4 2 0,0 2-1 15,-1-2-1-15,1 2 0 0,-2 0-1 16,1 0 0-16,-2 0 0 0,2 0-2 0,-1 0 0 15,1 0-1-15,-1 0 1 0,1-1 3 16,0 1 3-16,-1-2-1 0,2 0 3 16,-1 2-1-16,1-2 0 0,0-1 2 15,0 3 2-15,0-2 3 0,0 1 1 16,-2-1-5-16,2 0-4 0,-1 2-4 0,-5 0 0 16,-4 0 0-16,-2 7 2 15,-1 6 1-15,2-4-2 0,2 0 0 16,5-2 0-16,1-4-1 0,0 2-1 15,3-5-1-15,-2 0-2 0,2 0 0 0,0 0 2 16,-1 3 1-16,1-2 1 0,0 0 1 16,0 1-1-16,0 0 1 0,0-1 0 15,0 1 2-15,0-2-2 0,0 0 0 16,0 1 0-16,1-1-1 0,1 0 0 16,-1 1-1-16,1-1 1 0,-1 0-1 0,1 0 0 15,3 0-6-15,0 0-10 0,4-1-30 16,3-5-80-16</inkml:trace>
  <inkml:trace contextRef="#ctx0" brushRef="#br0" timeOffset="92098.66">29385 12066 154 0,'0'0'48'0,"0"0"-5"0,0 0-4 16,0 0-4-16,0 0-4 0,0 0-6 16,0 0-6-16,0 0-7 0,0 0-2 15,53-41-4-15,-53 32-3 0,0 4-4 16,-7 1-2-16,-9 1-1 0,-1 3 0 0,-5 4-1 15,-1 7 3-15,0 2 0 0,0 3 2 16,1 2-1-16,2 1-3 0,5-3 1 16,4-3-1-16,5-5 1 0,4 3-2 15,2-1 2-15,5 7 1 0,9 1 1 16,4-1 3-16,5-1-1 0,1-1 0 0,2 1-1 16,-1-1 0-16,-3 0 0 0,-4 1 0 15,-3 1 1-15,-4-2 0 16,-3-3 1-16,-4 1 0 0,-3-4 0 15,-1 3 4-15,0 4-2 0,-7-4 2 0,0 0 2 16,-5-4 1-16,5-3 2 0,-3-3 2 16,-1 1 2-16,0-3-5 0,-4-2-1 15,4-10 1-15,0-4-3 0,5-7 0 16,5-3-2-16,1-6-2 0,11-2-3 16,2-5-6-16,7-3-3 0,3 4-13 0,1-1-11 15,3 1-18-15,1 3-15 0,-1 4-15 16,0 5-9-16,-2 2-1 15</inkml:trace>
  <inkml:trace contextRef="#ctx0" brushRef="#br0" timeOffset="92255.76">29643 11897 221 0,'0'0'53'0,"0"0"0"0,0 0-4 16,0 0-4-16,-2 114-11 0,-3-74-7 15,2 3-7-15,0 2-5 0,2 0-6 0,0 1-3 16,1 3-3-16,0-3-6 0,0 0-1 15,1-1-14-15,3-1-23 0,2 0-36 16,3-2-49-16,-2-3-74 0</inkml:trace>
  <inkml:trace contextRef="#ctx0" brushRef="#br0" timeOffset="92617.95">29847 12168 340 0,'0'0'50'0,"0"0"-11"16,0 0-12-16,0 0-5 0,0 0-5 0,32-81-2 16,-19 74-6-16,0 3-2 0,4 3-3 15,-1 1-2-15,5 5 3 16,-7 5-2-16,-1 4-2 0,-6 3 3 15,-1 1-3-15,-3-2 0 0,-3 2 2 0,0 0-5 16,0-5 4-16,0 5-2 0,0-7-2 16,0-2 4-16,0 1-2 0,0 2 1 15,6 0 0-15,-1 1-1 0,3-1 0 16,-2 0 0-16,0 2 1 0,-1 2 0 16,-1 0 1-16,-1 0 0 0,-3 3 1 0,0 1-2 15,-4 4 2-15,-4-2-3 0,-4-2 0 16,0-1-7-16,-2-4-8 15,4-5-16-15,4-2-38 0,2-5-53 0,-1-3-99 16</inkml:trace>
  <inkml:trace contextRef="#ctx0" brushRef="#br0" timeOffset="92775.2">30313 12375 383 0,'0'0'76'16,"0"0"-24"-16,0 0-17 0,0 0-9 15,4 90-10-15,-8-66-7 0,-3-2-8 16,2-6-3-16,1 0-9 16,1-6-17-16,2 2-34 0,-1-1-61 0,2-6-82 15</inkml:trace>
  <inkml:trace contextRef="#ctx0" brushRef="#br0" timeOffset="93023.59">30488 12255 248 0,'0'0'49'15,"0"0"-1"-15,0 0-4 0,0 0-8 16,0 0-8-16,0 0-5 0,0 0-7 16,0 0-3-16,0 0-2 0,73 41-2 15,-68-41 2-15,4 0-1 0,-6-3 3 16,-1 1 0-16,4 0-3 0,-6-4-3 15,0-4-2-15,-7-1-5 0,-3-4 0 0,-5 5-2 16,-4 3-1-16,-1 0-6 0,0 2-13 16,-3 5-24-16,0-3-59 0,7 3-96 15</inkml:trace>
  <inkml:trace contextRef="#ctx0" brushRef="#br0" timeOffset="93242.39">30749 11962 468 0,'0'0'57'0,"0"0"-14"0,0 0-10 16,68 77-10-16,-56-48-6 0,-5 5-6 16,-2 5-3-16,-5 3-1 0,0 0-3 15,-3 2-4-15,-5-3-1 0,-2 0-9 0,-1-3-5 16,-4-3-16-16,-1 1-22 15,-4-7-43-15,-2-2-48 0,-5-7-101 16</inkml:trace>
  <inkml:trace contextRef="#ctx0" brushRef="#br0" timeOffset="93490.37">29320 12139 406 0,'0'0'45'0,"-90"130"-4"0,52-56-5 16,6 2-10-16,6 4-9 0,11-3-5 0,7-4-5 16,8-5-7-16,14-10 1 15,13-8-2-15,12-11-1 0,10-10-3 16,12-9-6-16,8-10-15 0,5-10-17 15,4-7-31-15,2-13-34 0,-3-9-69 0</inkml:trace>
  <inkml:trace contextRef="#ctx0" brushRef="#br0" timeOffset="94307.24">24445 12047 488 0,'0'0'17'16,"0"0"-5"-16,0 0-1 0,0 0-7 16,0 0-3-16,0 0-8 0,0 0-14 15,103-92-26-15,-74 75-33 0,-1 1-29 16,-3-2-11-16,-2-1 16 0</inkml:trace>
  <inkml:trace contextRef="#ctx0" brushRef="#br0" timeOffset="94429.46">24699 11805 24 0,'0'0'73'16,"0"0"14"-16,0 0 8 0,0 0-10 0,0 0-18 15,0 0-26-15,0 0-13 0,0 0-13 16,0 0-2-16,0 0 0 0,6 9-10 16,1 23 3-16,0-2-6 0,3-1-6 15,0-1-2-15,2-4-18 0,2-2-25 16,0-2-43-16,1-2-39 0,-4-6-51 16</inkml:trace>
  <inkml:trace contextRef="#ctx0" brushRef="#br0" timeOffset="94555.41">24997 12029 326 0,'0'0'53'16,"0"0"-17"-16,0 0-11 0,0 0-9 15,11 80-12-15,-9-63-4 0,-1-2-19 16,4-1-40-16,-1-5-66 0,2 5-99 16</inkml:trace>
  <inkml:trace contextRef="#ctx0" brushRef="#br0" timeOffset="94970.87">25162 11791 411 0,'0'0'30'0,"0"0"1"0,0 0-3 15,0 0-5-15,0 0-7 0,0 0-4 0,0 0-2 16,51 81-4-16,-36-77-1 0,-5-1-2 15,5-3-2-15,2 0 1 16,-4 0 1-16,2-3 1 0,-6-1 0 16,-6 0-2-16,2-4 1 0,-5 3-6 0,0-7 2 15,-2-2-4-15,-8 2-3 0,-4-4-5 16,-2 4-8-16,-3 2-11 0,5 2-14 16,-2 4-13-16,0-1-13 0,4 4-3 15,-2-4 0-15,2 3 16 0,8 2 19 16,-3-6 17-16,4 4 16 0,3-5 9 0,0-5 10 15,4 2 8-15,9-2 9 0,6 0 11 16,1 7 10-16,3 1 3 0,3 4-1 16,2 0-9-16,-1 9-5 0,1 1-7 15,-2 4 2-15,-4 1-3 0,-1 4-3 16,-2 3-5-16,-6 2-7 0,-2 2-3 0,-3 3-5 16,-5 1-4-16,-3 1-7 0,0-1-14 15,-8-3-25-15,-4 0-54 16,-5-1-64-16,-7-3-79 0</inkml:trace>
  <inkml:trace contextRef="#ctx0" brushRef="#br0" timeOffset="95179.67">24313 11876 438 0,'0'0'54'15,"-54"115"-14"-15,38-50-10 16,9 4-9-16,7 2-7 0,9-3-7 0,13-4-2 16,10-6-1-16,8-6-4 0,8-11 0 15,8-11-5-15,6-9-12 0,5-12-19 16,3-9-61-16,3-12-103 0,-1-14-53 16</inkml:trace>
  <inkml:trace contextRef="#ctx0" brushRef="#br0" timeOffset="162418.82">25329 11501 69 0,'0'0'13'16,"0"0"-1"-16,0 0-1 0,0 0-3 15,0 0 2-15,0 0-3 0,0 0-1 16,0 0 1-16,0 0 0 0,0 0 4 0,47 76 3 16,-43-76 4-16,0 0 2 0,8 0 2 15,-8 0-3-15,5-2 0 16,-2-4-3-16,-1-1 1 0,1 0-2 0,-4-5 1 15,0 4 3-15,-3-4-1 0,0 3-1 16,0-3-2-16,0 2-5 0,-5 1-2 16,1-1-1-16,-4 2-4 0,0 3 0 15,-1 0-2-15,2 1 0 0,-4 3-1 16,-1 1-1-16,-1 3-1 0,-1 9-3 16,-1 6 4-16,5 3 1 0,3 4 0 0,1 1 0 15,1 1-1-15,3-3 1 0,2-6-2 16,0-1 0-16,0-7 1 0,4 0-2 15,0-2 3-15,-1-5 1 0,8 1 1 16,3-4 5-16,2-8-1 0,4-4-1 16,-5-5 3-16,-1-3 2 0,-2-2 1 0,-2-3 2 15,-2 0 0-15,-2 0-3 16,-1 0-1-16,-2 8-2 0,-3-1 0 16,0-2-1-16,-2 3 0 0,-5-4-2 15,-2 3 0-15,-1 1 0 0,1 7-3 0,1 1 1 16,-1 3-1-16,-1 5-1 0,-3 1-1 15,-2 4 2-15,-1 9-2 0,1 7 1 16,3 5-1-16,-1 5 2 0,4 0-2 16,3 2 0-16,4-3 0 0,2 0-2 15,0-5 2-15,5-3-1 0,4-4 1 0,1-5 0 16,0-5-1-16,5-4 1 0,1-3 1 16,4 0 1-16,-3-6 1 15,-1-6-1-15,-1-3 2 0,-3-5 0 16,0 1-1-16,-3-5 0 0,-2 0 0 0,-1 2 0 15,-3 5 1-15,-2-1 0 0,-1 1 1 16,-3 0 0-16,-5-3-1 0,-1 5 1 16,0 5-3-16,-2 0 1 0,4 6-1 15,-4 3-5-15,-4 1 4 0,3 3 0 16,-5 10 0-16,4 7 0 0,1 1 0 0,2 4-1 16,4-2 0-16,3 1 1 0,2 0-2 15,1-5 0-15,1-1 1 0,4-7-1 16,3 0 1-16,-1-4 0 15,2-4 0-15,0 2 1 0,2-5-1 0,2 0 1 16,-1-5 0-16,4-5 0 0,-4-3 1 16,-1-3 0-16,-2-2 1 0,-3-1-1 15,-1-2 1-15,-2 6-2 0,0-1 1 16,-3-1 0-16,0 0 1 0,0 0 3 16,-6 4-3-16,2 4-1 0,-2 1-1 0,0 0-1 15,2 6 1-15,-6 0-1 0,0 2 0 16,-2 11-1-16,-4 5 2 0,5 6 2 15,1-1-4-15,4-5 1 0,3 2-1 16,3-1 0-16,0-5 1 0,0 4 0 16,1-5-1-16,4-5 1 0,2 2 0 0,-4-8-1 15,7 3 3-15,0-3-1 16,4-6 1-16,3-4 0 0,-3-2 0 16,-4-4 0-16,-3 6 1 0,-1-4-1 15,-3 5 1-15,-2-3-1 0,1 0 1 0,-2 0 0 16,0 1 0-16,0 7-1 0,-5-4 0 15,1 5 0-15,1 0-2 0,-5 3 0 16,-3 0 0-16,-1 9-3 16,-5 3 3-16,5 3 0 0,4-2-1 0,3-1-1 15,0 3-6-15,5 6-22 0,-1 4-63 0,1 0-123 16</inkml:trace>
  <inkml:trace contextRef="#ctx0" brushRef="#br0" timeOffset="163943.17">29432 11462 176 0,'0'0'40'16,"0"0"-14"-16,0 0-11 0,0 0-7 15,0 0 1-15,0 0 4 0,0 0 1 16,0 0 0-16,-13 100 1 0,12-82-1 16,1 0 1-16,0-1 0 0,1-6-3 15,4 4-2-15,-1-6-1 0,0-6 1 16,4 1 4-16,-3-2-1 0,6-2 1 16,3 0-2-16,-2-6-2 0,3-6-2 0,-4-3 1 15,-4-2 0-15,0-3 0 0,-3 6 2 16,-2-3-3-16,-2-2 2 0,0 6-1 15,0-3-3-15,-3 3 1 0,-4 3-2 16,-2-2-1-16,3 6 0 0,-3 2-2 16,0 1-1-16,-3 3 0 0,-4 0-1 0,3 6 0 15,-6 6 0-15,3 9-1 16,2 1-1-16,4 6 2 0,1 0-1 16,3-3 1-16,2 0-1 0,4-3 0 15,0-6-2-15,0-3 2 0,10-3-2 0,-3-3 0 16,6-1 1-16,5-4 1 0,0-2 1 15,4-9 0-15,0-7 2 0,-1-5 2 16,-2-3-1-16,0-7 1 0,-2-1 0 16,-4 0 0-16,-1 1 2 0,-2 0-1 15,-4 1 1-15,-5 1 0 0,-1 0-1 0,0 3 0 16,-6 2-1-16,-2 5 0 0,1 4 1 16,-4 7 0-16,6 2-2 15,-7 6-1-15,-4 0-2 0,0 6 1 16,-1 11-1-16,0 3 0 0,5 4 1 0,1-2-2 15,5-4 0-15,3 1 0 0,1-1-2 16,2-6 2-16,0 3-1 0,6-3-1 16,2-4 1-16,4 1-1 0,3-7 1 15,1-2-1-15,5 0 0 0,-2-1 2 16,0-7-2-16,-3-5 3 0,0-1 1 0,-2-1 0 16,-1-3 2-16,-3 0-2 15,-4 4 2-15,-1-3-1 0,-5 1 0 0,0 3 0 16,0-4-2-16,-6 5 2 0,-1 4 1 15,-7-1-2-15,0 9 1 0,-1 0-1 16,-6 12-1-16,2 5 2 0,2 4-2 16,1 1 1-16,3 3-1 0,1-1 0 15,5-7-1-15,3-1 1 0,2-6-1 16,2 2 0-16,0-2-1 0,2-3 1 16,2 3-1-16,-1-7 0 0,8-1 1 0,0-2 0 15,3 0 2-15,6-8-1 0,-5-1 1 16,-4-5 2-16,-2 5-2 0,-2-3 1 15,-1-2 0-15,-2 6-1 0,-1-4 1 16,-3 2-1-16,0 4 0 0,0-5 0 16,-3 3 0-16,0 4-1 0,-5 4 0 15,-2 0 0-15,-5 14-1 0,-5 3 2 0,3 4-2 16,4 0 1-16,-2 2 0 16,7-2-1-16,0-4 0 0,4 0 0 15,2-6-1-15,1-7-1 0,1 6-1 0,0-7 0 16,0 1-2-16,6-2 2 0,4-2 2 15,4-7-1-15,2-5 1 0,0-3 0 16,-4-2 0-16,-3 4-1 0,-2 1 2 16,-3 4-1-16,-3 3-2 0,2 3 2 15,-3 2-2-15,0-1-1 0,0 1-2 0,0 0-3 16,0-2-12-16,0 2-17 16,-6 3-35-16,-3 8-45 0,-3 2-89 15</inkml:trace>
  <inkml:trace contextRef="#ctx0" brushRef="#br0" timeOffset="196550.11">27621 6817 57 0,'0'0'19'15,"0"0"-2"-15,0 0-5 0,0 0 1 16,0 0 2-16,0 0 1 0,0 0-2 16,0 0-4-16,1 90-8 0,-1-53-4 15,0 4-5-15,0 2-5 0,0 3-14 16,5 2-41-16</inkml:trace>
  <inkml:trace contextRef="#ctx0" brushRef="#br0" timeOffset="196727.15">27738 7815 120 0,'0'0'32'16,"0"0"0"-16,0 0-7 0,4 78-5 16,-1-58-9-16,2-1-6 0,-4 1-4 0,2 2-3 15,-2 3-3-15,-1 1-7 0,2 0-16 16,-2 2-10-16,0 1-23 0,0 3-13 15</inkml:trace>
  <inkml:trace contextRef="#ctx0" brushRef="#br0" timeOffset="196838.65">27771 8638 54 0,'0'0'3'0,"0"0"-6"0,0 0-6 0,0 0-11 16</inkml:trace>
  <inkml:trace contextRef="#ctx0" brushRef="#br0" timeOffset="197088.53">27813 9906 95 0,'0'0'19'0,"0"0"-16"15,0 0-12-15,0 0-20 0,-3 83-32 16</inkml:trace>
  <inkml:trace contextRef="#ctx0" brushRef="#br0" timeOffset="197227.44">27771 10609 128 0,'0'0'29'0,"0"0"-7"0,-3 100-14 0,3-74-12 15,0-10-6-15,3 0-7 0,2-3-7 16,2 0-7-16,3 8-9 0,-3-3 1 15</inkml:trace>
  <inkml:trace contextRef="#ctx0" brushRef="#br0" timeOffset="197348.11">27826 11036 0 0,'0'0'33'0,"0"103"1"0,0-45 2 0,-3 2-1 15,-1-3-4-15,1-3-2 16,2-4-5-16,-1-5-9 0,2-7-8 16,0-4-9-16,3-7-6 0,4-4-8 15,-1-8-10-15,1-1-6 0,1-4-6 0,0 2-2 16,2 3 5-16,-1 1 1 0</inkml:trace>
  <inkml:trace contextRef="#ctx0" brushRef="#br0" timeOffset="197557.1">27893 11875 16 0,'0'0'29'16,"0"104"2"-16,-3-49-1 0,-2-1-4 15,0 4-10-15,-1-1-2 0,3-3-2 0,0-1-6 16,2-6-2-16,1-4-5 0,0-4-6 16,1-3-3-16,5-7-5 0,0 0-3 15,2-3 1-15,-1 1 1 16,1 2 8-16,-1 3 3 0,2 6 4 0,-5 5 1 15,-1 5-1-15,-2 6 4 0,-1 0 2 16,0 2 3-16,-1 1 5 0,-5 1 1 16,-1-3 1-16,0-1 4 0,2 0-5 15,4-6-3-15,-1-2-9 0,2-7-12 16,2-3-7-16,4-2-13 0,4-8-16 0,-2 0-10 16</inkml:trace>
  <inkml:trace contextRef="#ctx0" brushRef="#br0" timeOffset="197675.25">27982 14105 91 0,'0'0'17'0,"-10"138"-3"16,7-72-7-16,2-3 0 0,-1-8-2 15,2-3-5-15,0-6-4 0,6-7-8 16,3-2-16-16,-2-5-26 0</inkml:trace>
  <inkml:trace contextRef="#ctx0" brushRef="#br0" timeOffset="198623.1">27832 11626 73 0,'0'0'32'0,"0"0"-4"16,0 0-4-16,0 0-5 0,0 0-8 16,0 0-6-16,0 0-8 0,0 0 2 15,0 0 6-15,-52 74 4 0,56-84 2 0,8-8-3 16,2-7-2-16,3-5-2 0,0-4 4 15,0 1 5-15,-3 2 3 0,2 5 7 16,-3 5 1-16,-3 7 2 0,-4 7 0 16,-3 4 3-16,-3 3-2 0,0-2-4 15,0 2-7-15,0 0-5 0,0 14-5 0,-9 4-2 16,-4 8 0-16,0-1-3 0,-1-1 1 16,2 0-1-16,2-3-1 15,0-5 1-15,6-8-3 0,2-3-6 0,2-5-1 16,0 0 3-16,0 0 1 0,9-8 5 15,7-8 0-15,7-10-3 0,0-1 0 16,2-2-1-16,-1 1 2 0,-4 6 1 16,-5 5 3-16,-8 6 0 0,-1 8 4 15,-6 3-2-15,0-1 2 0,0 1 0 16,0 0-3-16,-9 6 3 0,-4 7 0 0,-5 7 1 16,-2 2-1-16,2-1-3 0,-1 1 1 15,3-3-3-15,0 1 1 0,6-7-2 16,4-5-2-16,5-4-3 0,1-4-10 15,-2 0-16-15,2 0-29 0,0 2-43 16,0-1-120-16</inkml:trace>
  <inkml:trace contextRef="#ctx0" brushRef="#br0" timeOffset="200224.16">28300 10307 241 0,'0'0'38'0,"0"0"-12"0,0 0-5 16,0 0-10-16,0 0-5 0,0 0-3 15,0 0 2-15,-34 82 2 0,40-70 2 16,6-3 4-16,4-1 3 15,5-1 0-15,-1-5 1 0,-4-1 0 0,1-1 0 16,1 2 1-16,-7-2 1 0,4 5-2 16,-7-1 2-16,-2 4 0 0,1 4-1 15,-5 3 1-15,-2 5-7 0,0 0 1 16,-5 2-7-16,-2-3-2 0,-4-1-2 16,-1 1 0-16,-1-4-4 0,0 1 0 0,-3-3-7 15,1-1-14-15,5-2-16 0,-4-2-37 16,5-3-36-16,3-4-47 0</inkml:trace>
  <inkml:trace contextRef="#ctx0" brushRef="#br0" timeOffset="200367.67">28284 10310 394 0,'0'0'57'0,"0"0"-13"15,0 0-16-15,45-88-15 0,-29 68-8 0,-1 0-6 16,3 0-8-16,0 1-12 0,2 0-30 15,2 4-36-15,-5 2-50 0,3 3-68 16</inkml:trace>
  <inkml:trace contextRef="#ctx0" brushRef="#br0" timeOffset="200554.57">28569 10052 378 0,'0'0'58'0,"0"0"-8"0,0 0-10 16,0 0-4-16,0 0-7 0,0 0-5 0,78 69-2 15,-68-44-7-15,-1 3-1 0,0 4-5 16,-4 1-3-16,0 4-3 0,-2-1-2 16,-3 4-4-16,0-1-3 0,0 0-5 15,0 5-14-15,0-5-14 0,0 1-25 16,0-13-44-16,0-1-39 0,0-9-66 0</inkml:trace>
  <inkml:trace contextRef="#ctx0" brushRef="#br0" timeOffset="200847.41">28799 10076 421 0,'0'0'55'0,"0"0"-25"16,0 0-17-16,0 0-4 0,0 0 2 16,0 0-3-16,0 0-1 0,4 97-4 0,4-64-1 15,2 0-2-15,3 0 2 0,0-5-2 16,4-2 2-16,-1-6-1 0,3-4 0 15,-1-2 4-15,0-6-1 0,-4-3 2 16,2-5 1-16,5 0-2 0,-4-3 1 16,5-7-1-16,-5-2 1 0,-7 3 0 0,-3-3 0 15,-4 3 2-15,-3 0 0 0,0-4-3 16,-10 4 0-16,-5 0-2 16,-5 7-2-16,-4 2 0 0,-4 0-2 15,1 8-3-15,1 3-10 0,3 1-19 0,5 2-37 16,4 1-76-16,5-3-116 0</inkml:trace>
  <inkml:trace contextRef="#ctx0" brushRef="#br0" timeOffset="201219.11">29298 10260 589 0,'0'0'29'0,"0"0"2"0,0 0-7 16,0 0-10-16,0 0-8 0,0 0-3 16,14 87-4-16,-14-70-1 0,2 0-9 0,-2-5-11 15,0-6-23-15,1 8-50 0,1-9-95 16,-2 2-81-16</inkml:trace>
  <inkml:trace contextRef="#ctx0" brushRef="#br0" timeOffset="201540.06">29445 9876 456 0,'0'0'42'0,"0"0"-9"0,0 0-9 16,0 0-12-16,0 0-7 0,6 92-1 16,7-78 0-16,-4-5-1 0,3-1 2 15,2-3-2-15,-5 0 1 0,6 0-1 0,-4-5 0 16,-3 0 2-16,4 0-2 0,-4 0 2 16,1-3 0-16,-1-4 1 0,0 0 1 15,-4-3-1-15,1 2-1 16,-5-4-1-16,0-4-1 0,-2 2-1 0,-7-4 0 15,-2 2 0-15,-2 1-1 0,-1 1-1 16,-2 1-2-16,4 3-5 0,-2 3-3 16,3 3-12-16,-3 4-15 0,-7 0-35 15,3 0-61-15,-2 4-122 0</inkml:trace>
  <inkml:trace contextRef="#ctx0" brushRef="#br0" timeOffset="201762.9">29628 9605 465 0,'0'0'57'0,"0"0"-16"16,85-8-10-16,-59 16-12 0,-3 6-8 16,-3 3-4-16,-3 8-3 0,-5 3-2 0,-3 4 0 15,-6 3 1-15,-3 4-2 0,0 1-1 16,-7 1-6-16,-5 1-9 0,-5-3-7 15,-1 1-6-15,-5-2-4 0,-3-1-13 16,-1 0-16-16,-5-2-25 0,-1-1-25 16,-4-2-42-16</inkml:trace>
  <inkml:trace contextRef="#ctx0" brushRef="#br0" timeOffset="202050.33">28075 10091 473 0,'0'0'55'0,"-80"116"-11"0,51-45-19 0,9 3-5 15,9 2-6-15,9-2-6 0,4-1 1 16,15-5-5-16,9-7-3 0,7-9-1 16,9-6-2-16,9-11-1 0,5-7-7 15,6-7-13-15,2-11-29 0,1-7-52 16,-3-3-102-16,-4-2-47 0</inkml:trace>
  <inkml:trace contextRef="#ctx0" brushRef="#br0" timeOffset="202851.18">27786 8675 3 0,'0'0'2'16,"0"0"-3"-16,0 0-3 0</inkml:trace>
  <inkml:trace contextRef="#ctx0" brushRef="#br0" timeOffset="202996.68">27988 9293 239 0,'0'0'40'0,"0"0"-14"0,0 0-15 0,0 0-18 15,-35 86-29-15,32-68-49 0,0 0-103 16</inkml:trace>
  <inkml:trace contextRef="#ctx0" brushRef="#br0" timeOffset="205583.04">27553 7074 74 0,'0'0'23'16,"9"98"-3"-16,-4-49-5 0,1 0-2 16,3-3-4-16,-1-1-3 0,1 2-1 0,-1 1-1 15,1-1 2-15,-1 3 0 16,-2 0 0-16,-1 0 0 0,2 3 2 16,-2-3 0-16,-1 1 2 0,1 2 0 15,-1-2-2-15,0 0 0 0,2 0-4 0,-3-3 0 16,1 1 0-16,-1-2-1 0,0 0-1 15,0 0 2-15,0 0 1 0,0 2-2 16,0-1 4-16,1 1-4 0,0-2 2 16,0 2 1-16,-1-3-3 0,2-1 1 15,-4 0-1-15,2 1-2 0,-1 0 1 0,1 0 0 16,-2 1 2-16,1 2 1 0,-2 0-1 16,0-2 3-16,0 1-1 0,0 0 0 15,-2 2 1-15,-1-2-3 0,2 3 2 16,-2 0-1-16,1-2-3 0,2-1 2 15,0-2-3-15,0 2-1 0,0-3 0 16,0 1 1-16,0-2-1 0,0 1 2 16,0 0-1-16,0-2 0 0,0 2 4 15,2 0-2-15,1 1 2 0,-2-1-3 16,2 0-1-16,-1 3 3 0,0 1-4 0,2 0 3 16,-2 1-2-16,1 2 2 0,0 0-2 15,-2 3 0-15,1-3 2 0,-1 5 0 16,1-3 1-16,-1 2-2 15,-1 0 0-15,2-1 1 0,-2 0-2 0,0 1 1 16,1 3 0-16,-1-2 0 0,0 4 0 16,1 0 0-16,-1 1 3 0,0 2-4 15,0-1 3-15,0-1-1 0,0 1-1 16,2-2 1-16,-1-3-1 0,1 5 3 16,-1-1-3-16,-1 3 1 0,3 3 3 0,-2 0-3 15,1 0 2-15,-1 2-2 0,1-3 0 16,-1-1 1-16,2 2-3 0,0-1 1 15,0-1-1-15,0 2-1 16,0-2 2-16,1 3 0 0,2-1 0 0,0 0-1 16,-1-1 1-16,0 0-1 0,1-1-1 0,-2 2 1 15,1-1 0-15,-2 4 1 0,0-2 4 16,0 4-3-16,0-2 2 16,-1 2-1-16,-1-1-2 0,1 1 1 15,-2-4-3-15,1 0 0 0,-1 2 0 0,2-2 2 16,-1 1 3-16,-1 4-3 0,2-2 2 15,-2 3-1-15,1-1-2 0,-1 2 1 16,1 0-2-16,-1 1 0 0,0-1 3 16,3 2-2-16,-3-3 3 0,0 0-2 15,0-4-1-15,0-1 2 0,0-3-2 0,0 4 1 16,0-1 2-16,1-1-1 0,-1 0 0 16,2-1-3-16,-2-1 1 0,1-3-1 15,1-3 0-15,-1 0 1 16,1-3-2-16,-2 0 2 0,1-2-1 0,-1-3 1 15,0-1 2-15,0-4-2 0,0 2 0 16,0-4 0-16,0 0-1 0,0-2-2 16,0-5 6-16,0-1-6 0,0-4 2 15,0-4 2-15,0-3-4 0,2-7 2 16,-1-2-2-16,-1-6 1 0,0-5-1 0,2-2-3 16,-2 0-6-16,1-1-15 0,1 1-41 15,-1 0-52-15,-1-8-127 16</inkml:trace>
  <inkml:trace contextRef="#ctx0" brushRef="#br0" timeOffset="208349.08">27631 7706 35 0,'0'0'12'15,"105"-68"3"-15,-34 22 9 0,13-4 7 16,12-7 4-16,12-4 7 0,12-5-3 0,10 0-3 16,5-5-3-16,5 2-5 0,0-6-6 15,6-3 0-15,3 0-4 0,1 1-3 16,2 3-3-16,-1 3-2 0,-6 5-6 15,-7 7-3-15,-11 5-1 0,-17 8-3 16,-14 6 1-16,-17 7-2 0,-17 7-2 16,-18 4 0-16,-15 10-8 0,-15 5-11 15,-13-1-6-15,-5 1-3 0,-15-1 6 16,-10-1 14-16,-5 3 11 0,-6 2 4 16,0-1 2-16,3 2 2 0,0-2 1 0,3 3 1 15,5-2 0-15,7 1 1 0,9 2 1 16,8 1 1-16,5 0-6 0,-1-2 0 15,1 2-2-15,0-1 1 16,12-2 5-16,11-2-3 0,10 0 2 0,5 1-2 16,4 1-3-16,4 3 3 0,0 0-2 15,-1 0 0-15,-6 7 0 0,-6 6-3 16,-7 3-1-16,-7 2-1 0,-10 6-1 16,-8 2 2-16,-4 3 1 0,-17 3 0 15,-6 5-3-15,-13 5-4 0,-3 5-10 0,-5 6-24 16,-3 9-27-16,-3 6-46 0</inkml:trace>
  <inkml:trace contextRef="#ctx0" brushRef="#br0" timeOffset="208822.46">27968 8685 239 0,'0'0'13'0,"0"0"8"0,117-75 6 16,-52 35 1-16,14-7 1 0,14-6 0 15,8-6-5-15,12-5-3 0,7-3-2 16,4-2-4-16,8-1-4 15,5 3-1-15,3 0-3 0,1 0-7 0,0 4-4 16,-7 3-3-16,-10 8-4 0,-16 7-1 0,-18 8-8 16,-22 8-8-16,-21 7-5 15,-19 10-8-15,-15 3 4 0,-13 5 8 16,-12 3 7-16,-14 1 11 0,-10 0 7 16,-9 1 4-16,-1 6 3 0,-2-1 5 0,1-2 5 15,5 0 3-15,13 0 9 0,10-4-4 16,12 1-6-16,7-1-4 0,0 0-6 15,14 0 4-15,11-2 3 0,11-4 0 16,9 5 2-16,5 1-4 0,2 0 2 16,-1 9-3-16,-2 3-4 0,-5 5 0 15,-7 3-3-15,-8 1-3 0,-7 5 0 16,-6 3 0-16,-11 3 1 0,-5 2-9 16,-5 7-13-16,-15 2-19 0,-8 1-37 15,-7 4-36-15</inkml:trace>
  <inkml:trace contextRef="#ctx0" brushRef="#br0" timeOffset="210843.03">27248 7377 74 0,'0'0'27'16,"0"0"-4"-16,0 0-3 0,-83 26-2 15,44-21-4-15,-11 0-1 0,-10-3-2 16,-8 0-4-16,-11-2 0 0,-11 0 1 15,-11 0 4-15,-12-5 5 0,-11-4 3 16,-9-2 2-16,-9-3 0 0,-6-1 1 16,-6 2-1-16,-3-3-2 0,-3 3-8 15,0-1-5-15,1 3-3 0,1 2-5 16,5 0-1-16,6 3 0 0,7-1 0 0,12 0-5 16,13-1-6-16,15 1-8 0,18-2-18 15,17-1-5-15,19 0-8 0,19 3 2 16,14-7 12-16,13-4 7 0,12-5 10 15,12-7 5-15,9-4 2 0,9 0 2 16,7-2 3-16,4 2 4 0,2-2 3 16,0 0 3-16,-4 4 1 0,-3 4 2 15,-4 5-3-15,-8 6 0 0,-12 7-1 16,-11 5 2-16,-5 4 0 0,-8 1 1 16,-6 6 2-16,-12 10-3 0,-12 7 1 0,-12 6-1 15,-7 1 2-15,-9 4 1 0,-3-3 4 16,-2 1 7-16,1-1 3 0,2-2 6 15,5-2 4-15,4-1 2 0,4-2 0 16,5 2-3-16,6-2-2 0,7 2-4 16,9 0-4-16,7-2-4 0,10 2-6 15,3-4-1-15,13 3-3 0,13-4 2 16,10 0-2-16,12-3-2 0,10 2-1 16,5-1-1-16,7 2-3 0,2 4-4 15,-3-1-9-15,-1 4-16 0,-2-1-20 0,-3 3-17 16,-1-2-26-16</inkml:trace>
  <inkml:trace contextRef="#ctx0" brushRef="#br0" timeOffset="211543.44">26706 8303 61 0,'-89'-3'13'0,"-11"-2"1"15,-9 2 4-15,-8 0 6 0,-6 0 1 16,-4 2-5-16,-4 1-7 0,-4 0-8 16,-2 0-6-16,-1 0-2 0,-2 4 1 0,1 1 2 15,2-1 0-15,8-1-1 16,7 0 1-16,11-1 0 0,13-1 0 16,10-1 0-16,14 0-2 0,13-4 1 15,14-4-2-15,16 2-7 0,16-5 1 0,13-4-2 16,4-5 3-16,16-7 5 0,10 0 0 15,6-1 0-15,6 3-1 0,4 0 0 16,1 3 1-16,0 2-1 0,-1 2 2 16,-5 4-4-16,-5 5-3 0,-11 3-4 15,-7 6-1-15,-6 0 2 0,-10 7 6 0,0 13 4 16,-17 6 2-16,-9 9-3 0,-9 1 2 16,-6 5 2-16,-8 0 3 15,-4 2 2-15,-4-1 5 0,1-1 4 16,-1 0 6-16,4 0 6 0,7-3 6 0,8-1-2 15,12-3-9-15,12-2-6 0,12-3-11 16,8-5-2-16,17-5 1 0,13-3-1 16,9-2-2-16,12-5-3 0,5-2-7 15,5 0-8-15,3-4-16 0,1-1-16 16,1-2-26-16</inkml:trace>
  <inkml:trace contextRef="#ctx0" brushRef="#br0" timeOffset="-214214.17">2005 16000 64 0,'12'109'25'0,"8"-2"-3"16,7-11-3-16,8-11-5 0,11-17-4 15,12-13 1-15,4-16-1 0,6-15 2 16,6-10 1-16,2-12-1 0,0-2 0 0,0-16-2 16,-3-5 2-16,-4-6 6 15,-1-7 4-15,-9-2 4 0,-4-5 2 0,-6-1 5 16,-8-3-7-16,-7-2-2 15,-9 0-2-15,-5-2-7 0,-8-4 1 0,-5 0 0 16,-7 0-3-16,-3-1 0 0,-16-2-3 16,-7 2-2-16,-10-1-2 0,-10-3-5 15,-6 1 3-15,-6 0-4 0,-4 1 0 16,-2 4 1-16,-5 2 2 0,1 5 0 16,-3 8-2-16,-1 4 0 0,1 13-2 0,-3 7 1 15,5 11-1-15,1 6-1 0,9 19-2 16,5 12-1-16,8 12 1 0,4 13-2 15,7 12 4-15,2 11 1 0,7 8-1 16,4 8-4-16,5 5-7 0,7 3-12 16,10 6-8-16,4 1-29 0,19 8-14 15,13 5-30-15,12 1-46 0</inkml:trace>
  <inkml:trace contextRef="#ctx0" brushRef="#br0" timeOffset="-139674.79">27239 10565 100 0,'0'0'36'16,"0"0"-9"-16,0 0-8 0,0 0-5 15,0 0-3-15,0 0 6 0,0 0 0 16,-59-78 4-16,41 70-1 0,-5 5-2 16,-1 3-3-16,-6 0 0 0,-2 3-4 0,-5 7 0 15,0 2 2-15,-3 3 0 0,2 3 1 16,0 1 0-16,3 5-3 16,1-2-1-16,0 5-4 0,0 2 0 15,1 1-3-15,-1 3 1 0,3 3-3 0,-3 3 0 16,4 4-1-16,0 1 2 0,2 2 0 15,2 3 1-15,4-1 0 0,2 2 1 16,0 2 2-16,4 1-1 0,0 3 3 16,3 2-2-16,2 1-2 0,3 3 0 15,3 3-1-15,-1 5 0 0,3 0-2 0,1 1 1 16,1-2 1-16,1-6 0 16,0-4 1-16,7-4-3 0,3-11 0 0,8-6 1 15,2-8 0-15,8-4 3 16,3-6-2-16,5-3 1 0,5-2-1 0,1-3-1 15,1 0 0-15,1-3-1 0,-1-1 0 16,-4-2 0-16,0-3 0 0,-1-2 1 16,0-1 0-16,-1 0 1 0,0-7-1 15,1-4 0-15,1-4 0 0,-3-3-1 16,0-5 3-16,-1 1-3 0,-2-4 4 0,1-1 0 16,-4 2 0-16,-1-1-1 0,-2 0 1 15,-1 2-2-15,-1-1 2 0,-2-4-4 16,-4 4 0-16,-1-2 1 0,0-2-3 15,-1 2 5-15,0-2-1 0,-1-3 0 16,2 0 1-16,-2-2-2 0,1 0 0 16,-2-1 0-16,-1 0 1 0,-2-1-1 15,-4 4 1-15,1-3-3 0,-5-2 3 16,-1-1 0-16,-3-2 1 0,0-2 0 16,0-3-4-16,-3-3 3 0,-3-3-4 0,-4 0 2 15,2-2 2-15,-4 0-2 0,-1-2 3 16,-2 3-3-16,-2 4 2 0,-3 5 0 15,-2 4 0-15,-4 4 0 0,-3 3-2 16,-2 4 0-16,-7 6 0 0,-4 3-2 16,-3 9 1-16,-4 3-2 0,-3 5-1 0,0 2 3 15,-3 12-4-15,3 5-1 0,3 5-6 16,3 5-9-16,5 5-15 16,6 10-31-16,5 4-73 0,5 11-117 15</inkml:trace>
  <inkml:trace contextRef="#ctx0" brushRef="#br0" timeOffset="-136577.5">14460 16109 378 0,'0'0'37'0,"0"0"6"0,0 0 0 16,0 0-14-16,31 79-8 0,-17-33-8 15,-1 3-2-15,0 4 1 0,-3 1 2 0,-1 1-1 16,1-4 1-16,-3-2-3 0,-1-8-1 15,0-4-2-15,0-6 0 0,-1-5-3 16,-1-7-3-16,-1-6 0 0,0-4-2 16,-1-4-1-16,-1 2-5 0,-1-7-10 15,0 0-17-15,0 0-26 0,5 0-62 0,-1-14-84 16</inkml:trace>
  <inkml:trace contextRef="#ctx0" brushRef="#br0" timeOffset="-136318.68">14901 15756 502 0,'0'0'33'0,"0"0"0"16,-32 80-1-16,26-34-9 0,1 12-2 0,3 10-4 16,1 14-2-16,1 10-1 0,0 13-1 15,0 10-3-15,0 8 0 0,0 6-4 16,0-1-2-16,0-2 2 15,0-8-4-15,3-4-2 0,1-8 3 0,0-5-3 16,4-11-1-16,-1-12 6 0,3-13-5 16,0-9 0-16,0-15-6 0,0-9-10 15,2-9-14-15,-5-8-13 0,-1-8-27 16,4-7-51-16,-1-23-96 0,5-19-28 16</inkml:trace>
  <inkml:trace contextRef="#ctx0" brushRef="#br0" timeOffset="-135878.4">15326 16665 561 0,'0'0'27'0,"0"0"-3"15,0 0-1-15,20-79-5 0,4 40-5 16,6-2 0-16,3 1-5 0,6 7 4 15,-1 7-2-15,-2 9 0 0,0 13-3 16,-4 5-1-16,-3 19 1 0,-6 10-4 16,-3 12 5-16,-5 9-5 0,-3 7 6 15,-1 5-2-15,-3 2 0 0,-2-2 1 16,3-1-3-16,-5-5-1 0,2-6-4 0,0-2 1 16,0-4-1-16,1-2 1 0,-2 1 2 15,1-2-9-15,2 1 7 0,1-9-11 16,0-5-9-16,0-5-8 15,2-7-23-15,0-2-22 0,-4-5-74 0,4-7-125 16</inkml:trace>
  <inkml:trace contextRef="#ctx0" brushRef="#br0" timeOffset="-91133.32">24140 2526 600 0,'0'0'9'0,"0"0"3"15,0 0-6-15,0 0 6 0,27-79-13 0,3 45 0 16,8 1-2-16,4-2-17 0,0-1-27 15,1-2-74-15,-4-3-149 0</inkml:trace>
  <inkml:trace contextRef="#ctx0" brushRef="#br0" timeOffset="-90940.53">24630 1584 553 0,'0'0'29'0,"0"0"-1"0,0 0-3 0,0 0-9 15,15 109-3-15,-1-66-6 0,0 1 8 16,0 0-4-16,1 1 0 0,-2-1-2 16,1-2-14-16,-1-3-4 0,3 1-11 15,-1 1-9-15,3 0-14 0,0 1-21 16,1 2-47-16,2-2-59 0,-2-1-84 0</inkml:trace>
  <inkml:trace contextRef="#ctx0" brushRef="#br0" timeOffset="-90755.51">25151 1999 581 0,'0'0'9'15,"0"0"-8"-15,65-108-7 0,-34 73-9 16,1 2-12-16,-1-1-9 0,0 5-34 15,-8 0-41-15,-4 5-50 0</inkml:trace>
  <inkml:trace contextRef="#ctx0" brushRef="#br0" timeOffset="-90590.73">25230 1486 433 0,'0'0'43'0,"0"0"-8"0,-14 85-7 0,14-43-9 16,3 4-8-16,5 0-6 0,0 2-2 15,4-4 7-15,-1-3 0 0,4-2-4 16,-2-1-1-16,4-2-17 0,1-5-11 16,3 0-20-16,1-6-49 0,0-3-65 15,2-5-95-15</inkml:trace>
  <inkml:trace contextRef="#ctx0" brushRef="#br0" timeOffset="-90178.46">25756 1281 510 0,'0'0'21'16,"0"0"2"-16,0 0-8 0,94 17-7 0,-71 0-5 16,2 5-4-16,-4 2 0 0,-3 3-1 15,-3 1-2-15,-4 1 2 0,-4 0-1 16,-6-1-1-16,-1 1-1 0,-8-1-2 15,-6-3-2-15,-3-5-1 0,-2-3 4 16,-2-5 0-16,4-4 4 0,0-7 0 16,-1-1 3-16,2-6 2 0,-4-9 1 15,5-5-2-15,4-4 2 0,5-5-2 16,3-3 2-16,3-3 0 0,3-4-3 16,5-3 1-16,7-6 0 0,-2-1-2 0,3-3-5 15,-3-2-2-15,1 3-1 0,-4 4 0 16,-2 4 9-16,-2 9 3 0,-5 10 2 15,-1 5-1-15,0 2 3 0,-4 7-1 16,-5-2 4-16,3 7-1 0,-5 5-4 16,-6 0 1-16,2 12-4 0,-3 8-5 0,1 6 2 15,5 4-1-15,1 2-5 16,7 1 9-16,2 2-14 0,2-2-19 0,8 3-52 16,7-2-67-16,8 4-104 15</inkml:trace>
  <inkml:trace contextRef="#ctx0" brushRef="#br0" timeOffset="-89972.64">25942 2060 590 0,'0'0'19'16,"0"0"0"-16,0 0 0 0,61-86-6 0,-23 46-17 15,4-3-2-15,4-3-1 0,2 1-2 16,-1 1-5-16,0 2-10 0,-4 1-30 16,-6 6-35-16,-3 7-66 0,-13 9-74 15</inkml:trace>
  <inkml:trace contextRef="#ctx0" brushRef="#br0" timeOffset="-89643.21">26265 1985 568 0,'0'0'32'15,"0"0"-4"-15,0 0-5 0,0 0-7 16,0 0-15-16,59-84 5 0,-37 72-11 16,-6 7 7-16,1 2-1 0,-1 3-1 0,-5 7 10 15,3 10-10-15,-5 5 9 0,-4 3-7 16,-2 7-1-16,-2 3 0 0,1-1 1 15,-1 0-2-15,2-2 0 0,3-3 1 16,5-4 2-16,2 0-1 0,6-4 0 16,0-3-1-16,1-3 2 0,0-1-1 0,-4-2-1 15,-3-5 1-15,-4 3 1 16,-5-3 1-16,-4 5 1 0,0 5-2 0,-6 4-2 16,-8 5-3-16,-5 0 1 15,-4-2-5-15,0-2-4 0,1-3-6 0,1-4-21 16,6-3-20-16,7-7-89 0,5-3-138 15</inkml:trace>
  <inkml:trace contextRef="#ctx0" brushRef="#br0" timeOffset="-87674.52">25256 3464 473 0,'0'0'28'0,"0"0"3"0,-81 38-2 15,70-31-11-15,11-7-3 0,9-3-3 16,20-16-2-16,20-12 5 0,19-15-5 15,22-12-1-15,17-11-4 0,15-14 0 16,12-12 0-16,7-6-2 0,8-4 3 16,4-1 2-16,1 0-6 0,-3 1-1 0,-4 0 2 15,-4 5-4-15,-9 6 5 0,-11 13-2 16,-14 14-8-16,-18 16-10 16,-19 15-18-16,-21 9-29 0,-21 12-66 15,-16 12-128-15</inkml:trace>
  <inkml:trace contextRef="#ctx0" brushRef="#br0" timeOffset="-87363.09">26418 3254 530 0,'0'0'11'0,"0"0"5"16,0 0 3-16,68-95-8 0,-35 75-2 15,2 11-7-15,1 6-2 0,-1 3 1 16,-3 12-1-16,-4 8 4 0,-5 6-3 16,-5 6 5-16,-4 4-4 0,-5-1 0 15,-3-3 2-15,-5-2 2 0,-1 0 4 16,0-10 1-16,0-2 2 0,0-6 2 0,-1-7-3 16,1 1-4-16,0-6-3 0,0 0 0 15,1 0-2-15,15-11 3 0,9-11 0 16,9-14-3-16,6-8-4 0,4-7-1 15,4-4-8-15,3-3-12 0,0-1-12 16,0-3-30-16,0 1-61 0,-2 2-98 0</inkml:trace>
  <inkml:trace contextRef="#ctx0" brushRef="#br0" timeOffset="-87140.97">28117 2099 682 0,'0'0'9'16,"0"0"5"-16,26 83-1 0,-26-40-4 15,0 3-8-15,-2 2-2 0,-4-3-11 0,-1-3-18 16,-3-1-30-16,0-4-103 0,-2-3-124 15</inkml:trace>
  <inkml:trace contextRef="#ctx0" brushRef="#br0" timeOffset="-86074.02">29104 710 460 0,'0'0'32'16,"0"0"1"-16,0 0-6 0,-26 96-9 16,26-61-2-16,0 0-8 0,3-2 1 0,6 0-2 15,2-3-3-15,2-4 1 16,3-4-1-16,0-7 1 0,-3-8 4 16,2-4 0-16,2-3 0 0,-1-1 3 15,5-11 0-15,0-5 0 0,-7-5 0 0,-1-2 2 16,-1 2-5-16,-6 3-3 0,-5 1 1 15,-1-3-6-15,0 2 2 0,-10-7 0 16,-3 3-4-16,-3 2-1 0,-3 2-3 16,0 4-9-16,-2 2-4 0,1 2-13 15,3 3-12-15,8 5-19 0,0-1-42 0,4 3-68 16,1-1-74-16</inkml:trace>
  <inkml:trace contextRef="#ctx0" brushRef="#br0" timeOffset="-85940.69">29668 749 492 0,'0'0'23'0,"84"-32"-16"0,-49 17-23 16,-8 3-23-16,-1-1-61 0,-6-1-56 0</inkml:trace>
  <inkml:trace contextRef="#ctx0" brushRef="#br0" timeOffset="-85793.49">29748 652 462 0,'0'0'40'15,"0"0"-11"-15,0 0-14 0,0 0-8 16,-5 94-9-16,12-74-3 0,4-1-10 16,1-2-16-16,3-2-35 0,-2-6-42 0,3-4-69 15</inkml:trace>
  <inkml:trace contextRef="#ctx0" brushRef="#br0" timeOffset="-85511.39">30087 590 480 0,'0'0'48'0,"0"0"-12"16,0 0-12-16,0 0-6 0,0 0-8 15,0 0-3-15,0 0 2 0,0 0 0 0,0 0-1 16,0 0 3-16,46 31-2 0,-18-34 0 15,1-9 1-15,1 0-1 0,-2-2 0 16,-1-3 0-16,-1 0-1 0,-6-1 2 16,-5 0 0-16,-5 3-1 0,-6-2 0 15,-4-2-2-15,0 0-1 0,-11-4-1 16,-5 4 0-16,-7 6-3 0,-6 4-1 0,-3 5-2 16,-3 4 0-16,-2 6-3 15,-1 14-6-15,-2 4-5 0,2 6-15 16,3 8-15-16,1 7-18 0,2 4-27 0,3 7-75 15,3 0-106-15</inkml:trace>
  <inkml:trace contextRef="#ctx0" brushRef="#br0" timeOffset="-85278.32">29391 1680 696 0,'0'0'19'0,"0"0"-2"16,0 0 0-16,47-88-3 15,1 38-1-15,14-8-3 0,12-6-1 16,5 0-3-16,8-2-11 0,0 2 1 16,-2 2-5-16,-6 5-5 0,-6 11 0 0,-9 7-15 15,-13 6-17-15,-8 8-30 0,-18 8-56 16,-9 8-142-16</inkml:trace>
  <inkml:trace contextRef="#ctx0" brushRef="#br0" timeOffset="-85010.96">29911 1601 572 0,'0'0'5'0,"0"0"5"16,0 0 0-16,0 0-1 0,0 0-5 16,0 0 0-16,0 0-4 0,0 0 1 15,-16 84 0-15,28-76 0 0,6-4 2 0,1-4-1 16,10-7 0-16,0-7-1 0,2-11-1 16,0-5 2-16,5-5 0 0,-1-6-3 15,0 0 0-15,-1-3-11 16,1 0-7-16,-3-1-10 0,-3-1-20 0,0-3-61 15,-5 2-39-15,-1 5-76 0</inkml:trace>
  <inkml:trace contextRef="#ctx0" brushRef="#br0" timeOffset="-84276.78">29726 1552 260 0,'0'0'57'0,"0"0"-14"0,0 0-9 0,0 0-8 16,0 0-3-16,0 0-4 0,33-90 1 16,-11 71 0-16,1 3 0 0,1-1-2 15,-2 5-3-15,3 4-5 0,-2 6-2 16,0 2-3-16,-4 4-2 0,-3 9-1 16,-5 2 0-16,-1 4-5 0,-4-1 2 0,-2-5-8 15,-2 3-15-15,-1 4-33 0,-1 0-59 16,2 9-136-16</inkml:trace>
  <inkml:trace contextRef="#ctx0" brushRef="#br0" timeOffset="-83879.37">30187 3 676 0,'0'0'32'16,"90"10"5"-16,-35 10-1 0,5 11-2 16,1 3-6-16,-2 3-6 0,-1 5-6 15,-4 5-43-15,-6 6-2 0,-8 2-7 16,-11 6 0-16,-9 2 30 0,-10 6 0 0,-10 0 0 16,-1 4-1-16,-15-3-3 0,-6 2-6 15,-3 2-1-15,-8 3-1 0,-1 0 2 16,-2 0-3-16,-2-2-15 0,2-8-18 15,5-5-57-15,4-7-51 0,8-9-92 0</inkml:trace>
  <inkml:trace contextRef="#ctx0" brushRef="#br0" timeOffset="-83152.97">23473 1499 437 0,'0'0'26'0,"-59"172"12"15,38-54-1-15,7 20-5 0,10 19-6 16,4 13-5-16,13 14-5 0,13 9-4 15,15 3 1-15,12-2-8 0,17-8-3 16,13-13 0-16,12-15-1 0,8-18-2 0,7-18 2 16,1-17-1-16,5-17-1 0,-2-13 3 15,-4-13-2-15,-5-12 2 0,-6-10-1 16,-10-8 0-16,-6-10-3 16,-9-7 1-16,-9-4-4 0,-9-5-6 0,-7-3-8 15,-10-3-14-15,-8 0-23 0,-11-1-58 16,-6-4-92-16</inkml:trace>
  <inkml:trace contextRef="#ctx0" brushRef="#br0" timeOffset="-79258.51">27619 4392 343 0,'0'0'17'0,"0"0"4"15,0 0-3-15,0 0-1 0,0 0-6 0,0 0-5 16,-26 88 2-16,49-66-4 16,8-6 2-16,1 0 0 0,1-2-3 15,-1-4 0-15,-6-1 0 0,-3 2 1 16,-10-5 3-16,-4 3 4 0,-2-2 1 0,-7 4-1 16,0 8-4-16,-10 0-2 0,-3 7-5 15,-8-5-5-15,1 0-6 0,-2-2-13 16,-1-4-18-16,2-5-28 0,6-2-22 15,-4-5-13-15,3-3 0 0</inkml:trace>
  <inkml:trace contextRef="#ctx0" brushRef="#br0" timeOffset="-79019.11">27573 4635 24 0,'0'0'60'15,"0"0"-3"-15,20-104 0 16,-5 65-1-16,1 0-1 0,4 2-6 16,0-3-11-16,2 1-14 0,1 1-11 0,0 1-6 15,-3 0-1-15,4 3-3 0,-4 1 1 16,0 0 2-16,0 4 1 0,-1 1 4 15,-3 3 2-15,0 3 1 0,-6 7 0 16,-3 4-2-16,-4 8 1 0,-3 3-1 16,6 0 3-16,4 7 1 0,3 15-2 0,4 13 1 15,-2 9-3-15,-2 10-3 0,-2 7-3 16,1 3 1-16,-1 2-4 0,0-2 0 16,0 2 2-16,-1 0-5 15,1 0 0-15,1 1-5 0,0-2-15 0,2-2-17 16,-1-2-33-16,5-3-60 0,-1-11-46 15</inkml:trace>
  <inkml:trace contextRef="#ctx0" brushRef="#br0" timeOffset="-78757.03">28401 4499 359 0,'0'0'39'0,"0"0"-8"16,11 115-12-16,-4-70-5 0,4-1-4 15,4-5-2-15,4-4 0 0,1-6-3 0,3-7 3 16,2-5 2-16,-1-7 2 16,2-7 5-16,-1-3 4 0,-1-3-2 15,-2-9-1-15,-2-2-4 0,-5-1-5 16,-5-1-1-16,-2 2 0 0,-6-1 0 0,-2-2-4 16,-2 1 0-16,-9-3-3 0,-2 7-4 15,-6 3-1-15,-1 6-4 0,-6 3-6 16,0 5-10-16,0 9-16 0,1 3-49 15,5 3-77-15,1 2-91 0</inkml:trace>
  <inkml:trace contextRef="#ctx0" brushRef="#br0" timeOffset="-78605.16">29042 4623 580 0,'0'0'34'0,"0"0"-11"0,0 0-10 15,29 85-5-15,-29-54-5 0,0 1-7 16,0-2-10-16,0 0-22 0,0 1-41 16,3-4-98-16,3-3-96 0</inkml:trace>
  <inkml:trace contextRef="#ctx0" brushRef="#br0" timeOffset="-78311.39">29405 3991 543 0,'0'0'24'0,"0"0"4"16,-19 94-3-16,19-59-5 0,3-4-8 16,10-2-4-16,1-4-7 0,7-5 3 15,1-4 0-15,4-5 2 0,2-7 2 16,3-4-1-16,-1 0-1 0,-1-11-1 15,-3-1-1-15,-6-3 2 0,-8 3 2 0,-5-2-1 16,-7-3 0-16,0 1-3 0,-7-6-3 16,-8-1-2-16,-6 2-4 0,-4 1-5 15,-5 1-8-15,-4-1-7 16,0 4-10-16,-3-1-15 0,-1 0-35 0,2 0-52 16,1 0-85-16</inkml:trace>
  <inkml:trace contextRef="#ctx0" brushRef="#br0" timeOffset="-78135.37">29432 3580 422 0,'0'0'73'0,"113"-22"-10"0,-51 22-14 15,2 8-12-15,-3 13-10 0,-5 10-7 16,-7 10-8-16,-8 6-2 0,-9 6 0 16,-11 1-7-16,-8 2 2 0,-7 1-5 15,-6 4-7-15,-7 0-3 0,-8 1-11 16,-6 3-14-16,-5-4-19 0,-5-1-21 15,-5-2-54-15,-5-6-56 0</inkml:trace>
  <inkml:trace contextRef="#ctx0" brushRef="#br0" timeOffset="-77919.02">27255 4256 533 0,'-58'109'31'16,"16"8"-1"-16,19 6-2 0,17 2-7 15,14-5-13-15,25-2-2 0,16-7-5 0,17-9-6 16,16-12-4-16,14-9-8 0,11-14-11 16,9-13-15-16,2-13-35 0,1-9-56 15,-6-15-118-15</inkml:trace>
  <inkml:trace contextRef="#ctx0" brushRef="#br0" timeOffset="-44639.56">30575 12397 20 0,'0'0'16'0,"0"0"-1"0,0 0 1 16,0 0-2-16,0 0-1 0,0 0-3 15,0 0 0-15,0 0-1 0,0 0 0 16,-6-5 0-16,6 5-2 0,0 0 1 15,0 0 2-15,0 0 0 0,0 0 4 16,0 0 2-16,0 0 0 0,0 0 2 0,0-2-3 16,0 2-2-16,0 0 3 0,0-1-1 15,0 1 0-15,3-2 2 0,1 0-4 16,0 0 2-16,6-1-6 16,-5 2 2-16,-1-1-3 0,1 0-1 0,-3-1 1 15,3 2-2-15,0-1 2 0,3-2-1 16,-5 1 1-16,-1 0 1 0,1-1-1 15,-1 0 1-15,1 1 0 0,-2-2-2 16,2 2 1-16,-3 3 0 0,0-1-2 16,2-3 2-16,0-1-4 0,0 0 0 0,-1 1 0 15,-1 4-1-15,0-1 1 0,0 1-1 16,0-2 0-16,0-4-1 0,0-1 0 16,0 2-1-16,0 1 2 0,0-1-3 15,0 0 2-15,-1 0-1 0,-1 0 0 16,-2 1 1-16,1-1 0 0,-4-2-3 0,1-1 3 15,3 6-3-15,-4-5 3 16,3 4-1-16,-1 0 2 0,-2-1-1 16,4 1-1-16,0-1 1 0,-3 0-1 15,2 0 0-15,1 2 0 0,2-1-1 0,-3 0 1 16,1-1-1-16,0 2 0 0,-5-4-1 16,5 4 1-16,-1-1 1 0,0 1-1 15,0 0 2-15,-1 0-2 0,1 1 0 16,0-1 0-16,4 2 0 0,-5-1 0 15,1-1 0-15,-2 0-2 0,2 1 2 0,4 1 0 16,-2-2-1-16,2 2 1 16,-1 0 1-16,-1 0-1 0,-3-1 2 0,-1 1-2 15,-1-2 0-15,2 2 0 16,5 0 0-16,-5 0 0 0,0 0 0 0,1 0 0 16,-1 0 1-16,5 0-1 0,-1 0 0 15,1 0 0-15,-2 0 0 0,1 0-1 16,-4 0 1-16,-1 2-2 0,1-1 4 15,-2 4-2-15,4-2 0 0,0 0 0 16,-4 3-3-16,4-3 3 0,0-1 1 0,-1 8-1 16,2-5 0-16,0 5 0 0,0 2 0 15,1-9 0-15,-1 9-1 0,2-7 1 16,0 6-1-16,0 2 1 0,0-4 0 16,0 1 0-16,0 0 0 0,2 0-1 15,1-3-1-15,1 3 0 0,0-2-4 16,5 3-8-16,-2-3-31 0,5 1-52 15,-3-3-99-15</inkml:trace>
  <inkml:trace contextRef="#ctx0" brushRef="#br0" timeOffset="-43685.49">30430 12382 18 0,'0'0'16'0,"0"0"1"0,0 0 1 16,0 0 0-16,0 0-2 0,0 0-2 15,0 0-2-15,0 0 0 0,0 0 1 16,-9 61-2-16,9-51 3 0,0 2 1 15,0-5 2-15,0 3 1 0,2-5-1 16,-1-1-2-16,2 5-1 0,0-5-3 16,3 3 1-16,-2 0-2 0,0-1-1 15,1 2 1-15,-2-5-4 0,3 1-1 16,-3 0 1-16,0-1-1 0,0-1-1 0,-3-2 1 16,3 2 0-16,0 1-2 0,0 0 3 15,2 0 1-15,-5-3 3 0,4 0 1 16,0 2 3-16,2-2 1 0,3 0-5 15,-5 0-1-15,5 0 0 0,5-3 0 16,-5-2 1-16,1-2-2 0,-2 0 1 0,-2-2 0 16,2-2-5-16,-4 4 0 0,2-5-4 15,-1 3 0-15,-2-2-7 16,0 1-3-16,-1-2-13 0,-1 0-27 16,-1-1-47-16,0 1-72 0</inkml:trace>
  <inkml:trace contextRef="#ctx0" brushRef="#br0" timeOffset="-41659.12">30242 12598 22 0,'0'0'20'0,"0"0"1"0,0 0 2 15,0 0-4-15,0 0 0 0,0 0-5 0,0 0 0 16,0 0 0-16,0 0-1 16,10-7 0-16,-9 7 0 0,1-2-2 15,-1 2 1-15,1 0 0 0,-1-1 1 16,1 1 0-16,-1 0 0 0,1 0 0 0,-2 0 1 16,1 0 2-16,1 0 0 0,-1 1 1 15,-1 13-2-15,2 5-4 0,-2 3 0 16,0 2-1-16,-2-1-2 0,-2 0-3 15,-2 1 0-15,1-2-2 0,-1 0 1 16,1 0-1-16,1-8 0 0,-1 3 1 0,1-2-1 16,-1-3-1-16,-1 2-1 0,3-4 1 15,-2-2-2-15,1 3 1 0,-1-3-1 16,1 0 0-16,1-6 0 0,2 3-3 16,-2-2 0-16,0 0-6 0,0 0-18 15,2 1-40-15,1-4-58 0,-2 0-87 16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4:08:01.7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2483 11560 108 0,'0'0'28'0,"-41"84"-4"16,26-35-4-16,5 1 0 0,3-2-2 16,7-1-3-16,0-1-1 0,5-4-4 0,7-3-2 15,3-2-4-15,3-4 1 0,1 0-1 16,3-7-1-16,-2 1 0 0,6-5 0 16,0-4-2-16,0-1 3 0,3-4-2 15,0-1 2-15,-3-4 5 0,3-1-3 16,-3-2 2-16,0-3 2 0,1-2-1 0,-2 0 1 15,-1-4 3-15,0-6-1 16,0 2 3-16,1-5 1 0,-2-1 0 16,-3-2 1-16,2-3 0 0,-2-1-2 15,-1-4-2-15,1-5-2 0,0 0 4 0,-1-3-7 16,0-3 2-16,-2-2-3 0,-2-2-4 16,-2-2 1-16,1 0-2 0,-2 1 1 15,-2 1 2-15,-3 0-1 0,-1-1 1 16,1 1-4-16,-4 2 2 0,-1 0-1 15,-2 4 0-15,0 3-1 0,0 0 0 0,0 1 1 16,-3 1-1-16,-3 3 0 0,0-1 0 16,0 2 1-16,0 2 0 15,-5 2-2-15,5 2 1 0,-3 0-1 16,-2 3-3-16,2-1 5 0,-1 1-5 0,-3 1 2 16,0 5 1-16,0-2-1 0,-1 2 1 15,-5 1 0-15,3 1 0 0,-3 2-1 16,2 0 1-16,1 1-1 0,-3 4-1 15,0-3 0-15,-2 3 0 0,-5 0 0 16,4 0 1-16,0 0 1 0,2 3-1 0,1 6 0 16,-1-1 0-16,0 1-1 15,1 4 0-15,0 2 2 0,-1 3 2 0,-2 5 0 16,2 0-1-16,-2 4 0 16,-1 0 0-16,3 1-2 0,-2 1 3 0,2-1-3 15,1 0 1-15,2 2-1 0,1 2 1 16,0 0-1-16,0 2 0 0,3-1 1 15,0 0-3-15,2 1 2 0,-1-1-2 16,5-1 2-16,-1 0-5 0,3 1-2 16,-1-1-8-16,6 3-19 0,0-2-21 0,0 6-32 15,11-3-35-15,1 2-79 0</inkml:trace>
  <inkml:trace contextRef="#ctx0" brushRef="#br0" timeOffset="1124.33">2501 13597 66 0,'0'0'23'16,"0"0"0"-16,0 0-2 0,-74 97 1 15,58-61 0-15,2 6-1 0,2 7-3 16,2 5 0-16,4 4-3 0,2 4-2 15,1-1-1-15,0 0-5 0,3-2-1 16,0-5-2-16,6 0-2 0,1-5 2 0,2-2-2 16,5-1 1-16,1-2 1 15,2-2-1-15,3-3 2 0,2-3-2 16,3-5 2-16,-1 1-1 0,5-6-4 0,0 1 4 16,1-5-4-16,-1-2 0 0,0-5 4 15,-3-5-4-15,3-2 2 0,-3-4 2 16,0-4 0-16,-1 0 1 0,1-7-1 15,-2-3 2-15,2-4-1 0,-2-4 3 16,2-4 0-16,-2-3-1 0,2-2 3 0,-3-2-1 16,-1 0 4-16,-2-2-2 0,-3 0-2 15,-2-1 0-15,1 0-5 16,-6-2 4-16,0 1-1 0,0-2 1 0,-4-1-1 16,0-1 0-16,-3-1-4 0,-2-1 0 15,-1-2 2-15,0-2-3 0,0 0 2 16,0-1-3-16,-4 2 3 0,-2 2-3 15,0 1 3-15,-4 4-2 0,0 4 4 16,1 0-2-16,-5 5-4 0,2 2 3 16,-5 2-2-16,-2 0 3 0,0 3-2 0,-2 2 0 15,-1 2 0-15,-3 1 1 0,-1-2-2 16,-1 1 1-16,1 0-2 0,-3 0 0 16,2 1 2-16,-1-1-4 0,2 3 2 15,-2 3 3-15,1 3-4 0,-2 2 2 16,3 4 0-16,0 0-5 0,0 7 4 0,2 5-3 15,0 5 0-15,1 5-1 16,0 7-3-16,0 6-1 0,4 5-6 16,-1 6-14-16,4 3-15 0,-1 8-28 15,1 1-30-15,3 8-64 0</inkml:trace>
  <inkml:trace contextRef="#ctx0" brushRef="#br0" timeOffset="5088.37">25295 16460 97 0,'104'-11'42'0,"14"1"-1"0,15-4-6 16,13 2-4-16,10-1-3 0,9-1-1 15,9-2-4-15,4 4-2 0,2-5-3 16,2 1-5-16,2 1 1 0,-3-2-2 16,-5 2 1-16,-5 0 1 0,-9 0 0 0,-9 1 0 15,-11 2-3-15,-9-2-2 0,-11 2-4 16,-10 2 1-16,-11-1-4 0,-13 3-2 16,-14 1-1-16,-15 2-2 15,-20 2-3-15,-17 1 1 0,-13 2-7 0,-9 0-9 16,0 0-13-16,-13 0-14 0,-15 5-15 15,-14 5-3-15,-16 2 1 0,-11 2-1 16,-9-1 0-16</inkml:trace>
  <inkml:trace contextRef="#ctx0" brushRef="#br0" timeOffset="5480.1">25125 16823 35 0,'0'0'29'0,"-101"26"10"15,61-11-3-15,2-1 2 0,8-1-2 16,4 3-3-16,9-8-7 0,8 1-7 0,6-2-5 16,3 2 2-16,7 5 7 0,15-2 5 15,14-4 2-15,17-1-2 0,18-7-1 16,20-3 2-16,21-8-1 0,16-2-2 15,20-7-4-15,14-2-1 0,11 1-3 16,11-1-1-16,7-3-6 0,5 3-2 0,1-5-4 16,1 4-1-16,-3-1-1 0,-4-3 0 15,-3 3-2-15,-7 0 0 16,-8-3 1-16,-7 4-1 0,-9-1 2 0,-11 1-3 16,-12 1 2-16,-11 0-2 0,-12 1-2 15,-11-3-3-15,-9 4 4 0,-10 4-3 16,-10 2 4-16,-7 2-1 0,-9 3 0 15,-12 2-2-15,-14 3-3 0,-13 1-6 16,-9 3-10-16,-7 0-23 0,0 0-50 16,0 0-96-16,0 0-71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4:22:20.18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12280 2653 1 0,'0'0'4'0,"0"0"-9"16,0 0 10-16,82-79-7 0,-67 55 6 0,-2 0 11 15,-2-4-9-15,-2 1 7 0,0-4-5 16,-3 0-2-16,-2-4 1 0,3-2-1 16,-4-2 0-16,-2 0 1 0,-1 0-2 15,0 3 0-15,-1 0-2 0,-5 2 2 16,-2 5 0-16,-3 2 1 0,-2 3-2 16,-4-1 1-16,-3 4 0 0,-2 0-1 15,-3 1 0-15,-5 0-16 0,1-1 2 16,-3 1-1-16,-1 3-2 0,1 0 14 15,-1 2-2-15,0 1 1 0,1 3-1 0,-1 1 0 16,0 3-1-16,-4 3 0 0,0 2 0 16,-5 2-1-16,4 0 0 0,-2 8 0 15,-2 5 2-15,0 6-1 0,0 4 12 16,-1 6 0-16,1 5 1 0,1 5-1 16,2 0-12-16,3 3-2 0,6 3 2 15,2 5-2-15,5 0 3 0,6 1-2 16,4-1 1-16,4 0-1 0,6-1 3 15,3-3 0-15,2-3 8 0,8 1-9 16,4-4 8-16,5-3 1 0,3 0-9 0,2-1 12 16,2-5-10-16,3-2 0 0,3-3 2 15,1-2 0-15,2-3 3 0,1 0-2 16,0-4 3-16,0-2-2 0,0 0-1 16,-2-6 2-16,-2-1-2 0,-1-2 0 15,-2-1-1-15,-1-4-1 0,-2 1 1 0,-3-2-2 16,-7 0 0-16,1 0-1 0,-7 0 0 15,-1-2 1-15,5-1 1 16,-5 0 0-16,1 2-2 0,-4 0 1 16,3-4-1-16,-5 3 0 0,6-1 0 0,0-1 0 15,0 1-1-15,-1-1-1 0,2 1-2 16,-2-1-2-16,-4 3-2 0,6-1-8 16,-4 2-9-16,5 0-17 0,0 0-26 15</inkml:trace>
  <inkml:trace contextRef="#ctx0" brushRef="#br0" timeOffset="32983.5">432 10751 25 0,'0'0'18'0,"0"0"2"0,0 0 1 16,0 0-2-16,0 0 0 0,0 0-3 0,0 0-3 16,0 0-2-16,0 0-4 0,-10-15-3 15,10 14-1-15,-2 1 5 0,2-3 7 16,0 3 5-16,0 0 2 0,9 0 3 16,4 0-4-16,3 0-2 0,4 3-4 15,2-2-3-15,11-1-3 0,-5 0-6 0,5 0-2 16,-3-1 1-16,3-2-2 15,-1 1 2-15,3 0-1 0,-2 2 0 16,-1 0 0-16,0 0 1 0,-2 0-1 16,-2 0-2-16,-4 2 1 0,-6 0-3 0,-7-2 0 15,-5 0-5-15,-6 0-7 0,0 0-11 16,3 4-15-16,-2 0-25 0,2 0-26 16</inkml:trace>
  <inkml:trace contextRef="#ctx0" brushRef="#br0" timeOffset="33316.51">708 11110 87 0,'0'0'10'0,"0"0"7"15,0 0 6-15,0 0 2 0,0 0-3 0,0 0-3 16,0 0-2-16,0 0-4 0,0 0-4 16,58-89-3-16,-38 73-2 0,2 0-2 15,-3-4-1-15,2 4-1 0,-1-2 0 16,-2 0 2-16,2 0-4 0,-1 4 1 16,-2-2-2-16,-1 1-2 0,-3 3 0 15,-4 2 2-15,-1 0 0 0,-2 3-3 16,0-1 3-16,-3 1-2 0,3-3-2 15,-2 1 1-15,-2 4-6 0,2-4-2 16,-4 2-8-16,0-6-14 0,0-6-9 0,0 1-10 16</inkml:trace>
  <inkml:trace contextRef="#ctx0" brushRef="#br0" timeOffset="33558">830 10447 112 0,'0'0'30'0,"0"0"-5"0,0 0-8 16,0 0-2-16,0 0-3 0,0 0 2 16,0 0 7-16,0 0 6 0,0 0 3 0,-18 82 1 15,31-56-6-15,6 4-1 0,4-4-9 16,-1 3-2-16,7-1-4 0,-3-1-4 16,1 0 1-16,-2-2-1 0,1-3-2 15,-3-2-2-15,0-4 0 0,2 1-2 16,-5-4 1-16,-7-4-2 0,-3-2-3 0,-3-1-1 15,-4-4-14-15,4 3-32 0,-2-2-54 16,5-2-96-16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4:22:48.7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335 11935 53 0,'0'0'39'15,"0"0"-2"-15,0 0-8 0,0 0 5 16,0 0 0-16,0 0 2 0,0 0 0 0,0 0-7 16,0 0-4-16,-39 0 1 0,39 0-1 15,-3 0-1-15,3 0-4 0,0 0-4 16,0 0-4-16,-3 0-4 0,3 0-2 16,0 0 2-16,0 0 2 0,0-2 2 15,0-1 2-15,6 3-1 0,6 0 0 16,6 0-2-16,0 0-2 0,8 0-1 0,-2 0-1 15,1 0-3-15,-5 5 0 16,2-3 1-16,-2-1 0 0,-4 3 0 16,1-4 0-16,-5 1 0 0,1-1-7 0,0 0 0 15,-7 0 0-15,8 0-1 0,-8 0 5 16,0 0-2-16,0 0-1 0,-6 0 0 16,5 0-1-16,1 0 0 0,-3 0 0 15,4 0-7-15,-7 0-5 0,0 0-13 16,0 0-15-16,2 0-22 0,-1 0-25 0,-1 0-30 15,2 0-22-15</inkml:trace>
  <inkml:trace contextRef="#ctx0" brushRef="#br0" timeOffset="480.07">520 11832 84 0,'0'0'27'0,"0"0"-3"0,0 0-2 16,0 0 1-16,0 0 2 0,0 0-1 16,0 0 6-16,0 0-2 0,0 0 0 0,0 0-1 15,-4-12-3-15,4 12-1 16,0-2-2-16,0 2-1 0,0-1-3 15,0 1-6-15,0-2-2 0,0 2-5 16,0 0 2-16,0 0 5 0,4 2 2 0,5 7 3 16,5 5-1-16,-2 1-5 0,5 5-4 15,1-2 0-15,0 0-4 0,-2-1 4 16,0-2 1-16,0-1-1 16,-3-2-1-16,-3-5 0 0,0 2-1 0,-1-3 1 15,-6-3-1-15,1 0-2 0,-1 0 0 0,0 1 2 16,1-1 1-16,-1 0 1 15,-3-3 4-15,0 0-2 0,0 0-1 16,0 1-2-16,0 5-1 0,0 3-2 16,-7 4-1-16,-6 6-1 0,1 1 0 0,-5-1-1 15,2 3 1-15,0 0-1 0,0-2 0 16,1 2 0-16,-1-2-1 0,1-1-1 16,2 1-2-16,-2-3-3 0,8-5-8 15,2-4-17-15,2-4-35 0,2-4-53 16,-1 0-79-16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1468.05554" units="1/cm"/>
          <inkml:channelProperty channel="Y" name="resolution" value="2610.9162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24-03-30T04:29:46.04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16458 15613 26 0,'0'0'33'0,"0"0"0"16,78 56-1-16,-45-45 0 0,5-4 5 15,4-2 4-15,4-5 0 0,5 0 0 16,4-11-7-16,6-5-8 0,5-5-2 0,3-5-5 16,1-4-4-16,3-1-1 0,-2-1-3 15,-1-1-2-15,-1-1-1 16,-4 1-2-16,-3-2 0 0,-4 2-1 16,0-2 2-16,-7-2 0 0,-1 2-1 0,-6-6-2 15,-4 2 2-15,-7-1-4 0,-5 0 5 16,-8-3 0-16,-3 1-1 0,-5 0 1 15,-4 1-1-15,-6 1 3 0,-2-1-2 16,-2 1 0-16,-10 1 0 0,-3-1-1 16,-7 1-1-16,-5 1 2 0,-6 0-3 0,-5 0-3 15,-5 1 2-15,-4 0-3 0,-3 1 2 16,-2 4 0-16,1 2-2 16,-2 3 1-16,-4 2-1 0,0 3 0 15,-3 6 1-15,0 3 0 0,-3 3 0 0,0 8-1 16,-2 2 0-16,0 2 0 0,1 10 0 15,0 5 0-15,2 3 1 0,-1 6-2 16,1 3 1-16,-2 3-1 0,5 5 0 16,-2 3 4-16,9 6-3 0,3 4 4 15,8 2-4-15,8 4-2 0,10 3 2 0,9 2-1 16,9 2 1-16,5 1-1 0,13-1 1 16,9-3 4-16,7-2-4 0,8-4 4 15,4-4-2-15,2-1-3 0,6-8 3 16,0-3-1-16,2-1 0 0,2-6-1 15,1-2 2-15,1-3 0 0,0-2 2 16,3-2 1-16,1-4-1 0,0-4-3 16,1-2 0-16,-4-3 0 0,-3-5-2 15,-8 0 0-15,-3-1-3 0,-9-2-4 16,-11 0-7-16,-9-1-15 0,-3 3-29 0,-5 1-85 16,-2 4-122-16</inkml:trace>
  <inkml:trace contextRef="#ctx0" brushRef="#br0" timeOffset="9983.37">21671 15170 119 0,'0'0'38'15,"0"0"-6"-15,0 0-2 0,0 0 0 16,0 0 1-16,0 0 2 0,0 0-8 16,0 0-5-16,0 0-6 0,86 56-4 15,-52-45-2-15,7-3 0 0,2 2 0 16,5 0 1-16,4-3 1 0,1-2 3 16,5 2-2-16,0-1 2 0,2-3-3 0,3 0 0 15,-1-3 0-15,-1 0 1 0,0-2-1 16,-2-7 0-16,2-2-3 0,-3-5 2 15,0-4-2-15,-4-2 0 0,0-3-4 16,-5-2 2-16,-3-4-4 0,-1 1 5 16,-6-2-1-16,-1 1-2 0,-6-4-1 0,-5 3 0 15,-4-5 1-15,-7 1 1 0,-3-2-1 16,-6 0 1-16,-4-2-2 16,-3 3 0-16,-3-5 0 0,-8 3-1 15,-5-2 1-15,-4 0-2 0,-4-2-2 0,-6 2 1 16,-7-2-2-16,-4 1 2 0,-5 3 1 15,-6 3-1-15,-6 3 0 0,-6 5 1 16,-5 4 1-16,-9 10-1 0,-6 4 0 16,-6 9 0-16,-4 1 0 0,-1 15 2 15,-2 10-1-15,3 6 3 0,3 9 0 0,6 4 0 16,8 5 3-16,9 5-3 0,10 1 0 16,12 1-2-16,7 0-2 0,11 1 0 15,7-1-3-15,8 0 3 0,7-1-1 16,6-2 1-16,3-3 0 0,11-2 0 15,4-3 4-15,5-3-4 0,3-6 2 16,1-2-2-16,2-5 0 0,2-4-2 16,-3-4 0-16,1-6-3 0,0-1-8 15,0-1-17-15,-4-3-57 0,1 1-131 16,-7-4-48-16</inkml:trace>
  <inkml:trace contextRef="#ctx0" brushRef="#br0" timeOffset="35331.51">22476 10203 156 0,'0'0'46'0,"0"0"-4"15,0 0-5-15,0 0-4 0,0 0-4 0,0 0 2 16,0 0-7-16,0 0-3 16,109-112-3-16,-57 73-4 0,9-4 4 15,8-4 0-15,5-2-1 0,7-3 3 16,3-2-6-16,-2 1 0 0,-2 1-3 0,-5 6-4 16,-9 2-3-16,-11 8-4 0,-11 7 0 15,-11 9 0-15,-11 6-3 0,-10 7-3 16,-8 4-1-16,-4 3-4 0,-15 15 0 15,-12 11-5-15,-14 14-2 0,-14 7-2 16,-8 4 0-16,-11 6 4 0,-6 0 3 0,-2 4 3 16,-3-1 6-16,5-2-1 0,1 0 4 15,5-5 2-15,5-3-1 16,7-4 3-16,9-6-3 0,12-6 2 16,13-14-4-16,15-8 2 0,11-4-1 0,7-7 0 15,18-1 3-15,12-1 1 0,13-17-1 16,11-9 1-16,10-5 1 0,8-6-3 15,7-5 6-15,4-1 3 16,1-2 5-16,2-3 2 0,-2 3-3 0,-3 0 0 16,-5 3-7-16,-7 7-2 0,-12 8-4 0,-14 8-3 15,-18 6-1-15,-12 8 1 0,-17 6 0 16,-8 6 0-16,-16 12-1 0,-15 9 1 16,-9 9 2-16,-11 7-1 15,-4 4 2-15,-5 5-3 0,-1 2-3 0,0 4-1 16,6 2-3-16,5-2-1 0,7-5-2 15,9-6-1-15,11-9-5 0,10-6-6 16,11-6-13-16,9-6-18 0,6-4-14 16,14-3-19-16,13-8-12 0</inkml:trace>
  <inkml:trace contextRef="#ctx0" brushRef="#br0" timeOffset="53951.92">16912 15245 64 0,'0'0'40'0,"0"0"7"0,0 0 3 15,0 0 1-15,0 0-5 0,23 98-9 0,-1-75-13 16,3 2-5-16,4-1-6 0,1-5-1 16,0 0 1-16,1-4-6 0,-2-3 1 15,-1-4 0-15,1 0-1 0,0-3-1 16,3-4-1-16,0-1 0 0,-2-1-2 15,1-7-1-15,-1-2 2 0,0-3-3 16,1-3 3-16,-1-4 0 0,2-2 2 16,1-4 3-16,3-2 0 0,-1-1 1 15,-1 1-2-15,0-3-2 0,-2 1-2 16,-2-2-1-16,-3-1-1 0,-2-2-2 0,-5-2 1 16,-1 0-2-16,-3-2 1 0,-5-2 0 15,-2-3 0-15,-3-1-1 0,-2-4 1 16,-2-2 0-16,-2 1-1 0,-3-4 2 15,-7-1-4-15,-3 1 0 0,-3-1 2 16,-2 2-2-16,-2 4 2 0,-4 1 4 0,-4 4-5 16,-2 0 1-16,-3 0-1 15,-4 3 1-15,0-1-3 0,-5 3 4 16,3-2-2-16,0 5-1 0,-3 1 1 16,1 4 2-16,1 4-1 0,0 8 2 0,2 7 0 15,0 4-1-15,2 4 0 0,1 4 0 16,-2 2 0-16,-1 8 0 0,-2 0 1 15,-3 4 0-15,-1 3-1 0,-2 1 0 16,2 3 0-16,2 4-3 0,-1 2 3 16,1 3-1-16,4 4 2 0,0 7 1 0,1 6-2 15,3 3 0-15,2 8 1 0,3 2 2 16,4 5-2-16,4 2 4 16,6 1-4-16,5-1-2 0,3-2 1 15,7-3-1-15,0-3 2 0,0-1-4 0,13-9 5 16,0-2-2-16,6-1 0 0,4-4 4 15,3-2-4-15,7-4 3 0,0-3-4 16,-1-4 2-16,3-5-1 0,-2-7 0 16,0-2 2-16,-1-6-1 0,0-4 0 15,1-5 3-15,2 0-2 0,-2-5 3 0,5-7 3 16,-2 0-1-16,0-5 1 0,0 3-3 16,-4-1-1-16,-3 2-3 0,-6 2 0 15,-7 3-2-15,-9 3 1 0,-4 3 0 16,-3 2 1-16,0 0 2 0,0 0-3 15,0 0-3-15,3 0-5 0,-3 0-12 0,0 0-17 16,-6 0-43-16,-5 3-50 16,-4 4-110-16</inkml:trace>
  <inkml:trace contextRef="#ctx0" brushRef="#br0" timeOffset="57683.97">16420 13907 20 0,'0'0'18'0,"0"0"-2"0,-30 118-1 16,21-67 2-16,-2 10-3 0,2 6 0 15,0 9-3-15,-2 9-1 0,1 4-1 16,0 6-2-16,-2 1-1 0,2 1-2 16,3 2 1-16,0-2 3 0,1-2-1 15,0-1 5-15,3-2 0 0,2 0 1 0,1-3 1 16,0 3-5-16,1-1-1 0,5-2 1 16,3 2-2-16,2-1-4 0,1-2 1 15,2 0-3-15,2-4 0 0,3-1-1 16,0-3 3-16,4-2-5 0,0-5 2 15,1-4 0-15,1 0 0 0,0-5 0 0,1-3 0 16,0 1 0-16,0-3 0 16,1-1 0-16,1 0 0 0,-1-1 0 15,2-1 0-15,-2-2 0 0,0 0 0 16,0 0 0-16,-1-2 0 0,2 3 0 0,-1-1 0 16,-1 1 3-16,0-2-2 0,0-1-1 15,-3-2 2-15,3-4-4 0,-1-4-2 16,-1-3 2-16,1-4 2 0,0-6 1 15,1-3-1-15,0-11 0 0,3-3-8 16,-1-5 6-16,3-2-2 0,-1-5 2 0,1 0-3 16,-1 0 3-16,-3-2 0 0,1-8-1 15,-2-4 9-15,0-3-9 16,-1-5 5-16,1-5 0 0,1-6-1 16,2-4 2-16,0-2-1 0,0-4-1 0,1-1 0 15,-1-3-3-15,0-3 2 0,-2-3 0 16,-1 3 2-16,-2-4-1 0,-3-4 2 15,-1 4-2-15,-2-5-1 0,-2 0 3 16,-2-4-1-16,-1-2 0 0,-1 0-1 16,-1-5 4-16,-1-3-3 0,-1 0 3 0,2 1-2 15,0 0 2-15,-1 1-1 16,1 1-1-16,-2 5-2 0,-2 1 3 16,-2 2-1-16,-4 2 2 0,-1 2 1 15,0-1-2-15,0-2-1 0,-6 0-2 0,-1-3-2 16,-2-4 0-16,-2-2 3 0,-1-2-2 15,-1 1 0-15,3 4-1 0,-2 4 1 16,0 5 1-16,0 8-1 0,-2 5 3 16,-1 7-1-16,-1 3-1 0,-1 3 6 15,-2 3-3-15,-1 1 4 0,-2-1 2 0,-2 2-5 16,1-2 2-16,-2 2-1 0,2-2-1 16,-2-1-2-16,2 0-1 0,0-2-2 15,4-1 0-15,-3 2 0 16,1 0 0-16,0 1 0 0,-2 1 1 0,-1 2-1 15,-2 0 2-15,-2-1-5 0,0 3 2 16,-4-1 0-16,0-1-2 0,-3 0 4 16,-1 1-4-16,0-3 5 0,-1 4-1 15,0-1 0-15,2 0-1 0,2 2 1 16,0 0-2-16,1 2 1 0,2-1 0 0,1 2-1 16,1 5 1-16,2 0 0 0,2 3 0 15,0 3-1-15,0 2-2 0,1 2 2 16,-2 1 1-16,1 2-1 0,0 2 1 15,0 1 0-15,-4 0-1 0,1 0 1 16,1 4-1-16,-1 1 0 0,-1-1-2 0,2 6 1 16,-2 3 0-16,-2 2-1 0,0 7 3 15,-4-1 0-15,0 1 0 16,-1 3 3-16,1 1-3 0,2-1 1 16,0 6 0-16,3 2 0 0,0 6 4 0,3 6-2 15,4 3 4-15,-1 4-4 0,3 6-3 16,4 2 0-16,2 6-3 0,3 5-5 15,4 5-9-15,7 5-20 0,0 2-33 16,7 6-42-16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05DBB-5C24-465B-8EAF-1B08C571A0D3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5A846B-8EBB-4084-8AD8-6BD2520FC77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95859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P(G) = 0.</a:t>
            </a:r>
            <a:r>
              <a:rPr lang="en-IN" dirty="0"/>
              <a:t>6</a:t>
            </a:r>
          </a:p>
          <a:p>
            <a:r>
              <a:rPr lang="en-US" dirty="0"/>
              <a:t>P(M)</a:t>
            </a:r>
            <a:r>
              <a:rPr lang="en-US" baseline="0" dirty="0"/>
              <a:t> = 0.5</a:t>
            </a:r>
          </a:p>
          <a:p>
            <a:r>
              <a:rPr lang="en-US" baseline="0" dirty="0"/>
              <a:t>P(G|M) = 0.8</a:t>
            </a:r>
          </a:p>
          <a:p>
            <a:r>
              <a:rPr lang="en-US" baseline="0" dirty="0"/>
              <a:t>P(M|G) = P(G|M) x P(M) / P(G) = 0.8 x 0.5 / 0.6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A846B-8EBB-4084-8AD8-6BD2520FC773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419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75A846B-8EBB-4084-8AD8-6BD2520FC773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30937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3795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73100" y="4748213"/>
            <a:ext cx="5389563" cy="3884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33796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9F8F73C1-EFF8-4175-ACE4-E76B5F9A0F5B}" type="datetime1">
              <a:rPr lang="zh-CN" altLang="en-US" smtClean="0"/>
              <a:pPr/>
              <a:t>2024/4/1</a:t>
            </a:fld>
            <a:endParaRPr lang="en-US" altLang="zh-CN" sz="1200"/>
          </a:p>
        </p:txBody>
      </p:sp>
      <p:sp>
        <p:nvSpPr>
          <p:cNvPr id="33797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494919F0-7E56-4CF2-B1AA-5DDE64E71CA3}" type="slidenum">
              <a:rPr lang="en-US" altLang="zh-CN" smtClean="0"/>
              <a:pPr/>
              <a:t>10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1432821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Slide Image Placeholder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Notes Placeholder 2"/>
          <p:cNvSpPr>
            <a:spLocks noGrp="1"/>
          </p:cNvSpPr>
          <p:nvPr>
            <p:ph type="body" idx="1"/>
          </p:nvPr>
        </p:nvSpPr>
        <p:spPr bwMode="auto">
          <a:xfrm>
            <a:off x="673100" y="4748213"/>
            <a:ext cx="5389563" cy="3884612"/>
          </a:xfrm>
          <a:prstGeom prst="rect">
            <a:avLst/>
          </a:prstGeo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IN" altLang="en-US"/>
          </a:p>
        </p:txBody>
      </p:sp>
      <p:sp>
        <p:nvSpPr>
          <p:cNvPr id="35844" name="Date Placeholder 3"/>
          <p:cNvSpPr>
            <a:spLocks noGrp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E2FFDD17-E8DF-4695-AD04-B3A7FF67E55B}" type="datetime1">
              <a:rPr lang="zh-CN" altLang="en-US" smtClean="0"/>
              <a:pPr/>
              <a:t>2024/4/1</a:t>
            </a:fld>
            <a:endParaRPr lang="en-US" altLang="zh-CN" sz="1200"/>
          </a:p>
        </p:txBody>
      </p:sp>
      <p:sp>
        <p:nvSpPr>
          <p:cNvPr id="35845" name="Slide Number Placeholder 4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SimSun" panose="02010600030101010101" pitchFamily="2" charset="-122"/>
              </a:defRPr>
            </a:lvl9pPr>
          </a:lstStyle>
          <a:p>
            <a:fld id="{208B27ED-5B86-4287-A2AF-F9F632D86EC4}" type="slidenum">
              <a:rPr lang="en-US" altLang="zh-CN" smtClean="0"/>
              <a:pPr/>
              <a:t>11</a:t>
            </a:fld>
            <a:endParaRPr lang="en-US" altLang="zh-CN" sz="1200"/>
          </a:p>
        </p:txBody>
      </p:sp>
    </p:spTree>
    <p:extLst>
      <p:ext uri="{BB962C8B-B14F-4D97-AF65-F5344CB8AC3E}">
        <p14:creationId xmlns:p14="http://schemas.microsoft.com/office/powerpoint/2010/main" val="4189210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02529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54368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90695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79498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5800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4787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29330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34707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762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184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77879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1C2F61-9D3B-4CC0-A979-7C8DA3D05D54}" type="datetimeFigureOut">
              <a:rPr lang="en-IN" smtClean="0"/>
              <a:t>01-04-2024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C555FB-D776-4085-8A3E-E155B240B49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46707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emf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emf"/><Relationship Id="rId4" Type="http://schemas.openxmlformats.org/officeDocument/2006/relationships/customXml" Target="../ink/ink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ustomXml" Target="../ink/ink7.xml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e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customXml" Target="../ink/ink9.xml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emf"/><Relationship Id="rId4" Type="http://schemas.openxmlformats.org/officeDocument/2006/relationships/customXml" Target="../ink/ink10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customXml" Target="../ink/ink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Applied Machine Learning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Revision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0" y="6049108"/>
            <a:ext cx="2142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Anita Ramachandran</a:t>
            </a:r>
          </a:p>
        </p:txBody>
      </p:sp>
    </p:spTree>
    <p:extLst>
      <p:ext uri="{BB962C8B-B14F-4D97-AF65-F5344CB8AC3E}">
        <p14:creationId xmlns:p14="http://schemas.microsoft.com/office/powerpoint/2010/main" val="2777348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0834" y="1690688"/>
            <a:ext cx="9477375" cy="473392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8349840" y="2068560"/>
              <a:ext cx="2465640" cy="173340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38320" y="2057400"/>
                <a:ext cx="2491200" cy="1755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062030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1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3100" y="2174773"/>
            <a:ext cx="83058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432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2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5" y="2105025"/>
            <a:ext cx="11182350" cy="264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94966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546" y="2553928"/>
            <a:ext cx="11783454" cy="2047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677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3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1762125"/>
            <a:ext cx="8839200" cy="333375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3506400" y="4777920"/>
              <a:ext cx="5579280" cy="4406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499560" y="4764960"/>
                <a:ext cx="5599080" cy="46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120346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550" y="1690688"/>
            <a:ext cx="9486900" cy="461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7402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dirty="0"/>
              <a:t>Vijay is a certified Data Scientist and he has applied for two companies -Google and Microsoft. He feels that he has a 60% chance of receiving an offer  from Google and 50% chance of receiving an offer from Microsoft. If he receives an offer from Microsoft,  he has belief that there are 80% chances of receiving an offer Google. </a:t>
            </a:r>
            <a:endParaRPr lang="en-IN" dirty="0"/>
          </a:p>
          <a:p>
            <a:pPr>
              <a:defRPr/>
            </a:pPr>
            <a:r>
              <a:rPr lang="en-US" dirty="0"/>
              <a:t>If Vijay receives an offer from Microsoft, what is the probability that he will not receive an offer from Google? </a:t>
            </a:r>
            <a:endParaRPr lang="en-IN" dirty="0"/>
          </a:p>
          <a:p>
            <a:pPr>
              <a:defRPr/>
            </a:pPr>
            <a:r>
              <a:rPr lang="en-IN" dirty="0"/>
              <a:t>What are his chances of getting an offer from Microsoft,  considering he has an offer from Google?</a:t>
            </a:r>
          </a:p>
          <a:p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690120" y="155160"/>
              <a:ext cx="10938960" cy="595836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86880" y="144360"/>
                <a:ext cx="10954800" cy="5973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6483422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en-US" sz="2000" dirty="0"/>
              <a:t>Vijay is a certified Data Scientist and he has applied for two companies -Google and Microsoft. He feels that he has a 60% chance of receiving an offer  from Google and 50% chance of receiving an offer from Microsoft. If he receives an offer from Microsoft,  he has belief that there are 80% chances of receiving an offer Google. </a:t>
            </a:r>
            <a:endParaRPr lang="en-IN" sz="2000" dirty="0"/>
          </a:p>
          <a:p>
            <a:pPr>
              <a:defRPr/>
            </a:pPr>
            <a:r>
              <a:rPr lang="en-US" sz="2000" dirty="0"/>
              <a:t>If Vijay receives an offer from Microsoft, what is the probability that he will not receive an offer from Google? </a:t>
            </a:r>
            <a:endParaRPr lang="en-IN" sz="2000" dirty="0"/>
          </a:p>
          <a:p>
            <a:pPr>
              <a:defRPr/>
            </a:pPr>
            <a:r>
              <a:rPr lang="en-IN" sz="2000" dirty="0"/>
              <a:t>What are his chances of getting an offer from Microsoft,  considering he has an offer from Google?</a:t>
            </a:r>
          </a:p>
          <a:p>
            <a:pPr marL="0" indent="0">
              <a:buNone/>
              <a:defRPr/>
            </a:pPr>
            <a:r>
              <a:rPr lang="en-US" sz="2000" dirty="0" err="1"/>
              <a:t>Ans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P(not g| m) = 0.2</a:t>
            </a:r>
          </a:p>
          <a:p>
            <a:pPr>
              <a:defRPr/>
            </a:pPr>
            <a:r>
              <a:rPr lang="en-US" sz="2000" dirty="0"/>
              <a:t>P(M|G)=0.67</a:t>
            </a:r>
            <a:endParaRPr lang="en-IN" sz="2000" dirty="0"/>
          </a:p>
        </p:txBody>
      </p:sp>
      <p:sp>
        <p:nvSpPr>
          <p:cNvPr id="27652" name="Content Placeholder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ts val="3600"/>
              </a:lnSpc>
            </a:pPr>
            <a:r>
              <a:rPr lang="en-US" altLang="en-US" sz="3600" dirty="0"/>
              <a:t>Solution 4</a:t>
            </a:r>
          </a:p>
        </p:txBody>
      </p:sp>
    </p:spTree>
    <p:extLst>
      <p:ext uri="{BB962C8B-B14F-4D97-AF65-F5344CB8AC3E}">
        <p14:creationId xmlns:p14="http://schemas.microsoft.com/office/powerpoint/2010/main" val="42266099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5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838200" y="1972290"/>
            <a:ext cx="10901516" cy="4449762"/>
          </a:xfrm>
        </p:spPr>
        <p:txBody>
          <a:bodyPr>
            <a:normAutofit/>
          </a:bodyPr>
          <a:lstStyle/>
          <a:p>
            <a:pPr marL="342900" indent="-342900" algn="l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3200" dirty="0"/>
              <a:t>Solve the below and find the equation for hyper plane using linear Support Vector Machine method. Positive Points: {(3, 2), (4, 3), (2, 3), (3, -1)} Negative Points: {(1, 0), (1, -1), (0, 2), (-1, 2)}</a:t>
            </a:r>
            <a:endParaRPr lang="en-IN" altLang="en-US" sz="3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403280" y="2215440"/>
              <a:ext cx="25920" cy="3384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392120" y="2206800"/>
                <a:ext cx="42120" cy="5364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400" dirty="0"/>
              <a:t>Question 5</a:t>
            </a:r>
          </a:p>
        </p:txBody>
      </p:sp>
    </p:spTree>
    <p:extLst>
      <p:ext uri="{BB962C8B-B14F-4D97-AF65-F5344CB8AC3E}">
        <p14:creationId xmlns:p14="http://schemas.microsoft.com/office/powerpoint/2010/main" val="1756572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03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510970" y="1994618"/>
            <a:ext cx="2574925" cy="4449763"/>
          </a:xfrm>
        </p:spPr>
        <p:txBody>
          <a:bodyPr/>
          <a:lstStyle/>
          <a:p>
            <a:pPr marL="342900" indent="-342900" algn="l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  <a:defRPr/>
            </a:pPr>
            <a:r>
              <a:rPr lang="en-US" altLang="en-US" sz="2000" dirty="0"/>
              <a:t>Solve the below and find the equation for hyper plane using linear Support Vector Machine method.</a:t>
            </a:r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endParaRPr lang="en-US" altLang="en-US" sz="2000" dirty="0"/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r>
              <a:rPr lang="en-US" altLang="en-US" sz="2000" dirty="0"/>
              <a:t>Positive Points: {(3, 2), (4, 3), (2, 3), (3, -1)} </a:t>
            </a:r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endParaRPr lang="en-US" altLang="en-US" sz="2000" dirty="0"/>
          </a:p>
          <a:p>
            <a:pPr algn="l" eaLnBrk="1" hangingPunct="1">
              <a:lnSpc>
                <a:spcPct val="80000"/>
              </a:lnSpc>
              <a:buClr>
                <a:srgbClr val="101141"/>
              </a:buClr>
              <a:defRPr/>
            </a:pPr>
            <a:r>
              <a:rPr lang="en-US" altLang="en-US" sz="2000" dirty="0"/>
              <a:t>Negative Points: {(1, 0), (1, -1), (0, 2), (-1, 2)}</a:t>
            </a:r>
            <a:endParaRPr lang="en-IN" altLang="en-US" sz="2000" dirty="0"/>
          </a:p>
        </p:txBody>
      </p:sp>
      <p:pic>
        <p:nvPicPr>
          <p:cNvPr id="34826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3726" y="1523999"/>
            <a:ext cx="6657564" cy="49417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" name="Title 1"/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N" sz="4400" dirty="0"/>
              <a:t>Solution 5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" name="Ink 1"/>
              <p14:cNvContentPartPr/>
              <p14:nvPr/>
            </p14:nvContentPartPr>
            <p14:xfrm>
              <a:off x="5114520" y="2650680"/>
              <a:ext cx="423360" cy="512280"/>
            </p14:xfrm>
          </p:contentPart>
        </mc:Choice>
        <mc:Fallback xmlns="">
          <p:pic>
            <p:nvPicPr>
              <p:cNvPr id="2" name="Ink 1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105160" y="2639880"/>
                <a:ext cx="442440" cy="528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8981886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6</a:t>
            </a:r>
          </a:p>
        </p:txBody>
      </p:sp>
      <p:sp>
        <p:nvSpPr>
          <p:cNvPr id="4" name="Content Placeholder 1"/>
          <p:cNvSpPr txBox="1">
            <a:spLocks noChangeArrowheads="1"/>
          </p:cNvSpPr>
          <p:nvPr/>
        </p:nvSpPr>
        <p:spPr>
          <a:xfrm>
            <a:off x="1171072" y="1690688"/>
            <a:ext cx="9833811" cy="4449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80000"/>
              </a:lnSpc>
              <a:buClr>
                <a:srgbClr val="101141"/>
              </a:buClr>
            </a:pPr>
            <a:r>
              <a:rPr lang="en-US" altLang="en-US" sz="2000" dirty="0"/>
              <a:t>Use kernel trick and find the equation for hyper plane using nonlinear SVM. Positive Points: {(2,0), (3,0), (4,0)} Negative Points: {(0,0), (1,0), (5,0), (6,0)}</a:t>
            </a:r>
            <a:endParaRPr lang="en-IN" altLang="en-US" sz="2000"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2819400"/>
            <a:ext cx="3829050" cy="2924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016369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6</a:t>
            </a:r>
          </a:p>
        </p:txBody>
      </p:sp>
      <p:sp>
        <p:nvSpPr>
          <p:cNvPr id="4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10896600" cy="4449762"/>
          </a:xfrm>
        </p:spPr>
        <p:txBody>
          <a:bodyPr/>
          <a:lstStyle/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sz="2000" dirty="0"/>
              <a:t>Use kernel trick and find the equation for hyper plane using nonlinear SVM. Positive Points: {(2,0), (3,0), (4,0)} Negative Points: {(0,0), (1,0), (5,0), (6,0)}</a:t>
            </a:r>
            <a:endParaRPr lang="en-IN" altLang="en-US" sz="2000" dirty="0"/>
          </a:p>
        </p:txBody>
      </p:sp>
      <p:pic>
        <p:nvPicPr>
          <p:cNvPr id="5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650" y="2555875"/>
            <a:ext cx="8077200" cy="4043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754360" y="1785240"/>
              <a:ext cx="7867080" cy="50072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746440" y="1773360"/>
                <a:ext cx="7878240" cy="502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978666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225" y="2349499"/>
            <a:ext cx="4371975" cy="37970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532" y="1690688"/>
            <a:ext cx="7904747" cy="4351338"/>
          </a:xfrm>
        </p:spPr>
        <p:txBody>
          <a:bodyPr>
            <a:normAutofit/>
          </a:bodyPr>
          <a:lstStyle/>
          <a:p>
            <a:r>
              <a:rPr lang="en-US" dirty="0"/>
              <a:t>Consider a 2-class classification problem in a 2 dimensional feature space x=[x1, x2] with target variable y=±1.The training data comprises 7 samples as shown below. 4 black diamonds for the positive class and 3 gray diamonds for the negative class. </a:t>
            </a:r>
            <a:endParaRPr lang="en-IN" dirty="0"/>
          </a:p>
          <a:p>
            <a:pPr lvl="1"/>
            <a:r>
              <a:rPr lang="en-US" dirty="0"/>
              <a:t>Find the k-means cluster centers for the two (black diamond and gray diamonds) classes. </a:t>
            </a:r>
            <a:endParaRPr lang="en-IN" dirty="0"/>
          </a:p>
          <a:p>
            <a:pPr lvl="1"/>
            <a:r>
              <a:rPr lang="en-US" dirty="0"/>
              <a:t>What is the equation for linear decision boundary which is equidistant from the two cluster center? </a:t>
            </a:r>
            <a:endParaRPr lang="en-IN" dirty="0"/>
          </a:p>
          <a:p>
            <a:pPr lvl="1"/>
            <a:r>
              <a:rPr lang="en-US" dirty="0"/>
              <a:t>What is the training error rate? 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4" name="Ink 3"/>
              <p14:cNvContentPartPr/>
              <p14:nvPr/>
            </p14:nvContentPartPr>
            <p14:xfrm>
              <a:off x="675000" y="1080"/>
              <a:ext cx="10428120" cy="6390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665640" y="-11160"/>
                <a:ext cx="10449360" cy="64134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78284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15225" y="2199482"/>
            <a:ext cx="4424415" cy="3842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532" y="1690688"/>
            <a:ext cx="7904747" cy="435133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Consider a 2-class classification problem in a 2 dimensional feature space x=[x1, x2] with target variable y=±1.The training data comprises 7 samples as shown below. 4 black diamonds for the positive class and 3 gray diamonds for the negative class. </a:t>
            </a:r>
            <a:endParaRPr lang="en-IN" dirty="0"/>
          </a:p>
          <a:p>
            <a:pPr lvl="1"/>
            <a:r>
              <a:rPr lang="en-US" dirty="0"/>
              <a:t>Find the k-means cluster centers for the two (black diamond and gray diamonds) classes. </a:t>
            </a:r>
            <a:endParaRPr lang="en-IN" dirty="0"/>
          </a:p>
          <a:p>
            <a:pPr lvl="2"/>
            <a:r>
              <a:rPr lang="en-US" dirty="0"/>
              <a:t>Black diamond class: (-1.0,0.0)</a:t>
            </a:r>
            <a:endParaRPr lang="en-IN" dirty="0"/>
          </a:p>
          <a:p>
            <a:pPr lvl="2"/>
            <a:r>
              <a:rPr lang="en-US" dirty="0"/>
              <a:t>Gray diamond class: (8/3, 0.0)</a:t>
            </a:r>
            <a:endParaRPr lang="en-IN" dirty="0"/>
          </a:p>
          <a:p>
            <a:pPr lvl="1"/>
            <a:r>
              <a:rPr lang="en-US" dirty="0"/>
              <a:t>What is the equation for linear decision boundary which is equidistant from the two cluster center? </a:t>
            </a:r>
            <a:endParaRPr lang="en-IN" dirty="0"/>
          </a:p>
          <a:p>
            <a:pPr lvl="2"/>
            <a:r>
              <a:rPr lang="en-US" dirty="0"/>
              <a:t>x1=(8/3-1)/2=5/6</a:t>
            </a:r>
            <a:endParaRPr lang="en-IN" dirty="0"/>
          </a:p>
          <a:p>
            <a:pPr lvl="1"/>
            <a:r>
              <a:rPr lang="en-US" dirty="0"/>
              <a:t>What is the training error rate? </a:t>
            </a:r>
            <a:endParaRPr lang="en-IN" dirty="0"/>
          </a:p>
          <a:p>
            <a:pPr lvl="2"/>
            <a:r>
              <a:rPr lang="en-US" dirty="0"/>
              <a:t>1/7 (gray diamond point at (0,0) will be misclassified)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47441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i="1" dirty="0"/>
              <a:t>Using K-means Clustering algorithm, create 4 clusters for the following dataset.</a:t>
            </a:r>
            <a:endParaRPr lang="en-US" dirty="0"/>
          </a:p>
          <a:p>
            <a:r>
              <a:rPr lang="en-US" dirty="0"/>
              <a:t>(2, 5), (2.5, 3), (3.5, 4), (5, 7.9), (8, 11.3), (11, 12), (12, 19), (13, 5), (7, 3), (11, 7), (15,15.1), (1, 2), (2, 20), (10, 10), (13, 1.1), (7, 9), (30, 42), (18, 21), (55, 39), (32, 68), (30,30), (50, 50.1)</a:t>
            </a:r>
          </a:p>
          <a:p>
            <a:r>
              <a:rPr lang="en-US" dirty="0"/>
              <a:t>Choose 4 random initial cluster centers as </a:t>
            </a:r>
            <a:r>
              <a:rPr lang="en-US" b="1" i="1" dirty="0"/>
              <a:t>C1 = (2, 5), C2 = (11, 12), C3 = (18, 21), and C4 = (30, 30)</a:t>
            </a:r>
          </a:p>
          <a:p>
            <a:r>
              <a:rPr lang="en-US" dirty="0"/>
              <a:t>Calculate the distance by using the Distance Function between two points a = (x1, y1) and b = (x2, y2) as follows: P(</a:t>
            </a:r>
            <a:r>
              <a:rPr lang="en-US" dirty="0" err="1"/>
              <a:t>a,b</a:t>
            </a:r>
            <a:r>
              <a:rPr lang="en-US" dirty="0"/>
              <a:t>)=|x2–x1|+|y2–y1|</a:t>
            </a:r>
            <a:endParaRPr lang="en-IN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849240" y="4002840"/>
              <a:ext cx="9645840" cy="211068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2760" y="3992400"/>
                <a:ext cx="9663120" cy="2129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92427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7220" y="365126"/>
            <a:ext cx="6316579" cy="764296"/>
          </a:xfrm>
        </p:spPr>
        <p:txBody>
          <a:bodyPr/>
          <a:lstStyle/>
          <a:p>
            <a:r>
              <a:rPr lang="en-IN"/>
              <a:t>Solution 8 </a:t>
            </a:r>
            <a:r>
              <a:rPr lang="en-IN" dirty="0"/>
              <a:t>- Iteration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9517" y="1129421"/>
            <a:ext cx="6849978" cy="5276057"/>
          </a:xfrm>
        </p:spPr>
        <p:txBody>
          <a:bodyPr>
            <a:noAutofit/>
          </a:bodyPr>
          <a:lstStyle/>
          <a:p>
            <a:r>
              <a:rPr lang="en-US" sz="1100" dirty="0"/>
              <a:t>Now, re-compute the new centers of 4 clusters. The new cluster center is computed by taking the mean of all the data points contained in that cluster.</a:t>
            </a:r>
          </a:p>
          <a:p>
            <a:r>
              <a:rPr lang="en-US" sz="1100" b="1" dirty="0"/>
              <a:t>For Center of Cluster - 1</a:t>
            </a:r>
            <a:endParaRPr lang="en-US" sz="1100" dirty="0"/>
          </a:p>
          <a:p>
            <a:r>
              <a:rPr lang="en-US" sz="1100" dirty="0"/>
              <a:t>X = (2 + 2.5 + 3.5 + 5 + 7 + 1 + 2) / 7 = 3.28</a:t>
            </a:r>
          </a:p>
          <a:p>
            <a:r>
              <a:rPr lang="en-US" sz="1100" dirty="0"/>
              <a:t>Y = (5 + 3 + 4 + 7.9 + 3 + 2 + 20) / 7 = 6.414</a:t>
            </a:r>
          </a:p>
          <a:p>
            <a:r>
              <a:rPr lang="en-US" sz="1100" dirty="0"/>
              <a:t>Therefore, </a:t>
            </a:r>
            <a:r>
              <a:rPr lang="en-US" sz="1100" b="1" dirty="0"/>
              <a:t>C1 = (3.28, 6.414)</a:t>
            </a:r>
            <a:endParaRPr lang="en-US" sz="1100" dirty="0"/>
          </a:p>
          <a:p>
            <a:r>
              <a:rPr lang="en-US" sz="1100" b="1" dirty="0"/>
              <a:t>For Center of Cluster - 2</a:t>
            </a:r>
            <a:endParaRPr lang="en-US" sz="1100" dirty="0"/>
          </a:p>
          <a:p>
            <a:r>
              <a:rPr lang="en-US" sz="1100" dirty="0"/>
              <a:t>X = (8 + 11 + 13 + 11 + 15 + 10 + 13 + 7) / 8 = 11</a:t>
            </a:r>
          </a:p>
          <a:p>
            <a:r>
              <a:rPr lang="en-US" sz="1100" dirty="0"/>
              <a:t>Y = (11.3 + 12 + 5 + 7 + 15.1 + 10 + 1.1 + 9) / 8 = 8.8125</a:t>
            </a:r>
          </a:p>
          <a:p>
            <a:r>
              <a:rPr lang="en-US" sz="1100" dirty="0"/>
              <a:t>Therefore, </a:t>
            </a:r>
            <a:r>
              <a:rPr lang="en-US" sz="1100" b="1" dirty="0"/>
              <a:t>C2 = (11, 8.8125)</a:t>
            </a:r>
            <a:endParaRPr lang="en-US" sz="1100" dirty="0"/>
          </a:p>
          <a:p>
            <a:r>
              <a:rPr lang="en-US" sz="1100" b="1" dirty="0"/>
              <a:t>For Center of Cluster - 3</a:t>
            </a:r>
            <a:endParaRPr lang="en-US" sz="1100" dirty="0"/>
          </a:p>
          <a:p>
            <a:r>
              <a:rPr lang="en-US" sz="1100" dirty="0"/>
              <a:t>X = (12 + 18) / 2 = 15</a:t>
            </a:r>
          </a:p>
          <a:p>
            <a:r>
              <a:rPr lang="en-US" sz="1100" dirty="0"/>
              <a:t>Y = (19 + 21) / 2 = 20</a:t>
            </a:r>
          </a:p>
          <a:p>
            <a:r>
              <a:rPr lang="en-US" sz="1100" dirty="0"/>
              <a:t>Therefore, </a:t>
            </a:r>
            <a:r>
              <a:rPr lang="en-US" sz="1100" b="1" dirty="0"/>
              <a:t>C3 = (15, 20)</a:t>
            </a:r>
            <a:endParaRPr lang="en-US" sz="1100" dirty="0"/>
          </a:p>
          <a:p>
            <a:r>
              <a:rPr lang="en-US" sz="1100" b="1" dirty="0"/>
              <a:t>For Center of Cluster - 4</a:t>
            </a:r>
            <a:endParaRPr lang="en-US" sz="1100" dirty="0"/>
          </a:p>
          <a:p>
            <a:r>
              <a:rPr lang="en-US" sz="1100" dirty="0"/>
              <a:t>X = (30 + 55 + 32 +30 + 50) / 5 = 39.4</a:t>
            </a:r>
          </a:p>
          <a:p>
            <a:r>
              <a:rPr lang="en-US" sz="1100" dirty="0"/>
              <a:t>Y = (42 + 39 + 68 + 30 + 50.1) / 5 = 45.82</a:t>
            </a:r>
          </a:p>
          <a:p>
            <a:r>
              <a:rPr lang="en-US" sz="1100" dirty="0"/>
              <a:t>Therefore </a:t>
            </a:r>
            <a:r>
              <a:rPr lang="en-US" sz="1100" b="1" dirty="0"/>
              <a:t>C4 = (39.4, 45.82)</a:t>
            </a:r>
            <a:endParaRPr lang="en-US" sz="1100" dirty="0"/>
          </a:p>
          <a:p>
            <a:r>
              <a:rPr lang="en-US" sz="1100" i="1" dirty="0"/>
              <a:t>This is the completion of Iteration 1.</a:t>
            </a:r>
            <a:endParaRPr lang="en-US" sz="11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817" y="204704"/>
            <a:ext cx="4448175" cy="6200775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5" name="Ink 4"/>
              <p14:cNvContentPartPr/>
              <p14:nvPr/>
            </p14:nvContentPartPr>
            <p14:xfrm>
              <a:off x="151200" y="644040"/>
              <a:ext cx="4327560" cy="3355920"/>
            </p14:xfrm>
          </p:contentPart>
        </mc:Choice>
        <mc:Fallback xmlns="">
          <p:pic>
            <p:nvPicPr>
              <p:cNvPr id="5" name="Ink 4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45440" y="640440"/>
                <a:ext cx="4336920" cy="3365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144793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8612126" y="2861532"/>
            <a:ext cx="5523704" cy="1107158"/>
          </a:xfrm>
        </p:spPr>
        <p:txBody>
          <a:bodyPr/>
          <a:lstStyle/>
          <a:p>
            <a:r>
              <a:rPr lang="en-IN" dirty="0"/>
              <a:t>Solution 8 - Iteration 2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43" y="155659"/>
            <a:ext cx="4259431" cy="666449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8365" y="365125"/>
            <a:ext cx="4375234" cy="61581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/>
              <p14:cNvContentPartPr/>
              <p14:nvPr/>
            </p14:nvContentPartPr>
            <p14:xfrm>
              <a:off x="104400" y="4253400"/>
              <a:ext cx="154440" cy="168840"/>
            </p14:xfrm>
          </p:contentPart>
        </mc:Choice>
        <mc:Fallback xmlns="">
          <p:pic>
            <p:nvPicPr>
              <p:cNvPr id="3" name="Ink 2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4680" y="4244040"/>
                <a:ext cx="175680" cy="187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9480516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Suppose we train a model to predict whether an email is Spam or Not Spam. After training the model, we apply it to a test set of 500 new email messages (also labelled) and the model produces the contingency table below. </a:t>
            </a:r>
          </a:p>
          <a:p>
            <a:r>
              <a:rPr lang="en-IN" sz="2400" dirty="0"/>
              <a:t>[A] Compute the precision of this model with respect to the Spam class. </a:t>
            </a:r>
          </a:p>
          <a:p>
            <a:r>
              <a:rPr lang="en-IN" sz="2400" dirty="0"/>
              <a:t>[B] Compute the recall of this model with respect to the Not Spam class. </a:t>
            </a:r>
          </a:p>
          <a:p>
            <a:endParaRPr lang="en-IN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01540531"/>
              </p:ext>
            </p:extLst>
          </p:nvPr>
        </p:nvGraphicFramePr>
        <p:xfrm>
          <a:off x="2241232" y="4287042"/>
          <a:ext cx="7379017" cy="1889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4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8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 </a:t>
                      </a:r>
                      <a:endParaRPr lang="en-IN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 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True Class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8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 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 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Spam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Not Spam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80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Predicted Class</a:t>
                      </a:r>
                      <a:endParaRPr lang="en-IN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Spam 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70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30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Not Spam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70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330</a:t>
                      </a:r>
                      <a:endParaRPr lang="en-IN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/>
              <p14:cNvContentPartPr/>
              <p14:nvPr/>
            </p14:nvContentPartPr>
            <p14:xfrm>
              <a:off x="5765040" y="3421080"/>
              <a:ext cx="2736000" cy="299772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57480" y="3411000"/>
                <a:ext cx="2752920" cy="30139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10911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Question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2400" dirty="0"/>
              <a:t>Suppose we train a model to predict whether an email is Spam or Not Spam. After training the model, we apply it to a test set of 500 new email messages (also labelled) and the model produces the contingency table below. </a:t>
            </a:r>
          </a:p>
          <a:p>
            <a:r>
              <a:rPr lang="en-IN" sz="2400" dirty="0"/>
              <a:t>[A] Compute the precision of this model with respect to the Spam class. </a:t>
            </a:r>
          </a:p>
          <a:p>
            <a:r>
              <a:rPr lang="en-IN" sz="2400" dirty="0"/>
              <a:t>[B] Compute the recall of this model with respect to the Spam class. </a:t>
            </a:r>
          </a:p>
          <a:p>
            <a:endParaRPr lang="en-IN" sz="2400" dirty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6750348"/>
              </p:ext>
            </p:extLst>
          </p:nvPr>
        </p:nvGraphicFramePr>
        <p:xfrm>
          <a:off x="507682" y="4153692"/>
          <a:ext cx="7379017" cy="18899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442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4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4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49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248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 </a:t>
                      </a:r>
                      <a:endParaRPr lang="en-IN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 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grid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True Class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248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 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 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Spam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Not Spam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480">
                <a:tc rowSpan="2"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Predicted Class</a:t>
                      </a:r>
                      <a:endParaRPr lang="en-IN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Spam 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70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30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248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Not Spam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>
                          <a:effectLst/>
                        </a:rPr>
                        <a:t>70</a:t>
                      </a:r>
                      <a:endParaRPr lang="en-IN" sz="28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2000" dirty="0">
                          <a:effectLst/>
                        </a:rPr>
                        <a:t>330</a:t>
                      </a:r>
                      <a:endParaRPr lang="en-IN" sz="2800" dirty="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077200" y="4153692"/>
            <a:ext cx="41148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Answer:</a:t>
            </a:r>
          </a:p>
          <a:p>
            <a:r>
              <a:rPr lang="en-US" dirty="0"/>
              <a:t>[A] Precision with respect to SPAM = # correctly predicted as SPAM / # predicted as SPAM</a:t>
            </a:r>
            <a:endParaRPr lang="en-IN" dirty="0"/>
          </a:p>
          <a:p>
            <a:r>
              <a:rPr lang="en-US" dirty="0"/>
              <a:t>= 70 / (70+30) = 70%</a:t>
            </a:r>
          </a:p>
          <a:p>
            <a:r>
              <a:rPr lang="en-US" dirty="0"/>
              <a:t>	</a:t>
            </a:r>
            <a:endParaRPr lang="en-IN" dirty="0"/>
          </a:p>
          <a:p>
            <a:r>
              <a:rPr lang="en-US" dirty="0"/>
              <a:t>[B] Recall with respect to SPAM = # correctly predicted as SPAM / # true SPAM</a:t>
            </a:r>
            <a:endParaRPr lang="en-IN" dirty="0"/>
          </a:p>
          <a:p>
            <a:r>
              <a:rPr lang="en-US" dirty="0"/>
              <a:t>= 70 / (70 + 70) = 50%	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6805675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Question 7</a:t>
            </a:r>
            <a:endParaRPr lang="en-IN" dirty="0"/>
          </a:p>
        </p:txBody>
      </p:sp>
      <p:sp>
        <p:nvSpPr>
          <p:cNvPr id="4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11696700" cy="4449762"/>
          </a:xfrm>
        </p:spPr>
        <p:txBody>
          <a:bodyPr/>
          <a:lstStyle/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IN" altLang="en-US" sz="2000"/>
              <a:t>The decision boundary for a two-class +1/-1 problem is given below in left. Specify the parameters weights and bias of the perception network on the right that can generate the given decision boundary. Note for a perceptron node, the output is +1 for input greater than or equal to 0, else output is -1. </a:t>
            </a:r>
            <a:endParaRPr lang="en-IN" altLang="en-US" sz="2000" dirty="0"/>
          </a:p>
        </p:txBody>
      </p:sp>
      <p:pic>
        <p:nvPicPr>
          <p:cNvPr id="5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57550" y="2819401"/>
            <a:ext cx="4114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290904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7</a:t>
            </a:r>
          </a:p>
        </p:txBody>
      </p:sp>
      <p:sp>
        <p:nvSpPr>
          <p:cNvPr id="4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11182350" cy="4449762"/>
          </a:xfrm>
        </p:spPr>
        <p:txBody>
          <a:bodyPr/>
          <a:lstStyle/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IN" altLang="en-US" sz="2000" dirty="0"/>
              <a:t>The decision boundary for a two-class +1/-1 problem is given below in left. Specify the parameters weights and bias of the perception network on the right that can generate the given decision boundary. Note for a perceptron node, the output is +1 for input greater than or equal to 0, else output is -1. </a:t>
            </a:r>
          </a:p>
        </p:txBody>
      </p:sp>
      <p:pic>
        <p:nvPicPr>
          <p:cNvPr id="5" name="Picture 2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8263" y="3028950"/>
            <a:ext cx="4114800" cy="3700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" name="Picture 2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86525" y="2819401"/>
            <a:ext cx="3937000" cy="3652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15982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7</a:t>
            </a:r>
          </a:p>
        </p:txBody>
      </p:sp>
      <p:sp>
        <p:nvSpPr>
          <p:cNvPr id="4" name="Content Placeholder 1"/>
          <p:cNvSpPr>
            <a:spLocks noGrp="1" noChangeArrowheads="1"/>
          </p:cNvSpPr>
          <p:nvPr>
            <p:ph idx="1"/>
          </p:nvPr>
        </p:nvSpPr>
        <p:spPr>
          <a:xfrm>
            <a:off x="304800" y="1493838"/>
            <a:ext cx="11277600" cy="4449762"/>
          </a:xfrm>
        </p:spPr>
        <p:txBody>
          <a:bodyPr>
            <a:normAutofit lnSpcReduction="10000"/>
          </a:bodyPr>
          <a:lstStyle/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The decision boundary consists of the following four straight lines: x1=1, -x1+x2=3, x1+x2=9 and x1=5. The four hidden nodes weights and biases correspond to the coefficients of these four lines, respectively. </a:t>
            </a:r>
          </a:p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Now points labelled as positive class fall on the right side of x1=1, below the lines -x1+x2=3, x1+x2=9 and left side of x1=5.  So corresponding weights from hidden nodes to output can be obtained as 1, -1, -1 and -1, respectively. </a:t>
            </a:r>
          </a:p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endParaRPr lang="en-US" altLang="en-US" dirty="0"/>
          </a:p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r>
              <a:rPr lang="en-US" altLang="en-US" dirty="0"/>
              <a:t>For points labelled as positive class +, total input to the output node is 4, whereas for points labelled as negative class -, total input to output node is less than 4.  So bias at the output node is obtained as 4.</a:t>
            </a:r>
          </a:p>
          <a:p>
            <a:pPr marL="342900" indent="-342900" algn="l" eaLnBrk="1" hangingPunct="1">
              <a:lnSpc>
                <a:spcPct val="80000"/>
              </a:lnSpc>
              <a:buClr>
                <a:srgbClr val="101141"/>
              </a:buClr>
              <a:buFont typeface="Arial" panose="020B0604020202020204" pitchFamily="34" charset="0"/>
              <a:buChar char="•"/>
            </a:pPr>
            <a:endParaRPr lang="en-IN" altLang="en-US" dirty="0"/>
          </a:p>
        </p:txBody>
      </p:sp>
    </p:spTree>
    <p:extLst>
      <p:ext uri="{BB962C8B-B14F-4D97-AF65-F5344CB8AC3E}">
        <p14:creationId xmlns:p14="http://schemas.microsoft.com/office/powerpoint/2010/main" val="27278106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1771</TotalTime>
  <Words>1737</Words>
  <Application>Microsoft Office PowerPoint</Application>
  <PresentationFormat>Widescreen</PresentationFormat>
  <Paragraphs>133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Calibri</vt:lpstr>
      <vt:lpstr>Calibri Light</vt:lpstr>
      <vt:lpstr>Office Theme</vt:lpstr>
      <vt:lpstr>Applied Machine Learning</vt:lpstr>
      <vt:lpstr>Question 1</vt:lpstr>
      <vt:lpstr>Solution 1</vt:lpstr>
      <vt:lpstr>Question 2</vt:lpstr>
      <vt:lpstr>Solution 2</vt:lpstr>
      <vt:lpstr>Question 3</vt:lpstr>
      <vt:lpstr>Solution 3</vt:lpstr>
      <vt:lpstr>Question 4</vt:lpstr>
      <vt:lpstr>Solution 4</vt:lpstr>
      <vt:lpstr>PowerPoint Presentation</vt:lpstr>
      <vt:lpstr>PowerPoint Presentation</vt:lpstr>
      <vt:lpstr>Question 6</vt:lpstr>
      <vt:lpstr>Solution 6</vt:lpstr>
      <vt:lpstr>Question 7</vt:lpstr>
      <vt:lpstr>Solution 7</vt:lpstr>
      <vt:lpstr>Question 8</vt:lpstr>
      <vt:lpstr>Solution 8 - Iteration 1</vt:lpstr>
      <vt:lpstr>Solution 8 - Iteration 2</vt:lpstr>
      <vt:lpstr>Question 9</vt:lpstr>
      <vt:lpstr>Question 9</vt:lpstr>
      <vt:lpstr>Question 7</vt:lpstr>
      <vt:lpstr>Solution 7</vt:lpstr>
      <vt:lpstr>Solution 7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Anita</dc:creator>
  <cp:lastModifiedBy>A MANOVISHNU</cp:lastModifiedBy>
  <cp:revision>26</cp:revision>
  <dcterms:created xsi:type="dcterms:W3CDTF">2022-06-28T01:38:29Z</dcterms:created>
  <dcterms:modified xsi:type="dcterms:W3CDTF">2024-04-01T13:02:15Z</dcterms:modified>
</cp:coreProperties>
</file>