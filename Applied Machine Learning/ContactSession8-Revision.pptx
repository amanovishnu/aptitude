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5.xml" ContentType="application/inkml+xml"/>
  <Override PartName="/ppt/notesSlides/notesSlide3.xml" ContentType="application/vnd.openxmlformats-officedocument.presentationml.notesSlide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66" r:id="rId4"/>
    <p:sldId id="258" r:id="rId5"/>
    <p:sldId id="267" r:id="rId6"/>
    <p:sldId id="259" r:id="rId7"/>
    <p:sldId id="268" r:id="rId8"/>
    <p:sldId id="269" r:id="rId9"/>
    <p:sldId id="261" r:id="rId10"/>
    <p:sldId id="270" r:id="rId11"/>
    <p:sldId id="27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 autoAdjust="0"/>
    <p:restoredTop sz="83842" autoAdjust="0"/>
  </p:normalViewPr>
  <p:slideViewPr>
    <p:cSldViewPr snapToGrid="0">
      <p:cViewPr varScale="1">
        <p:scale>
          <a:sx n="62" d="100"/>
          <a:sy n="62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1-13T03:53:56.9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23124 11172 187 0,'0'0'37'16,"0"0"-4"-16,0 0-6 0,0 0 1 16,0 0 5-16,0 0-2 0,0 0-2 15,0 0-3-15,0 0-5 0,0 0-3 0,-27-4 3 16,25 4 2-16,2 0-2 0,0 0 3 15,3 0-3-15,12 0 2 0,7 0-2 16,7 0 0-16,-1 0 0 0,3-3-2 16,-1 3-3-16,2-1-2 0,0 1-3 15,-2-1-1-15,-1-1-3 0,-1-1 1 16,-10 1-4-16,1 1 0 0,-5-1-2 16,-2 0-1-16,0 2 1 0,-5 0-3 15,-1 0-1-15,-6 0 0 0,0 0-8 16,0 0-5-16,1 0-15 0,8 0-24 0,-2 0-81 15,3 0-154-15</inkml:trace>
  <inkml:trace contextRef="#ctx0" brushRef="#br0" timeOffset="924.8115">23498 12467 253 0,'0'0'62'0,"0"0"-9"0,0 0-6 15,0 0-11-15,0 0 0 0,0 0-3 16,0 0-7-16,0 0-2 0,0 0-3 16,50 3-2-16,-28-3-1 0,4-3-1 15,0-1-2-15,3 1-1 0,1-4-1 0,-1 2 0 16,0 0 0-16,-3 0-5 0,-8 1-2 15,-1 1-3-15,-9 2-2 0,-3 0 0 16,2 1-2-16,-7 0-2 0,0 0-4 16,0 0-13-16,0 0-14 0,1-3-32 15,-1 3-77-15,0 0-132 0</inkml:trace>
  <inkml:trace contextRef="#ctx0" brushRef="#br0" timeOffset="60649.4495">25491 10892 126 0,'0'0'30'0,"0"0"-4"0,0 0-2 16,0 0-3-16,0 0 0 0,0 0-2 15,0 0 1-15,0 0-2 0,0 0-6 16,0 0 2-16,-3-3 1 0,6-4 5 0,10-8 2 16,10-8-3-16,9-6-4 0,9-6-6 15,6-5 0-15,7-5 3 0,3-2 1 16,2-4 2-16,1 0 0 0,1 1 1 15,-2-2-1-15,2 2-3 0,-3 2-2 16,0 1-2-16,0 4-2 0,-2-1 1 16,-1 5-1-16,-3 2 0 0,-6 2-1 15,-1 1-2-15,-5 3-1 0,-3 2 1 16,-4 4-2-16,-4 5 0 0,-6 5 0 16,-9 4-1-16,-5 5 0 0,-5 5 1 0,-4 1 2 15,0-2 0-15,0 2 1 0,2 0-2 16,-2-2 0-16,0 2 0 0,1-1-1 15,-1 1 1-15,0-2-1 16,0 2 1-16,0 0-1 0,0 0-1 0,-1-1 1 16,-1 1-1-16,1 0 0 0,-1-2 1 15,1 2-2-15,-1 0 0 0,0 0 0 16,0 0 0-16,1 0 1 0,-1 0-1 16,1 0 0-16,-1 0 2 0,-3 0-1 15,-3 0 1-15,2 0-1 0,-5-1 0 0,5 1-1 16,0 0 1-16,-5-1 0 0,5 1 1 15,-6-2 0-15,0 0-1 0,-1 2 0 16,1 0-1-16,-2 0 1 0,-6 0 0 16,3 0-1-16,-1 0 1 0,2 4 0 15,-2 0 0-15,8-1 0 0,-6 3 1 16,6-3 0-16,6-1-1 0,-1 0 1 16,5-2-2-16,-1 0 0 0,1 0 1 15,0 0 2-15,10 0 2 0,13-7 2 16,9-5-2-16,9-4-2 0,5-3 0 0,2 0 1 15,1-1-3-15,0 4 6 0,-3 1-4 16,-1 2 4-16,-3 3-1 0,-3 3 1 16,0 2-1-16,-5 3-1 0,-2 2-3 15,-4 2 1-15,-8 6 0 0,-3 6 2 16,-6 1 1-16,-5 5-2 0,-5 6 0 0,-1 3-3 16,-6-1 1-16,-7 4 1 0,-4 0 0 15,-4 0 0-15,-2 2-1 16,0-1 0-16,-1-5-1 0,2-1 0 0,2-4-1 15,1-4-3-15,6-7-8 0,5-4-12 16,5-3-40-16,3-5-69 0,-2 0-134 16</inkml:trace>
  <inkml:trace contextRef="#ctx0" brushRef="#br0" timeOffset="62242.0705">27265 9411 425 0,'0'0'33'0,"0"0"2"16,36-79 2-16,-10 57-8 0,3 5-8 15,2 5-6-15,1 9-8 0,-2 3-2 16,-3 15-3-16,-1 9 1 0,-6 7-3 0,-5 4 2 16,-2 5-2-16,-7 4 1 0,-5 0-2 15,-1 0 2-15,-1 0 0 0,-5-4 0 16,-1-7 0-16,2-11 2 15,3-7-1-15,0-10 0 0,2-5 2 0,-1 0 1 16,1 0 2-16,0 0 2 0,11-5 1 16,7-10-2-16,5-4-3 0,-3-3-2 15,3 3-1-15,0 1-1 0,-1-1 1 16,0 1 0-16,1 0-1 0,1 0-1 16,1 0-1-16,-3 1-2 0,1 2-4 0,-6 4-6 15,-8 5-9-15,-3 4-15 0,-3 2-24 16,3 3-39-16,0 11-58 0,-3 13-86 15</inkml:trace>
  <inkml:trace contextRef="#ctx0" brushRef="#br0" timeOffset="62394.716">27618 10097 370 0,'0'0'33'15,"0"0"2"-15,0 0-4 0,103-86-5 0,-69 50-10 16,4-4-5-16,2-2-7 0,2-4-7 15,2 6-15-15,-4 5-38 0,-2 6-30 16,-6 8-46-16,-11 8-92 0</inkml:trace>
  <inkml:trace contextRef="#ctx0" brushRef="#br0" timeOffset="62599.2663">28069 10205 366 0,'0'0'51'0,"0"0"-6"0,0 0-7 15,45 85-8-15,-39-64-6 0,-2 2-7 16,-1 0-9-16,-3 1 0 0,0-4-7 0,-3 2-1 16,-3-3-5-16,0-1-17 0,-2-4-44 15,-1-4-76-15,-4-2-112 0</inkml:trace>
  <inkml:trace contextRef="#ctx0" brushRef="#br0" timeOffset="62743.4511">27968 10018 493 0,'0'0'35'16,"0"0"-1"-16,0 0-2 0,58-101-8 0,-35 70-10 15,3-1-12-15,4-3-15 0,2-3-33 16,3 3-52-16,-3 3-90 0,-1 0-71 15</inkml:trace>
  <inkml:trace contextRef="#ctx0" brushRef="#br0" timeOffset="62950.68">28487 8927 480 0,'0'0'56'0,"0"0"-14"16,0 0-12-16,0 0-9 0,0 0-7 16,1 86-6-16,2-46-6 0,1-1-2 15,2 2-1-15,-1 1-8 0,1 0-13 0,-4 0-31 16,0-3-66-16,-2 2-82 0,0-4-47 16</inkml:trace>
  <inkml:trace contextRef="#ctx0" brushRef="#br0" timeOffset="63130.1269">28321 9227 567 0,'0'0'31'16,"0"0"-2"-16,0 0-3 0,0 0-7 0,0 0-1 16,0 0-6-16,114-53-3 0,-71 43-5 15,6 1-4-15,-1-2-10 0,1 2-5 16,-1 0-14-16,-6 1-22 15,-5 1-52-15,-3 3-74 0,-13 1-86 0</inkml:trace>
  <inkml:trace contextRef="#ctx0" brushRef="#br0" timeOffset="63794.873">28134 10038 108 0,'0'0'42'0,"0"0"-2"0,0 0-4 15,0 0 0-15,0 0 2 0,0 0 0 16,0 0 0-16,0 0-2 0,0 0-7 16,0 0-3-16,-19-17-5 0,16 17 0 0,-2 5-4 15,0 4-2-15,2-1-1 16,0 1-4-16,2-1 0 0,-2 1-5 0,2-4 1 15,-1 6-4-15,2-5-1 0,0-1-2 16,0 0-4-16,0 0-6 0,0 1-11 16,0 3-26-16,0 6-38 0,2-4-46 15,3 4-102-15</inkml:trace>
  <inkml:trace contextRef="#ctx0" brushRef="#br0" timeOffset="65270.6031">28322 9948 198 0,'0'0'44'0,"0"0"2"0,0 0-3 15,0 0-2-15,0 0-7 0,0 0-2 16,0 0-1-16,0 0-2 0,0 0-2 16,0 0-6-16,30-15-2 0,-28 15-2 15,-1 0-2-15,-1 0-3 0,0 0-4 16,0 0-3-16,0 2 0 0,-3 5-4 16,-5 5 2-16,-5 2-1 0,0 0 0 15,0-2-1-15,-2 1 1 0,0 3-1 0,0-1 0 16,-2 0-1-16,1 1 2 0,-2-1 0 15,2-2 1-15,1 2 0 0,1-1 1 16,2-1 0-16,3-2-1 0,3 3 0 16,2 3-1-16,2 0-1 0,2 7 1 15,0-2-1-15,0 2-1 0,4-4 1 0,2 2-1 16,-1-7 0-16,-1 0 1 0,-1-5 0 16,2 0 1-16,-2-1 0 15,-1-4 0-15,1-2 0 0,-2 1 0 16,1 0 1-16,-1 0 0 0,2 0 1 0,-1-1-3 15,-1 2 2-15,1-3-1 0,0 3-1 16,-2-5 1-16,0 0-1 0,0 0 0 16,2 2 0-16,-2-1-1 0,1 1-2 15,-1-2-1-15,3 0 1 0,0 0 1 16,1-7 2-16,4-6 0 0,3-6-1 0,2 0 0 16,0-1 1-16,4 0-2 0,-2 5 1 15,2 2 0-15,-4 4 0 0,3 4 0 16,2 4 0-16,0 1 0 0,7 0 1 15,-5 8-1-15,-1 2 0 0,-2 3 1 16,-4 3-1-16,-1 0 1 0,-1 3-1 16,-3 1 1-16,-4 2 0 0,-2 4 1 15,-2 1 2-15,-2 3-5 0,-7 2 4 16,-1 0-3-16,-6 0 1 0,0-1 1 16,-2-4-1-16,-2-3 0 0,0-3 1 0,0-2-1 15,2-4 2-15,3-5-2 0,1-2 1 16,5-3-2-16,5-4-3 15,-1 2 0-15,5-3-14 0,-1 0-13 0,-2 0-30 16,-2-3-56-16,2-9-135 0</inkml:trace>
  <inkml:trace contextRef="#ctx0" brushRef="#br0" timeOffset="68703.1089">29042 8386 425 0,'0'0'47'0,"0"0"-2"0,29-83-9 16,-12 58-8-16,2 3-5 0,3 4-6 0,-3 3-5 15,-5 7-7-15,1 4-2 0,-1 4-2 16,-4 13 1-16,2 6 0 0,-5 8 1 16,-6 3-1-16,-1 2-1 0,0 1 0 15,-3-1 0-15,-4-5 2 0,4-7-2 16,0-10 1-16,3 1-2 0,0-6 0 0,2 2 0 16,9 4 4-16,7-6-1 0,6-1 2 15,4-2 0-15,2-1-2 0,-1 0-1 16,-3 2-1-16,-6 4-1 0,-2 0 2 15,-8-1 1-15,-3 6 2 0,-3-3-1 16,-4 6 2-16,0 4 1 0,-5 1-1 16,-7 6-1-16,-1-2 0 0,-4-3-1 15,-2 1-3-15,-2-3-2 0,0 1-5 16,1-5-9-16,1-1-19 0,5-4-38 16,2-3-85-16,2 3-122 0</inkml:trace>
  <inkml:trace contextRef="#ctx0" brushRef="#br0" timeOffset="68882.799">29256 9157 576 0,'0'0'41'0,"0"0"-3"16,66-94-7-16,-37 52-5 0,3-3-2 16,1-4-7-16,4 0-4 0,3 2-4 15,-1 3-5-15,0 5-3 0,-3 5-6 0,-4 7-7 16,-4 7-10-16,-10 8-16 0,-7 4-22 15,0 7-43-15,-7 1-89 0,1 3-78 16</inkml:trace>
  <inkml:trace contextRef="#ctx0" brushRef="#br0" timeOffset="69095.079">29562 9219 523 0,'0'0'52'0,"0"0"-9"15,0 0-7-15,0 0-5 0,94 47-6 16,-75-32-4-16,-3 2-6 0,-3 4-2 16,-3 3-4-16,-4 0-1 0,-4 3-3 15,-2 2-2-15,-3 0-2 0,-8 0 0 16,-4 1-3-16,-1-3-3 0,-3-1-13 0,0-3-16 16,2-9-28-16,2-5-77 15,2-8-146-15</inkml:trace>
  <inkml:trace contextRef="#ctx0" brushRef="#br0" timeOffset="69239.2415">29591 9087 587 0,'0'0'37'0,"0"0"-4"16,57-92-10-16,-35 61-8 0,4-1-8 0,0-2-9 15,0 0-11-15,1 2-20 0,-1-1-39 16,-3 4-83-16,-1-5-121 0</inkml:trace>
  <inkml:trace contextRef="#ctx0" brushRef="#br0" timeOffset="69439.3322">30004 7817 607 0,'0'0'31'0,"0"0"1"15,0 0-1-15,0 0 2 0,0 0-12 16,0 0-6-16,23 112-10 0,-17-69-7 16,0 0 2-16,-1 3-4 0,1-1-6 15,-2 0-11-15,0-2-17 0,-4-4-35 16,0-1-66-16,-1-5-141 0</inkml:trace>
  <inkml:trace contextRef="#ctx0" brushRef="#br0" timeOffset="69710.5517">29772 8128 572 0,'0'0'26'16,"0"0"4"-16,0 0 5 0,0 0-5 0,88-22-4 16,-49 15-4-16,6 0-6 0,4 1-3 15,2-1-3-15,-3 2-4 16,-1 0 0-16,-5 2-4 0,0 1-1 15,-7-1-1-15,-5 3 1 0,-9 0 0 0,-1 0 0 16,-10 0-1-16,-3 0-1 0,-1 0 1 16,-6 0 0-16,0 0 0 0,0 0 0 15,1 0-2-15,1 0 0 0,-1 0-8 16,1 0-5-16,-1 0-14 0,1 0-17 16,-1 0-48-16,1 0-85 0,-1 0-108 0</inkml:trace>
  <inkml:trace contextRef="#ctx0" brushRef="#br0" timeOffset="71519.4964">30578 7265 479 0,'0'0'38'0,"0"0"-3"0,0 0-7 0,12-79-6 16,-1 62-5-16,0 2-5 0,1 4-3 15,-1 2-6-15,-1 7 1 16,-1 2-5-16,3 0 0 0,-5 8 4 16,3 9-3-16,-6 4 4 0,-1 3-3 0,-3-5 0 15,2-2-2-15,-1 1 0 0,2-9 1 16,1 8-1-16,6-7 2 0,3-3-2 15,5 1 1-15,1-4 0 0,1 0 0 16,-6-1 1-16,2-2-1 0,-1 4 0 16,-5-2 2-16,0 4 0 0,-4-1 2 0,-5 7 1 15,-1 5-1-15,0 1 1 16,-7 8 0-16,-5-2 1 0,-2-1 2 16,1-2-4-16,-3-3-1 0,7-5-2 15,0-3-2-15,4-4-4 0,1-4-5 0,2 0-8 16,2-3-10-16,0 0-9 0,0 0-9 15,13-3-31-15,3-6-16 0,6-3-16 16,-9 1-19-16,1 4-21 0</inkml:trace>
  <inkml:trace contextRef="#ctx0" brushRef="#br0" timeOffset="71764.5796">30702 7946 430 0,'0'0'56'0,"0"0"-3"15,0 0-11-15,0 0-9 0,101-78-11 16,-65 43-1-16,5-3-5 0,2-4-2 0,2 2-1 16,2 1-3-16,-2 1-4 0,-3 5-3 15,-4 1-3-15,-6 5-3 0,-6 4-7 16,-6 4-7-16,-7 7-12 0,-6 5-20 15,-4 5-22-15,-3 2-40 0,0 0-64 16,0 0-74-16</inkml:trace>
  <inkml:trace contextRef="#ctx0" brushRef="#br0" timeOffset="71962.4993">31170 7868 421 0,'0'0'59'0,"0"0"-7"15,0 0-8-15,0 0-6 0,52 81-7 16,-46-64-5-16,0 0-6 0,-3-2-7 16,-2 2-3-16,-1 3-4 0,0-1-4 0,0 5 0 15,-4-1-2-15,-2-2-1 0,-4-2-4 16,0 0-11-16,-2-2-11 16,-4-4-27-16,2 0-45 0,-5-5-70 15,0-1-100-15</inkml:trace>
  <inkml:trace contextRef="#ctx0" brushRef="#br0" timeOffset="72107.5287">31146 7760 541 0,'0'0'37'0,"56"-78"0"16,-29 41-6-16,1 3-3 0,1 2-6 16,-2 2-8-16,0 1-9 0,-3 4-15 15,-1 1-14-15,-4 2-28 0,-5 1-62 16,-3 8-167-16</inkml:trace>
  <inkml:trace contextRef="#ctx0" brushRef="#br0" timeOffset="75375.1107">31507 6686 513 0,'0'0'38'16,"0"0"-12"-16,0 0-5 0,0 0-3 16,0 0-6-16,-45 99-3 0,45-63-5 0,0 1-4 15,3 0-2-15,4-1-8 0,-1-3-5 16,-1-2-21-16,-1-1-36 0,-3-2-53 15,-1 1-81-15</inkml:trace>
  <inkml:trace contextRef="#ctx0" brushRef="#br0" timeOffset="75536.1848">31323 6988 459 0,'0'0'33'0,"0"0"5"0,0 0-10 16,0 0-5-16,0 0-6 0,0 0-5 15,94-13-7-15,-68 14-5 0,5 1-3 16,2-1-10-16,2-1-15 0,2 0-29 16,1 0-57-16,-2 0-84 0</inkml:trace>
  <inkml:trace contextRef="#ctx0" brushRef="#br0" timeOffset="75783.4749">32134 6307 503 0,'0'0'40'0,"0"0"-2"0,0 0-6 16,0 0-6-16,0 0-10 0,0 0-5 15,74 85-9-15,-72-61-4 0,-2-1-10 16,0 1-9-16,-5-1-24 0,-2 1-53 16,-6-5-68-16,1 1-102 0</inkml:trace>
  <inkml:trace contextRef="#ctx0" brushRef="#br0" timeOffset="75957.6619">32006 6186 538 0,'0'0'36'16,"0"0"-7"-16,49-101 3 0,-27 69-12 16,1 0-2-16,4 1-6 0,4-1-6 0,2 1-3 15,1 1-4-15,-2 1-12 16,-3 6-2-16,-5 1-17 0,-7 10-15 16,-3 2-50-16,-4 8-46 0,-4 2-114 15</inkml:trace>
  <inkml:trace contextRef="#ctx0" brushRef="#br0" timeOffset="76167.62">32250 6650 492 0,'0'0'39'0,"0"0"-1"15,0 0-6-15,0 0-6 0,97-101-6 16,-72 72-9-16,4-3-2 0,1-2-8 15,3-1 0-15,3 2-2 0,0 0 2 16,5-1-7-16,2 4-12 0,5 2-13 16,4 4-26-16,0 3-64 0,-3 8-54 15,-4 3-86-15</inkml:trace>
  <inkml:trace contextRef="#ctx0" brushRef="#br0" timeOffset="76735.1913">32570 6946 272 0,'0'0'52'0,"0"0"0"15,0 0-11-15,0 0-18 0,0 0-12 16,0 0-5-16,0 0 3 0,0 0 1 16,0 0 1-16,-65 82-1 15,82-58-3-15,8-2-4 0,5-1 6 0,3-1 0 16,1 4-4-16,-4-2 4 0,-1-1-9 15,-5 3 0-15,-2-3 0 0,-9 0 2 16,-3 1 0-16,-10 0-2 0,-4 2 0 16,-12 0 0-16,-9-1 0 0,-5 0-7 15,-2-5 9-15,3-2-10 0,2-7 1 0,9-2 0 16,1-6-11-16,4-1 8 0,-1-10 3 16,0-5 7-16,5-7 3 15,4-3 2-15,5-4-1 0,0-4 1 0,10-5 0 16,3-3-2-16,4-1 10 0,0-1 0 15,0-1 2-15,-3-1 5 0,3 1-8 16,0 1 3-16,0 0-2 0,-1 1-1 16,-2 5-2-16,-5 2-1 0,-6 6-2 15,-3 1 1-15,-3 7-1 0,-10 4-1 16,-4 5-3-16,3 5-12 0,-3 4 1 0,-3 3-1 16,1 3-2-16,-4 9-1 0,3 2-8 15,5 1-17-15,4 4-31 0,1-2-74 16,1 2-125-16</inkml:trace>
  <inkml:trace contextRef="#ctx0" brushRef="#br0" timeOffset="78925.1527">27419 10454 167 0,'0'0'33'0,"0"0"6"0,0 0-5 16,0 0-9-16,0 0-6 0,0 0-1 0,0 0 6 16,0 0 4-16,0 0 1 15,-61 68 2-15,40-30-3 0,-2 8-3 16,-3 6-3-16,-3 8-4 0,-1 8-3 16,-2 5-1-16,-4 4-4 0,-3 8 1 0,-4 1 1 15,-2 4-2-15,-3 2 1 0,-1 2 0 16,4 0-4-16,1 1 3 0,4-3-1 15,4 2-3-15,3-4 1 0,4-1-3 16,2-7 0-16,2-7 0 0,2-5-1 16,4-9 0-16,2-6-1 0,2-7 0 0,1-4 0 15,2-2-3-15,2-5 3 0,-1-3-3 16,2-3 3-16,0-3 0 16,1-4-1-16,3-7 1 0,-1-1-3 15,2 0 3-15,1-8-1 0,-3 8 1 0,1-2-1 16,0-3 0-16,-1 2 0 0,4-4 1 15,-3 0-2-15,1-1 1 0,1-5-3 16,0 1 1-16,3-4-1 0,-1 0-3 16,1 0-1-16,0 2-5 0,-2-1-5 15,2-1-4-15,-1 0 1 0,-1 2 0 0,1-2 1 16,-1 0 2-16,1 0 1 0,-3 0 1 16,-1-5 0-16,-1-2 2 0,1-2 2 15,1-4 5-15,1-4 2 0,0-2 3 16,0-6 3-16,0-1-1 0,1 1 2 15,1 1 1-15,-1 6 4 0,-1 0 3 16,3 6 4-16,-1 5 2 0,1 2 1 16,0 5 2-16,-1-2-7 0,1 2 1 15,0-1-4-15,-2 1-5 0,-3 0-1 16,-1 12-4-16,-3 8 2 0,-1 11-1 0,0 2 3 16,1 2-1-16,0 1 1 0,1 3-1 15,1-3-1-15,-1 0 0 0,2-2-1 16,-1-2 1-16,3-1-1 0,0-3 1 15,2-8 0-15,1-1 1 0,1-5-2 16,0-3-1-16,0 4-1 0,4-10-1 0,10 2 3 16,5-7 1-16,7-5 5 15,8-10-4-15,-1-6 1 0,0-5-3 16,2-4-1-16,-4-1 3 0,3-3 1 16,-1 2 0-16,-1 0 0 0,0 5-4 0,-3 2 0 15,-5 4 0-15,-2 5-1 0,-8 4 0 16,0 3-1-16,-6 4-1 0,-4 2 2 15,4-2-3-15,-5 3 1 0,-1 0-3 16,3-1-4-16,-5 3-7 0,0 0-10 16,4 0-11-16,2-2-21 0,4-1-40 0,3-4-65 15,-4 2-93-15</inkml:trace>
  <inkml:trace contextRef="#ctx0" brushRef="#br0" timeOffset="80682.6192">26811 9450 169 0,'0'0'12'0,"87"122"5"0,-31-48 9 15,6 8 5-15,7 9 5 0,4 7 4 0,4 8-1 16,5 7-3-16,6 7-2 0,5 3-9 16,2 2-4-16,4-3-4 0,-5-4-5 15,-3-6 1-15,-6-11-4 0,-7-6-2 16,-10-12 2-16,-6-7-3 0,-7-9 2 15,-7-8-2-15,-6-6-2 0,-9-6 0 16,-4-6-4-16,-9-8 0 0,-4-5-4 16,-6-12-4-16,-4-4-8 0,-3-7-21 15,-3-5-32-15,0 0-28 0,0-5-32 16,-12-15-42-16</inkml:trace>
  <inkml:trace contextRef="#ctx0" brushRef="#br0" timeOffset="81993.6779">26905 9501 193 0,'0'0'2'0,"61"-93"4"15,-12 29 7-15,10-12 12 0,9-12 11 16,10-12 11-16,9-9 4 0,11-11-3 16,8-7-9-16,10-3-12 0,4-6-7 0,5-1-7 15,3 2-2-15,3 3-3 16,-2 0-1-16,0 3 1 0,-5 0 0 16,0 0 4-16,-1 1-1 0,0 0-2 15,0 3-3-15,-4 6 1 0,-5 8-4 0,-8 8 1 16,-7 15-3-16,-8 9 0 0,-9 10-1 15,-9 6-3-15,-11 5 2 0,-6 7-2 16,-7 3 3-16,-7 3 3 0,-4 4-1 16,-3 5 0-16,-5 4-1 0,-4 4 0 15,-4 2-1-15,-2 7 0 0,-1 1 0 0,1 1 1 16,0 0-1-16,1 1-1 0,0 0 0 16,2 1 1-16,-1 3-1 0,-2 1 0 15,-4 4 0-15,-1 2 1 16,-7 1-1-16,-2 3 0 0,-2-1-1 0,1 0 1 15,0 2 0-15,0 0 2 0,8-3-1 16,-7 3 0-16,5-2 0 0,8-1 1 16,-9 1 0-16,6-3-1 0,-7 3 1 15,1-1-1-15,6-4 0 0,-3 0 1 16,7-5-1-16,-2 4 1 0,0-4-1 0,2-2 1 16,1-1 0-16,0 0-4 0,1-3 2 15,-2 3 0-15,2-1 2 0,0 5 1 16,-8 2 0-16,2 1-3 0,-7 1 1 15,-5 5-1-15,0-1 0 0,-4 3 0 16,0 0 0-16,0 0-1 0,3 0 1 16,-2-2 1-16,1 2-1 0,-1-2 2 15,1 2-1-15,-1-1 1 0,1 1-1 16,-1-2 0-16,1 2 1 0,-1 0-1 16,-1 0 0-16,2-2-1 0,-2 2-1 0,1 0 1 15,-1 0-1-15,2 0 1 0,-2 0 1 16,3 0 0-16,2 9 1 0,2 8 4 15,4 8-4-15,-1 2 3 0,5 3-3 16,3 7 0-16,4 2 0 0,5 7-1 16,5 7 1-16,3 7-2 0,6 9 2 0,1 5 0 15,2 8 2-15,2 2 2 0,-1 4-4 16,0 1 4-16,-2 3-3 16,-1 2 1-16,-3-1 2 0,-1 0-1 15,-3 1 0-15,0-4-3 0,-1-2-1 0,-1-5 1 16,2-2 2-16,1-7-2 0,2-5 2 15,2-8 0-15,0-3-1 0,0-4 2 16,-2-4-1-16,-2-4 1 0,-5-5-3 16,-2-5 0-16,-5-4-1 0,-3-7-2 15,-3-2 2-15,-6-9-1 0,-1-1 0 0,-3-6 0 16,-5-5 0-16,0 4 0 0,-3-6 2 16,0 0 0-16,0 0 1 0,1 1 1 15,1-1-1-15,-2 1 0 0,0-1 0 16,1 2-2-16,-1-2 1 0,0 1-1 15,0-1 0-15,0 2 1 0,0-2-1 16,0 2 1-16,0-2-1 0,0 1-1 16,0 3 1-16,-4 4-1 0,-4 4 1 15,1 5-1-15,-3 3 2 0,0 2-1 16,-4 6 0-16,-4 2 0 0,-2 5 1 0,-6 1 0 16,-4 5 0-16,-7 3-1 0,-3 7 2 15,-8 3 1-15,-1 5-2 0,-8 9 4 16,-3 3-1-16,-5 6-5 0,-6 5 1 15,-6 5-2-15,-7 7 1 0,-5 3 5 16,-5 6-2-16,-3 2 3 0,-3 4-5 0,-1 0-1 16,-3 2 2-16,-3-1 2 15,0 5 1-15,0-3 0 0,1 1-2 16,1-4-3-16,1 0 2 0,-2-5 0 16,4-1 1-16,2-3-1 0,2-2-1 0,4-5-1 15,4-2 2-15,2-7 0 0,5 0-1 16,2-6 4-16,4-6-3 0,6-4-1 15,7-4 1-15,5-4 0 0,7-4 0 16,4-6 1-16,3-6-1 0,5-8-2 16,5-5 3-16,6-8-3 0,9-10 2 0,9-5 1 15,7-4-3-15,4-4 0 0,-1 0 0 16,1 0-1-16,-2 0 0 16,1 2 1-16,-2-2-1 0,3 0-1 15,0 1-3-15,0-1-8 0,0 0-11 0,3-6-18 16,5-3-31-16,4-6-56 0,5-2-117 15</inkml:trace>
  <inkml:trace contextRef="#ctx0" brushRef="#br0" timeOffset="83565.6418">24328 10263 34 0,'0'0'30'0,"0"0"5"0,-102 18-2 15,67-11-9-15,-1 2-5 0,0 2-5 16,-3 3-4-16,2 2-3 0,-3 7-1 16,-3 5-2-16,1 3 5 0,2 8 0 15,-2 3 5-15,3 5 0 0,1 2-1 16,5 2 4-16,1 1-4 0,4-1 6 0,5 1 7 16,6 1-1-16,7 2 0 15,7 1-4-15,3 0-9 0,7 0 0 16,12 1-4-16,6 0 1 0,5-3-2 15,8 0 0-15,4-5-3 0,7-6 3 0,4-3-1 16,4-5 3-16,8-3-1 0,3-6 0 0,3-2 0 16,5-5-3-16,-1-3 1 0,2-3-1 15,-3-4 1-15,-5-2 3 16,0-3-2-16,-1-4 0 0,0 0-1 16,1 0-1-16,1-6 0 0,-2-6-1 0,2-2 0 15,-4-3 0-15,0-2 1 0,-3-5 2 16,-3-1-1-16,0-5 0 0,-5-4 2 15,0-2-3-15,-6-1 0 0,-6-1-2 16,-3 1 0-16,-6 0 0 0,-5 2-2 16,-6-2 4-16,-4 0-1 0,-8 1 2 0,-1-1 2 15,-5 2-3-15,-5-1 2 0,0-1 2 16,-11 1-3-16,-4-2-1 16,-5-1 0-16,-4-3-5 0,-6-1 2 15,-7-3-1-15,-4-1 0 0,-8-1 0 0,-5-3-5 16,-10 1 3-16,-6 0-2 0,-7 5 0 15,-7 2 2-15,-2 6-1 0,-3 12 1 16,3 10 0-16,3 13 0 0,4 5-1 16,1 19-5-16,4 12-3 0,4 5-4 15,5 7-11-15,7-2-9 0,14-1-26 0,9-4-51 16,15-7-78-16,10-11-57 0</inkml:trace>
  <inkml:trace contextRef="#ctx0" brushRef="#br0" timeOffset="83998.1252">24410 10614 212 0,'0'0'19'0,"0"0"15"0,-12-89 15 16,18 38 9-16,10-12-5 0,9-10-8 0,6-9-9 16,11-8-10-16,8-4-1 0,7-9-5 15,11-5-5-15,10-5 0 16,9-3-2-16,7-1 0 0,7 2-4 16,9 3 0-16,4 6-4 0,5 6 0 0,2 16 2 15,-1 13-5-15,-2 19-1 0,-6 17 0 16,-5 19 1-16,-6 13-2 0,-5 6 2 15,-5 17 0-15,-4 8-1 0,-10 6 2 16,-6 4-2-16,-10-1 2 0,-6-2 0 16,-10-3 1-16,-6-2 0 0,-5-4 0 15,-5-2 4-15,-7-5-3 0,-2-4 1 16,-6-3-2-16,-6-6-2 0,-4-2-2 16,-4-4-3-16,0 0 2 0,3 1-1 15,2 0-5-15,-2 1-3 0,1 1-13 0,-4-3-13 16,0 0-14-16,0 0-49 0,0 0-62 15,0 1-97-15</inkml:trace>
  <inkml:trace contextRef="#ctx0" brushRef="#br0" timeOffset="84561.8631">24517 9913 285 0,'0'0'45'0,"0"0"3"0,0 0-5 16,0 0-4-16,0 0-9 0,0 0-4 15,0 0-1-15,0 0-4 0,13 96-5 16,-3-57-5-16,1 2-2 0,1-2 2 16,1-2-4-16,-1-4-1 0,-1-2 0 15,2-7-2-15,-1-4 1 0,2-5-1 16,-5-4 0-16,1-5 0 0,0-3 0 16,2-3 1-16,6 0 0 0,1-5-1 15,7-5 0-15,-1-3-3 0,-2-4 3 0,0-3-1 16,2-4 0-16,1-2 2 0,0-2-2 15,3-1 2-15,0-1-1 0,1 3-1 16,-1 0-2-16,0 1-1 0,-3 6-1 16,-4 1 0-16,-1 6-1 0,-8 3-3 15,-4 3-8-15,-5 6-14 0,4 1-25 0,-1 0-78 16,6 4-139-16</inkml:trace>
  <inkml:trace contextRef="#ctx0" brushRef="#br0" timeOffset="94393.9039">17265 14154 51 0,'0'0'25'15,"0"0"2"-15,0 0-6 0,0 0-9 16,98-10-4-16,-57 10-4 0,5 0-1 16,3 0-2-16,8 2 1 0,3 3 0 0,4 2-1 15,5-1 2-15,-1-2-1 0,3 1 3 16,4-4 4-16,2-1 9 0,2 0 4 16,5-5 4-16,0-2-1 15,3-1 0-15,1 0-1 0,2-1 2 0,2-1-5 16,1 1-3-16,1 1-8 0,-2 1-3 15,-1 0-1-15,-2 2-2 0,-4-2 3 16,-3 2 1-16,-7 0 1 0,0 0 1 16,-7 0 0-16,0 0 0 0,-2 2-3 15,0-2 1-15,-3 1-1 0,0-1 0 0,-3-1-3 16,1 2 2-16,-2-3-2 0,-2 1 1 16,-2 2-2-16,1 1 1 0,1 0-2 15,-4-1 1-15,-1 3-1 0,-4 1-2 16,-4 0 0-16,-2-2 1 0,-4 2-1 15,0-1 0-15,-1-3 3 0,-1-1-3 16,-1-1 1-16,-2-3 3 0,2 0 0 16,-2-1 1-16,1-2-1 0,0 0 1 15,1 2-3-15,0-5 0 0,1 3-2 16,-3-2-2-16,0-1 3 0,-1-1-4 0,-3 1 4 16,-1 0 1-16,-1-2-2 0,-1 3 1 15,0-1 0-15,-3-2-1 0,-3 3 1 16,-1-1 0-16,-6 1 0 0,-1 6 1 15,-4-3-1-15,-3 3 0 0,-1-2 1 16,-1 0 3-16,-1-4-2 0,-2-6 1 0,0 2 2 16,0 1-2-16,-2-3-1 15,1 4 1-15,-2-2-2 0,0-6 2 16,1 2-2-16,1-1 0 0,-2 2 1 16,0 0-2-16,-3-1 0 0,-1 0 2 0,-2-1-1 15,-1 3 1-15,-3-2 0 0,-1 5 0 16,-2-1-1-16,-2 1 0 0,0 0-1 15,0-1 3-15,-2 1-2 0,-1 0-4 16,-2 1 3-16,-1-1-6 0,-2 2 6 16,-3 0 1-16,-1 0-2 0,-2 1 0 0,-1 1 0 15,-2 0 1-15,-2 1-1 0,1 2 1 16,-2 0-1-16,-1 1-1 0,0 2 1 16,0-1 0-16,-2 1 0 15,-1-1 2-15,0 1-1 0,-5 0-1 0,-1 2-1 16,-4-2 1-16,0 0 0 0,0 0-1 15,0 2 1-15,-3-3 1 0,-1 1-1 16,-2-1 1-16,-6-1-1 0,-2-1 0 16,-5-2 0-16,-3 2 0 0,0-4 0 15,1 2 0-15,3 0 0 0,4 0 0 0,-2 2 0 16,-2 0 2-16,-1 1-2 0,-1 2 0 16,-4 0-1-16,2 2 1 0,0 0 0 15,5 5-1-15,1 0 2 0,4 0-1 16,0 0 0-16,1 0 1 0,-4 0-1 15,1 2-1-15,-2 3 1 0,0 0-1 16,-1 0 1-16,2 4-1 0,1-1 1 16,0 1 0-16,1-1-1 0,0-1 0 15,-1 3 1-15,1-3 0 0,-2 3 0 16,2-2 0-16,0 4 0 0,4 1-1 0,1-1 1 16,2 2 0-16,0 1 0 0,3 0-2 15,-3 2 4-15,-2 0-2 0,-3 2 0 16,-2 1-2-16,-1 1 2 15,-1 2 0-15,1 1 2 0,8 2-2 0,3 3 1 16,3 5 3-16,10 2-2 0,2 4 3 0,6 5-3 16,6 1-1-16,3 2 1 15,9 2-2-15,6-1 1 0,6 2-2 16,4-2 2-16,8-4-2 0,10-3 3 16,6-1-1-16,5-4 1 0,7-1 5 0,6-2-4 15,4-4 2-15,8-1-3 0,8-4-3 16,6-6 0-16,8-2-1 0,4-2-8 15,5-5-9-15,2 0-18 0,4-3-50 16,5-2-80-16,6-5-90 0</inkml:trace>
  <inkml:trace contextRef="#ctx0" brushRef="#br0" timeOffset="99666.4598">13010 4034 471 0,'0'0'17'0,"0"0"6"16,0 0-3-16,45 96-5 0,-27-48-3 16,0 6-6-16,4 2-1 0,-4 2-3 0,0-2 0 15,-4-2 2-15,1 1-4 0,-5 0 3 16,1-4-3-16,-3-1 0 0,-5-4 0 16,-3-7 0-16,0-7 1 15,0-10 4-15,-2-10 3 0,1-6 0 0,-5-6 1 16,-7-15-1-16,0-12-2 0,-6-15 5 15,3-12-1-15,6-15-4 0,-3-14-1 16,7-13-2-16,2-10-3 0,1-5 4 16,3 2-3-16,1 9 1 0,10 12 3 15,4 13 0-15,3 17 4 0,3 12-1 0,4 11-4 16,-2 16-2-16,3 9-4 0,0 10-1 16,-1 3 1-16,-2 13-1 0,-3 9 2 15,0 5 0-15,-4 7 1 0,-4 2 3 16,-5 4-1-16,-4 0 1 0,-3 2-2 15,-4 0-1-15,-11-1-1 0,-5 3-4 16,-6-2-3-16,-4 1-9 0,-5 0-8 16,-1-2-18-16,1-2-30 0,2-4-52 15,7-6-89-15</inkml:trace>
  <inkml:trace contextRef="#ctx0" brushRef="#br0" timeOffset="99979.3369">13999 2801 520 0,'0'0'53'0,"-117"145"-9"0,61-51-7 15,3 10-7-15,6 11-8 0,6 6-5 16,8 1-6-16,8 2 0 0,11-5-4 15,14-12 0-15,10-9-5 0,16-9-3 16,10-11 0-16,8-7-2 0,6-9 2 16,5-9-1-16,3-7 1 0,1-11 0 0,0-8 0 15,-2-9 0-15,1-8-1 0,-2-6 1 16,-4-4-2-16,0-5-2 16,-6-5-3-16,-5-2-8 0,-4-2-10 15,-6 0-15-15,-4 2-29 0,-8-2-61 0,-3 6-146 16</inkml:trace>
  <inkml:trace contextRef="#ctx0" brushRef="#br0" timeOffset="101014.6953">14600 3171 429 0,'0'0'37'0,"-82"-5"0"0,43 19 2 0,-2 15-7 15,1 8-3-15,8 12-9 0,10 6-7 16,5 5-4-16,16 3-3 0,1-2-1 16,14-6-4-16,9-5 0 15,8-7-2-15,5-9 0 0,7-8 1 0,2-9 0 16,5-8-4-16,5-6-8 0,2-3-13 15,-1-12-22-15,1-9-44 0,-2-4-55 16,-6-10-107-16</inkml:trace>
  <inkml:trace contextRef="#ctx0" brushRef="#br0" timeOffset="101138.636">15106 2825 273 0,'0'0'20'15,"0"0"-24"-15,0 0-24 0,0 0-35 16,0 0-44-16</inkml:trace>
  <inkml:trace contextRef="#ctx0" brushRef="#br0" timeOffset="101518.7193">15090 2910 531 0,'0'0'48'0,"0"0"-13"0,0 0-15 0,0 0-9 16,0 0-3-16,0 0 2 0,0 0 1 0,0 0 3 15,0 0-2-15,84 99 0 0,-53-70-4 16,0-4-2-16,1 1-2 0,-3-2-1 16,-1-1-2-16,-5-3 0 0,-3 0 5 15,-3-1-4-15,-2-1 4 0,-2-1-6 16,-3-1-5-16,-3-6-8 0,2 0-15 15,-5-2-15-15,0-5-31 0,5 1-59 16,-4-2-141-16</inkml:trace>
  <inkml:trace contextRef="#ctx0" brushRef="#br0" timeOffset="101953.5824">15379 2020 486 0,'0'0'49'0,"0"0"-17"0,0 0-11 16,0 0-5-16,0 0 4 0,0 0 3 16,51 86-1-16,-12-25-2 0,6 14-6 0,7 12 3 15,3 3 4-15,2 4-3 0,0 3-2 16,1 0-5-16,-3 2-8 0,1-3 0 15,-2-4-3-15,-5-5 1 0,0-9 4 16,-7-3-4-16,0-9 3 0,-4-9-5 16,-4-5-1-16,-2-8 1 0,-1-9-3 0,-4-9-5 15,-1-3-9-15,-10-10-7 0,1-5-13 16,0-6-12-16,-2-2-51 0,5-14-112 16,-5-6-69-16</inkml:trace>
  <inkml:trace contextRef="#ctx0" brushRef="#br0" timeOffset="102162.6642">16737 1939 618 0,'0'0'33'16,"0"0"-8"-16,-62 116-1 0,46-58-10 0,0 6-6 15,3 1-8-15,4 5-1 0,2-2-3 16,3-1-2-16,1-4-12 0,0-2-19 16,-1-5-30-16,1-6-66 0,-6-7-89 15</inkml:trace>
  <inkml:trace contextRef="#ctx0" brushRef="#br0" timeOffset="102322.3707">16188 2292 484 0,'0'0'56'0,"0"0"-19"0,0 0-8 16,0 0-8-16,0 0 0 0,0 0-2 0,102 27-6 16,-48 8-6-16,11 0-1 15,3-1-6-15,4-5-3 0,5 0-1 16,-2-5-26-16,-1-9-19 0,-3-5-78 16,-6-5-146-16</inkml:trace>
  <inkml:trace contextRef="#ctx0" brushRef="#br0" timeOffset="102562.3004">16853 1419 533 0,'0'0'29'0,"0"0"5"0,91 6-1 15,-39 15-6-15,9 11-7 0,5 8-3 0,4 6-7 16,-1 9 0-16,-4 3-5 0,-6 4-2 15,-8 4 10-15,-9 3-2 0,-10 6 0 16,-11 5-5-16,-9 5-9 0,-11 3-3 16,-2-2 3-16,-15 0 4 0,-7-5-11 15,-6-8-5-15,-7-3-23 0,-6-5-31 0,-2-4-77 16,-6-1-140-16</inkml:trace>
  <inkml:trace contextRef="#ctx0" brushRef="#br0" timeOffset="103145.5704">15262 5607 570 0,'0'0'3'0,"58"112"1"0,-29-57 8 16,0-4 7-16,-4-6 0 0,-2-5 0 0,-3-4-5 15,-2-2-7-15,-4-7-3 0,-4-7-4 16,-7-9 3-16,1-5 1 0,-4-6 1 16,0 0 1-16,0 0-2 15,-11-8 0-15,-8-11-3 0,-4-15 2 0,-3-12 0 16,0-14-4-16,0-14 3 0,3-11-1 15,1-9 1-15,2-3 2 0,2 1-4 16,8 8-1-16,7 12 2 0,3 12-2 16,9 14 3-16,8 9 2 0,5 11-1 15,3 9-1-15,1 9 0 0,1 7-2 0,-1 5-1 16,1 12-1-16,-2 10 2 0,-3 7-3 16,-3 3 4-16,-4 8 2 0,-7 6-3 15,-7 3 4-15,-2 2-6 0,-14 4-6 16,-5 3-7-16,-6-1-12 0,-2-3-11 15,0-7-28-15,2-6-53 0,4-10-73 16,7-15-67-16</inkml:trace>
  <inkml:trace contextRef="#ctx0" brushRef="#br0" timeOffset="103361.6077">15907 4275 614 0,'0'0'26'0,"0"0"-2"0,0 0 1 0,-68 99 3 16,41-32 0-16,1 16-8 0,3 10-4 0,7 10-5 16,4 5-6-16,8 3 1 15,4-1 2-15,13-6-3 0,9-5 0 16,8-8-3-16,12-6-3 0,4-11-1 16,9-7-5-16,4-14-3 0,5-11-11 0,3-11-7 15,3-15-15-15,1-9-23 0,-3-7-53 16,0-14-112-16,-5-12-45 0</inkml:trace>
  <inkml:trace contextRef="#ctx0" brushRef="#br0" timeOffset="103673.1208">16634 4831 545 0,'0'0'26'16,"0"0"2"-16,0 0-4 0,25-83-6 15,1 67-6-15,1 9-7 0,1 6-3 16,1 1-1-16,-3 13-1 0,-3 10 2 16,-6 9 2-16,-6 7 1 0,-7 10 2 15,-4 2-1-15,-2 4 2 0,-8-5-3 0,-1-6 5 16,1-5-2-16,2-16 2 0,4-8 1 16,2-4-5-16,2-6-2 0,3-2 2 15,12-3-4-15,7-3 3 0,11-14 2 16,5-7-4-16,5-6 0 0,0-6-1 15,5-5-2-15,-2-1-4 0,0-3-6 16,-2-2-8-16,-5 1-11 0,-2-1-13 16,-5 3-15-16,-4-2-30 0,-9 2-34 15,-4-1-25-15,-9-1-7 0</inkml:trace>
  <inkml:trace contextRef="#ctx0" brushRef="#br0" timeOffset="103866.0897">17103 3999 405 0,'0'0'100'15,"0"0"-22"-15,0 0-25 0,0 0-19 16,0 0-10-16,0 0-2 0,0 0 0 16,0 0 3-16,25 106-4 0,3-40-1 15,7 7-6-15,5 6 2 0,5 1-3 16,4 0-5-16,1 3-1 0,2-3-6 16,0 1-2-16,-3-1-2 0,3-1-5 0,-3-3-7 15,0-6-11-15,-1-7-11 0,-6-11-16 16,1-7-31-16,-5-8-93 0,-3-9-119 15</inkml:trace>
  <inkml:trace contextRef="#ctx0" brushRef="#br0" timeOffset="104082.9445">18148 3780 672 0,'0'0'25'0,"-53"86"4"0,30-31-11 15,5 11-5-15,5 1-11 0,7 4-8 0,5 6-6 16,1-2-17-16,1 3-15 0,5-5-52 16,3-4-88-16,-6-6-99 0</inkml:trace>
  <inkml:trace contextRef="#ctx0" brushRef="#br0" timeOffset="104254.5921">17778 4180 631 0,'0'0'36'0,"0"0"-9"0,0 0-7 0,0 0-4 16,0 0-3-16,88 2-4 0,-43 16-5 15,8 6-1-15,8 0-5 0,3 2-6 16,2-1-11-16,4-4-20 0,-2-4-36 15,-2-4-92-15,-7-6-121 0</inkml:trace>
  <inkml:trace contextRef="#ctx0" brushRef="#br0" timeOffset="104486.1315">18252 3392 570 0,'0'0'28'15,"0"0"3"-15,87-35 3 0,-41 35-4 16,5 17-3-16,8 10-6 0,3 10-3 16,5 9-7-16,-2 8 1 0,-3 7-5 0,-6 6 1 15,-8 2-1-15,-9 6-4 0,-10 4 0 16,-13 4-5-16,-15 7-4 0,-4 2-1 16,-17 1-10-16,-8-3-5 15,-6-7-8-15,-3-11-13 0,-4-11-17 0,1-14-53 16,1-12-126-16,1-8-32 0</inkml:trace>
  <inkml:trace contextRef="#ctx0" brushRef="#br0" timeOffset="105042.8626">16205 5134 520 0,'0'0'42'16,"0"0"-10"-16,0 0-10 0,0 0-3 16,0 0-1-16,0 0-4 15,-78 101 0-15,74-74-6 0,4-1-2 0,0-5-2 16,9-1-1-16,5-3 0 0,3-3 0 15,6-2 0-15,5-4-2 0,2-3-1 16,2-2-2-16,0-3-4 0,0 0-9 16,-3 0-16-16,-2-6-35 0,0-1-94 15,-2-5-121-15</inkml:trace>
  <inkml:trace contextRef="#ctx0" brushRef="#br0" timeOffset="107981.9635">12381 4614 222 0,'0'0'40'0,"0"0"6"0,-97 91-3 0,61-54-2 15,0 1-4-15,-2 3-9 0,1 1-4 16,-5 1-1-16,4 2-5 0,-2 1-2 15,-5-1-3-15,-3 3 1 0,-2-2 1 16,-2 2-4-16,-5-3 1 0,4 0-4 16,-4-3-3-16,2-6 2 0,6-1-3 0,4-6 1 15,9-4-2-15,6-4-2 16,5-5 0-16,11-5-1 0,4-7-5 16,7-1-8-16,3-3-18 0,-2 0-20 0,2 0-26 15,5-4-20-15,8-10-13 0,4-6-11 16,5-4-11-16</inkml:trace>
  <inkml:trace contextRef="#ctx0" brushRef="#br0" timeOffset="108301.4325">11524 5079 314 0,'0'0'46'0,"0"0"-9"16,0 0-11-16,0 0-8 0,0 0-2 15,0 0-4-15,0 0 1 16,-84 75 5-16,68-40-2 0,3 1 1 0,-3 1-3 15,2 0-2-15,-1-2-2 0,2-1-2 16,3 2 0-16,-1-2-3 0,3-2-1 16,2-2-1-16,3-1 0 0,2-9-1 15,1-2 2-15,3-2-2 0,6-4 2 16,6 1 0-16,3-4 2 0,8-4 0 0,4-5 1 16,5 0-3-16,4 0 0 0,7-5 0 15,2 3 0-15,1 0 1 0,2 1 2 16,-5 1-4-16,-1 0 0 0,-6 0 0 15,-3 0-3-15,-5 1 1 0,-7 3-1 16,-5-4 0-16,-5 3 0 0,-2-1-2 16,-8 0-2-16,3 1-10 0,-2-1-12 0,-1-2-25 15,6 7-55-15,-3 1-126 16</inkml:trace>
  <inkml:trace contextRef="#ctx0" brushRef="#br0" timeOffset="110023.8739">18137 14241 122 0,'0'0'34'0,"0"0"-8"0,0 0-6 0,0 0-2 16,0 0-4-16,0 0-1 0,0 0-3 15,0 0-6-15,0 0-4 0,14 4-6 16,-12-4-5-16,-2 0-19 0,1 2-52 16</inkml:trace>
  <inkml:trace contextRef="#ctx0" brushRef="#br0" timeOffset="115337.6035">19710 11629 145 0,'0'0'47'0,"0"0"-8"15,0 0-12-15,0 0-13 0,0 0-5 16,0 0 4-16,0 0 10 0,0 0 8 16,0 0 2-16,0 0-8 0,99 35-4 15,-44-23-9-15,12-2-4 0,5 0-3 0,6-1 0 16,5-2 0-16,3-2 3 0,3-3 2 16,2-2 2-16,3 0 5 15,1-2-1-15,9-7-2 0,2-3-2 16,8-3-2-16,4 2 0 0,4-2-3 0,2-2 1 15,1 2-2-15,-1 0-2 0,-3-1 3 16,-4 1 1-16,-3 2-1 0,-5 1-1 16,-4 2-3-16,-8 3-2 0,-5 3 0 15,-9 1 1-15,-7-1-1 0,-8 1-2 16,-2 2 1-16,-8 1 1 0,-6 0-1 0,-4 0 1 16,-6 0-1-16,-5 0 1 0,-4 0-1 15,-5-1 1-15,-8 1 0 0,2 0 1 16,-3 0 0-16,-5 0 0 0,6 0 0 15,-8 0 0-15,-6 0-1 0,0 0 1 16,-6 0 0-16,0 0 2 0,0 0 1 0,1 0 1 16,0 0 1-16,2 0 0 0,-2 0 0 15,1 0 0-15,2-3-2 16,-1-1-2-16,2-5-1 0,1-5 0 16,-4 4 2-16,3-7 0 0,-1-1-3 0,-3-2 0 15,1-6 1-15,-2-2-3 0,0-1 2 16,0-4 0-16,-5 0-4 0,-3-6 5 15,1-2-4-15,-2-6 4 0,-1-5 1 16,4-4-1-16,2-5 1 0,1-1-2 16,3-3 2-16,0 3-3 0,0 4 2 0,4 3-1 15,1 6-3-15,-4 3 4 0,1 6-4 16,-2 5 4-16,0 4 3 16,-3 1-3-16,-3 6 1 0,-3 2-1 15,-1 1-1-15,1 6 0 0,-1 0-1 0,1 6 0 16,-2-1 0-16,-1-1 1 0,-2 2 1 15,-7-3-2-15,-2 4-1 0,-5 2 0 16,-6 2 0-16,-9 4 1 0,-6 0-1 16,-12 0 0-16,-7 5 0 0,-11 4 1 15,-10-1 0-15,-6 3-1 0,-5-2 0 0,-7 1 1 16,-5-2-2-16,-4 1 2 0,-8-1 0 16,-2-1-1-16,-1 0 0 15,-4 3 0-15,-3-3 0 0,-1 3 0 0,1-3 0 16,0 0 0-16,0-2-1 0,3 2 1 15,4-2 1-15,5-2-1 0,7-3 1 16,9 0-1-16,6 0-1 0,8 0 3 16,5-3-1-16,6-2 0 0,10-2 1 15,10 2-1-15,11-2 2 0,11 3-1 16,14-1 0-16,11 2-1 0,8 3-2 0,6 0 0 16,-1-2 0-16,-2 2 0 0,1 7 0 15,1 8 3-15,1 9-2 0,10 5 2 16,9 6 4-16,2 6-5 0,1 4 3 15,3 5-3-15,-4 2-1 0,-2 5 1 16,-3 6 0-16,-2 2 0 0,-5 2-1 0,-3-3 2 16,-2-3-2-16,-1-7 2 0,-3-4 3 15,2-7-4-15,-2-3 2 16,0-5-3-16,3-3-5 0,1-3-13 16,0 0-19-16,3 0-23 0,2 3-71 0,1 3-140 15</inkml:trace>
  <inkml:trace contextRef="#ctx0" brushRef="#br0" timeOffset="117195.1641">17114 14057 170 0,'0'0'33'15,"0"0"3"-15,0 0 4 0,0 0-9 16,0 0-6-16,0 0-1 0,100-20 0 15,-65 19 5-15,5-2-2 0,5 0-1 16,7-2-4-16,7-1-2 0,7-1-2 16,7-1-1-16,10-2-1 0,5-2-2 15,3 0-1-15,3 0-3 0,-1 0-1 16,-1-1 2-16,1 2-4 0,-4 1 2 0,-2 3-3 16,-5-1-3-16,-6 4-2 0,-8 1-1 15,-8 0 0-15,-6 1 1 0,-7 1 0 16,-8-3 0-16,-4 4-1 0,-3-5 1 15,-2 2 0-15,-2-1-4 0,-2-1 5 16,-3 0-5-16,-7 1 5 0,0 0 0 0,-8 2-2 16,-3 0 2-16,1 1 1 0,-6 1 1 15,0-2 2-15,0 2 3 16,1 0-1-16,2-2-1 0,-2 1-1 16,1 0-3-16,-2-1-1 0,0-5 1 0,0 0-1 15,0-6 0-15,0-4 0 0,-6 0 2 16,0-5-2-16,-1-2 0 0,0 2 0 15,-2-2 0-15,2-3 0 0,-2-4 0 16,0 0-1-16,0-3 3 0,0-2-3 16,3-1 1-16,0 0 0 0,5 0 0 0,1-2-1 15,0-2 1-15,0 3-2 0,1-2-3 16,3 1 2-16,-2 1-2 16,1 4 3-16,0 2 2 0,-2 3-3 15,-1 0 3-15,2 10 0 0,-2-1 0 0,0 1 2 16,0 5-1-16,-2-8 0 0,1 4 0 15,-2 6-2-15,0-6 1 0,1 7 0 16,1 0 0-16,-2 1 1 0,2 5-2 16,1 1 1-16,0 4-1 0,-2-2-1 15,2 2 0-15,-4-4 0 0,1 0 0 0,0 1 1 16,-3-4-1-16,3 5 0 0,0-1 0 16,-5-1 0-16,2 3 0 15,-5-1 0-15,0 0 1 0,-4 1-1 16,-8 1 0-16,-1 0 0 0,-8 0 0 0,-4 1 1 15,-3 4-1-15,-3-1-2 0,-5 1 2 16,-7 2 0-16,-1-4 0 0,-6 4 1 16,-2-2-1-16,-1 0 0 0,1-2 0 15,2 1 0-15,3 0 0 0,0-1-2 16,0 0 2-16,-5 0-1 0,1 2 0 0,-6-1 1 16,-2-1-1-16,-1 0 0 0,1-1 1 15,5-2 0-15,4 0 0 0,6 0 0 16,9 0 0-16,1-2 0 0,7-4 0 15,3 2 0-15,5-3 1 0,1 3-2 16,3 0 1-16,2 1 0 0,-1 1 0 16,3 0 2-16,5 1-3 0,-2-1 0 15,-3 2 1-15,1-3 0 0,-8 1 0 16,6 0 1-16,1-3-1 0,5 4 0 16,1-3 0-16,4 1 0 0,2 1 1 0,0 0-1 15,-1-3 1-15,2 2-1 0,4 3 0 16,-6-4-1-16,7 3 2 0,-2-1-1 15,1 0 0-15,5 2 1 0,-1-1-1 16,1 1-1-16,-3 0 0 0,-1 0-1 16,-3 0 0-16,-1 3 1 0,0 12 0 0,6 5 0 15,2 12 0-15,0 4 2 0,5 8-2 16,3 3 2-16,4 6-2 0,-1 3 2 16,1 2 4-16,1 3-5 0,-3 0 3 15,3 0-3-15,-4-1-1 0,-1-2 1 16,1-2-1-16,0-2 1 0,-5-2 0 15,3-5 0-15,-4-3-1 0,0-3 3 16,0-4 2-16,-1-2-3 0,-1-3 3 16,2-3-3-16,-2-7-2 0,-1-10 2 15,2-5-2-15,-2-7 0 0,0 5 1 0,0 0 1 16,0-1 0-16,1 2-1 0,-1-6 1 16,0 0-1-16,0 0 2 0,0 2 0 15,0 0 0-15,0-2 0 0,1 1-1 16,-1-1-1-16,0 0 0 0,0 2-1 15,0-2 1-15,0 0-1 0,0 0-1 16,0 1 0-16,0-1-3 0,0 0 0 16,0 0-1-16,0 2-6 0,0-2-5 15,0 0-10-15,0 0-15 0,0 1-19 16,0-1-55-16,0 8-111 0,5-2-30 0</inkml:trace>
  <inkml:trace contextRef="#ctx0" brushRef="#br0" timeOffset="120982.7062">7859 10067 196 0,'0'0'7'16,"0"0"-4"-16,0 0-1 0,0 0 4 16,0 0 6-16,0 0 1 0,0 0 2 0,130 22-1 15,-62-17-1-15,11 2 0 0,8 0 1 16,7 3 2-16,0 1 4 0,3 3 2 15,0 1 1-15,-2 0 0 0,3 0-1 16,-1 2-3-16,-1-3-1 0,-4 1-2 16,-5-3-2-16,-6-2-1 0,-10-1-1 0,-9-4-1 15,-10 0-3-15,-11-2-1 0,-14 0-4 16,-5-2 0-16,-12-1 0 16,-6 0 4-16,2 1 5 0,-6-1 2 15,0 0 0-15,0-1-3 0,0-13-6 0,0-8-1 16,0-9 2-16,0 1-3 0,-3-5 2 15,2-3-2-15,1-2 1 0,0-6-2 16,0 0-4-16,0-7 1 0,0-5-2 16,0-4 3-16,0-5 2 0,-2-3-1 15,1-1 1-15,1 2-1 0,0 1 2 0,0 6-2 16,0 3 2-16,3 6-1 0,4 3-4 16,0 3 5-16,0 3-4 15,2 3 2-15,1 3 3 0,-3 3-3 0,1 0 2 16,-4 1-1-16,4 2 0 0,-3 3-2 15,-2 9 2-15,-2 1-1 0,-1 7 0 16,0 0-1-16,-4-2 1 0,-3 7-1 16,-5-2 1-16,-4 6-1 0,-7 3-2 15,-6 0 2-15,-1 7-1 0,-8 4 1 16,-1 3 0-16,-7 1-1 0,-8 3 0 0,-6 3 1 16,-11 1-1-16,-10 5 0 0,-6-1-1 15,-4-1 2-15,-3 3-2 0,0-2 1 16,-1-4 0-16,1-2 0 0,-2-2 1 15,1-4-1-15,9-4 1 0,4-1 0 16,7-4 0-16,7-2 1 0,6 1-1 0,6-1 0 16,6-1 0-16,6 1 1 15,6 1-1-15,6 0 0 0,12 0-1 16,8 3 0-16,5-1-2 0,4 6 5 16,3 8 2-16,0 5-4 0,10 11 4 0,5 5-3 15,2 7-2-15,5 6 2 0,-5 11-2 16,2 9 1-16,-6 2-1 0,4 4 2 15,-5-4 4-15,1-4-2 0,-6-7 1 16,2-8-1-16,-5-7-4 0,-2-4 2 16,-2-7 0-16,0-5 0 0,0-6 0 0,0-9 1 15,0-2 0-15,-2-9-2 0,1-3 0 16,-1 6 1-16,1-6-2 0,-1-2 1 16,2 4-6-16,0 0-7 15,0 4-12-15,0 9-20 0,3 4-55 0,7 2-124 16,-1-3-34-16</inkml:trace>
  <inkml:trace contextRef="#ctx0" brushRef="#br0" timeOffset="124254.8502">13444 5109 271 0,'0'0'-11'0,"0"0"8"16,0 0 5-16,0 0 17 0,0 0 1 16,127-50-4-16,-36-5-4 0,25-16 3 15,15-14 2-15,20-14 9 0,19-12 5 0,15-11 0 16,15-10-2-16,15-8-4 16,11-6-6-16,9-2-1 0,8-2-3 0,3 3-3 15,4 3-1-15,-1 6-5 16,-6 6 1-16,-8 7-3 0,-12 8 4 0,-15 10 3 15,-16 10-1-15,-18 9 2 0,-18 9-8 16,-20 9-4-16,-22 8 5 0,-18 6-6 16,-20 10 8-16,-15 8 0 0,-16 6-2 15,-13 7 4-15,-11 1 0 0,-9 10 0 16,-8-3-1-16,-2-2-2 0,-2-2-1 0,-2-6 0 16,-5-2-2-16,-6 1-1 0,0-5-2 15,-6 1 2-15,-3-5 0 0,-7-5-12 16,-4-2-2-16,-10-10 1 0,-5-7-2 15,-8-8 14-15,-8-9 1 0,-9-6 2 16,-3-11 1-16,-5-1 0 0,2-4-5 16,7-1-1-16,5 3-1 0,9 9-2 15,6 10 6-15,7 11 0 0,4 12 0 16,4 7 1-16,3 9-2 0,2 5 1 16,1 5 0-16,1 3 1 0,0 2-1 0,-1 6-2 15,-2 2 0-15,-3 5-2 0,-6 2 0 16,-1 5-1-16,-6 3 0 0,-5 2-3 15,-9 4 1-15,-10 10 0 0,-12 7-1 16,-15 10 1-16,-11 8-3 0,-15 5 4 16,-7 14-2-16,-15 14-3 0,-9 14-1 0,-12 15 0 15,-9 9 1-15,-6 7 1 0,-5-1 0 16,-4-6 2-16,0-7-2 16,5-10 2-16,3-9 2 0,6-6 16 15,4-6 2-15,5 0-3 0,4 1 1 0,9 2-19 16,5 1 1-16,7-4-1 0,9-3 4 15,12-7-1-15,11-10 3 0,13-6 9 16,15-4-3-16,13-9 6 0,7-4-5 16,16-7-6-16,4-2 0 0,12-4-1 15,4-3 0-15,8 3-2 0,3 1 0 0,3 3-2 16,5 5-2-16,4 7 2 0,6 5 3 16,2 11-3-16,12 7 6 15,5 11-3-15,7 9 4 0,9 5 3 16,0 7-3-16,5 9 2 0,0 7-3 0,1 10-2 15,5 5 2-15,-1 5 4 0,4 6-2 16,3 3 1-16,3 3 1 0,5 3-1 16,6-1 1-16,3-3 0 0,1-6-2 15,-1-7-2-15,2-4 1 0,-6-14 2 16,-3-12-1-16,-1-12 1 0,-5-12-1 0,-2-11-3 16,-8-10 1-16,2-5 0 0,-11-9-1 15,-5-3 0-15,-6-9-2 0,-11-6-2 16,-7-6-5-16,-5-4-12 15,0 0-25-15,0 1-65 0,0 0-151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1-13T03:57:49.2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22031 10214 226 0,'0'0'46'0,"0"0"-1"16,-11 114-6-16,11-65-12 0,0 4-7 15,8-4-7-15,4-2-2 0,5-5-5 16,2-8-6-16,6-6 3 0,2-8 0 0,4-7 5 16,1-8 4-16,2-5 4 0,1-2 2 15,0-11 2-15,1-7 2 0,-3-7-2 16,-1-7-3-16,-5-4 2 0,-3-4-7 15,-4-3 1-15,-5-1-1 0,-4 2-1 16,-8-3-2-16,-3 0-1 0,-6-2-1 0,-10 3-4 16,-7 2-1-16,-8 4-3 15,-7 6 2-15,-6 8-2 0,-5 13-1 16,-2 9-2-16,-2 6 3 0,-1 17-3 16,2 10-1-16,4 6-3 0,2 6-7 0,7 0-6 15,10 0-22-15,11 2-32 0,12-5-58 16,7-2-119-16</inkml:trace>
  <inkml:trace contextRef="#ctx0" brushRef="#br0" timeOffset="339.7104">22769 9465 528 0,'0'0'22'0,"0"0"0"0,0 0 3 15,0 0 2-15,0 0-3 0,0 0-6 16,27 124-9-16,-27-67-2 0,0 8-4 16,0 0 0-16,0 3 3 0,0 0-4 15,3-1 1-15,5-6-3 0,4-9-2 0,6-5 1 16,5-8 0-16,6-10 1 16,4-7 0-16,6-12 1 0,4-8 0 0,4-4 1 15,0-18 1-15,4-6-1 16,-2-3 3-16,3-3-2 0,0-3 3 0,-1 0 0 15,1-1 0-15,-3 4-1 0,-3-2 1 16,1 3-2-16,-8 4-4 0,-3 1 3 16,-7 6-6-16,-11 8 3 0,-6 3-2 15,-6 2-4-15,-3 4-9 0,-2 0-18 16,-1-4-22-16,0 3-49 0,-7-1-70 0,-8-1-96 16</inkml:trace>
  <inkml:trace contextRef="#ctx0" brushRef="#br0" timeOffset="687.0062">24014 9024 437 0,'0'0'38'0,"0"0"-6"0,0 0-11 16,-37-87-8-16,7 85-7 0,-5 2-2 15,-8 17-1-15,0 7 0 0,-3 4-1 16,5 3 1-16,6-3-2 0,9-2 0 16,13-1-1-16,13-1 1 0,4-2 3 0,18 2-2 15,11 1 3-15,6-1-2 0,2 2-1 16,2 0 0-16,-1 1-3 0,-3 2 1 16,-2 1 0-16,-7 1 1 15,-5 0 2-15,-5 1 0 0,-10 1 2 0,-4 0 1 16,-6-2 2-16,-6 3 1 0,-9-4-1 15,-8 0-1-15,-3-4-2 0,-4-1-2 16,0-6-2-16,1-2-1 0,1-3-3 16,5-3-8-16,4-4-17 0,5-1-40 15,5-1-87-15,3 1-111 0</inkml:trace>
  <inkml:trace contextRef="#ctx0" brushRef="#br0" timeOffset="1015.3">23152 10923 543 0,'0'0'14'0,"0"0"7"15,92-127 8-15,-21 61-1 0,18-9-3 16,13-7-4-16,12-4-5 0,9-2-2 0,3 0 1 16,4 3-1-16,-1 3-2 0,1 3 0 15,-4 6-6-15,-3 5-5 16,-8 8 0-16,-8 4-5 0,-11 11-3 16,-17 10-6-16,-12 8-9 0,-21 11-14 0,-17 6-4 15,-19 10-13-15,-13 7-11 0,-26 15-27 16,-16 14-16-16,-15 10-7 0,-17 12 6 15,-8 8 32-15</inkml:trace>
  <inkml:trace contextRef="#ctx0" brushRef="#br0" timeOffset="1202.6542">24208 10322 31 0,'-102'79'56'0,"14"-9"6"0,16-12-3 0,15-7-3 15,20-14-14-15,14-14-5 16,18-8 2-16,10-12-1 0,19-3 2 0,14-10-3 16,12-12-6-16,11-10-5 15,8-9-5-15,12-8 2 0,3-6-7 0,6-3 1 16,1-4-1-16,-3 1-3 0,-2-2-1 15,-7 2-3-15,-4 3-2 0,-5 3-2 16,-4 4-3-16,-7 3-2 0,-9 6-4 16,-9 1-1-16,-7 11-8 0,-14 4-4 15,-6 9-7-15,-8 9-16 0,-4-2-26 0,-2 5-47 16,0-5-82-16</inkml:trace>
  <inkml:trace contextRef="#ctx0" brushRef="#br0" timeOffset="116731.7266">24320 4224 453 0,'0'0'16'0,"-7"89"5"16,7-38 1-16,12 2-3 15,6-3-7-15,4-6-3 0,3-6-8 16,5-11-1-16,3-8 0 0,2-14 2 0,-1-5 0 16,4-16 2-16,0-13-2 0,1-14-1 15,-5-6 3-15,-3-11-3 0,-5-1 3 16,-7-4 4-16,-5 3 0 0,-7 3 2 15,-5 6 2-15,-2 4 2 0,-3 4 0 16,-6 6 0-16,-2 3 2 0,0 8-1 0,3 11 1 16,2 8-3-16,5 6-5 0,1 3-5 15,0 12-3-15,8 16 0 0,7 15 2 16,11 9-1-16,6 9 1 16,8 3-3-16,6 1 2 0,6-3-2 0,2 2 3 15,1-6-2-15,-2-3 1 0,-4-4 3 16,-7-2-2-16,-7-2 4 0,-5-1-2 15,-7 1 0-15,-9-1 1 0,-6 1-1 16,-8 0 3-16,-4-1-4 0,-11-4 2 16,-5-1-2-16,-2-6-1 0,-4-7 0 0,-4-4-1 15,-2-5-1-15,-5-7-3 0,-1-5-5 16,-2-4-5-16,-2-3-12 0,3-10-15 16,4-9-18-16,5-8-40 0,4-7-56 15,10-8-93-15</inkml:trace>
  <inkml:trace contextRef="#ctx0" brushRef="#br0" timeOffset="116872.682">25390 3924 488 0,'0'0'9'0,"61"-79"-9"16,-38 48 1-16,-4 8-4 0,-5 0-13 15,-1 10-33-15,-7 5-37 0,-2 6-44 16,1 2-47-16</inkml:trace>
  <inkml:trace contextRef="#ctx0" brushRef="#br0" timeOffset="117001.858">25507 4066 382 0,'0'0'70'0,"0"0"-16"0,0 0-16 0,0 0-15 16,91-57-14-16,-63 28-7 0,-1-1-7 15,1-4-18-15,-2-1-46 0,1 0-56 16,-3-3-101-16</inkml:trace>
  <inkml:trace contextRef="#ctx0" brushRef="#br0" timeOffset="117482.1687">25887 3278 487 0,'0'0'46'0,"0"0"-7"0,0 0-7 15,0 0-8-15,99-27-6 0,-72 35-4 16,1 4-5-16,-3 5-1 0,-1 2-1 15,-4 4-2-15,-1-3-1 0,-3 4-1 16,-2-2-1-16,-5-9-2 0,-2 1 1 16,-2-5 1-16,-4-4-1 0,3-1 1 0,-4-4 3 15,0 0-2-15,0 0-1 0,0 0 0 16,-8-8-1-16,-4-8 0 0,-4-12 0 16,6-4 1-16,1-5-2 0,3-5 1 15,2 3-1-15,4 0-5 0,0 8 4 16,4 6-5-16,2 9 4 0,4 7-1 15,6 4 1-15,2 5 1 0,8 0 1 16,1 8 0-16,2 2 0 0,1 4 0 16,-1-1 1-16,0 1 5 0,-1 1-7 15,-5-5 7-15,-7-3-6 0,-7-2 0 0,-5-2 4 16,-4-3 0-16,0 0 1 0,0 0 0 16,0 0-1-16,0 0-6 0,-2-15 6 15,-6-7-5-15,-4-8 5 0,-1-3 1 16,4-5-1-16,2-4 2 0,3-6-2 15,4 0 1-15,0 1-3 0,7 4 2 0,5 9-4 16,3 7 3-16,2 8-2 0,3 5 0 16,3 7 0-16,0 3 1 15,0 4-1-15,3 2 0 0,0 6-1 16,1 4-1-16,-1 3-3 0,0 2-6 0,-2 4-9 16,0 1-16-16,4 1-30 0,-2-1-79 15,0 2-147-15</inkml:trace>
  <inkml:trace contextRef="#ctx0" brushRef="#br0" timeOffset="117879.4567">26917 2496 506 0,'0'0'46'15,"0"0"-4"-15,0 0-9 0,0 0-6 16,95-78-6-16,-66 78-7 0,1 0-6 15,2 12-1-15,-1 3-1 0,-3 4-4 16,-3 5 7-16,-3 1 2 0,-3-2-6 16,-5-2 6-16,-2-7-11 0,-7-5 0 0,-2-4 0 15,-3-5 2-15,0 0 2 0,0 0 1 16,0 0 0-16,0-2-1 0,0-16-5 16,-3-8-6-16,-4-10 6 0,-3 0-5 15,0-5 9-15,0-4 3 0,-2-2-2 16,2-2 1-16,0-1-2 0,0 8 2 15,4 13 0-15,3 13 1 0,2 10 0 16,1 6-4-16,-2-2-3 0,2 2-2 16,0 0 1-16,0 6 0 0,9 11 2 15,5 7 2-15,4 6-2 0,3 0 0 0,5-1 0 16,3-3 0-16,5-3-6 0,-1-3-6 16,2-5-5-16,-2-4-7 0,-3-4-13 15,-1-2-8-15,-1-1-24 0,-8-2-55 16,-3-2-82-16,1 0-46 0</inkml:trace>
  <inkml:trace contextRef="#ctx0" brushRef="#br0" timeOffset="118041.1812">27718 2073 564 0,'0'0'28'0,"0"0"-2"15,0 0-8-15,34-85-5 0,-6 56-7 16,5 0-13-16,3-3-9 0,3-2-10 15,-3 5-15-15,-1-1-6 0,0 0-51 16,-6 1-28-16,-5 0-17 0,-5 4 6 0</inkml:trace>
  <inkml:trace contextRef="#ctx0" brushRef="#br0" timeOffset="118163.6114">28021 1609 85 0,'0'0'116'16,"0"0"-3"-16,0 0-21 0,-92-6-20 16,73 19-26-16,7 7-13 0,4 5-8 15,3 4-4-15,5 3-5 0,0 4-4 16,6-3-6-16,7 0 8 0,4-1-2 15,3-2-4-15,5-3-10 0,3-1-27 16,1-1-26-16,1-2-62 0,1-5-120 16</inkml:trace>
  <inkml:trace contextRef="#ctx0" brushRef="#br0" timeOffset="118568.8749">28235 806 567 0,'0'0'27'15,"0"0"-1"-15,0 0-2 0,-7 114-4 0,7-62-9 16,7 6-6-16,6 0 6 0,2 2-3 16,2-6-2-16,1-5 2 0,0-9-10 15,0-8-1-15,-1-8 1 0,-5-10 2 16,2-9 0-16,1-5 4 0,2-17-2 15,6-7 1-15,0-8 1 0,3-5 0 0,2 0-9 16,0-2 0-16,1 2 0 0,3 0-3 16,1 7 9-16,-1 9 0 0,-1 6 1 15,-2 9 2-15,-5 6-1 16,-4 3 1-16,-4 9-1 0,-4 6 1 0,-7 6 1 16,-3 4 5-16,-2 4 2 0,-10 6-1 15,-6 1 0-15,-7-1-7 0,-4-1-1 16,-7-3-1-16,-2-5 1 0,-5-2-1 15,-2-4-1-15,1-4-1 0,3-5 1 16,3-4 2-16,14-6-1 0,4-4-2 0,7-4-6 16,10-13-4-16,-1-9-15 0,4-5-24 15,11-5-95-15,1 2-159 0</inkml:trace>
  <inkml:trace contextRef="#ctx0" brushRef="#br0" timeOffset="119212.2889">25850 5554 412 0,'0'0'0'0,"36"-91"12"16,13 13 3-16,26-21 5 0,21-23 5 16,18-17 6-16,20-15-1 0,17-10-3 15,13-9-5-15,12-4-6 0,9-5-3 16,7 2 0-16,0 2-3 0,1 9 0 15,-4 8-2-15,-9 12-2 0,-12 11 0 16,-14 16-5-16,-19 17 1 0,-22 22-2 16,-23 23-5-16,-26 19-12 0,-24 21-8 0,-24 20-11 15,-16 12-10-15,-25 24-25 0,-17 22-21 16,-21 16-27-16,-21 17-20 16</inkml:trace>
  <inkml:trace contextRef="#ctx0" brushRef="#br0" timeOffset="119482.0246">26242 5746 302 0,'0'0'49'0,"-58"82"2"0,49-74-5 0,12-16-14 16,26-34-3-16,21-26-7 0,21-28-5 16,21-26 3-16,17-22-5 0,19-16 2 15,15-12-1-15,11-9-5 0,10-3 1 16,3 0 1-16,1 8 0 0,-2 4-3 15,-5 9 0-15,-9 12-2 0,-8 8-3 0,-8 12 2 16,-10 12-3-16,-12 11-5 0,-8 10 3 16,-15 12-2-16,-13 10 1 15,-9 11 1-15,-15 12-3 0,-10 10-1 16,-12 11-5-16,-10 12-3 0,-12 11-10 0,-5 4-17 16,-5 5-24-16,0 0-45 0,-11 10-53 15,-7 10-96-15</inkml:trace>
  <inkml:trace contextRef="#ctx0" brushRef="#br0" timeOffset="123122.7861">25955 2557 38 0,'0'0'16'15,"0"0"-3"-15,0 0 0 0,0 0 0 16,0 0 13-16,0 0-8 0,0 0 12 16,-86 60-8-16,74-43-2 0,-1 0-2 15,3 5 0-15,-2 2-4 0,-1 3 2 0,3 5 7 16,1 6 2-16,1 7 7 0,2 3-3 16,5 5-2-16,1 4-5 0,1 3 0 15,9 0-7-15,5 1-3 0,1-1-3 16,2-4-5-16,4-3-1 0,-2-4 0 15,2 0-2-15,1-6-1 0,0-2 1 0,2-3-1 16,-2-1 3-16,2-4 2 0,-1-2 1 16,3-1 1-16,1-3-1 0,2-3-1 15,2-2-2-15,3-1 1 16,1 0-2-16,0-3 2 0,3-1-1 0,-3-1-1 16,-1-2-1-16,-2-3 0 0,-1-1 1 15,-2-3-1-15,-2 0 2 0,-1-4-2 16,-1-2 2-16,-2-1 1 0,0 0-1 15,2-4 0-15,-3-5 2 0,2-3 1 16,-3-5-1-16,2-1-2 0,1-4 0 0,-1 1 0 16,-1-1 1-16,1 1 1 0,-3-1-2 15,-1 3 1-15,-2-1-1 0,-1 1 1 16,-2 1 0-16,0 0-3 0,-3 1 5 16,1-3-2-16,-1 1 2 0,-2 0 0 15,0-5-1-15,-1 2 0 0,-1 0 0 16,1-1-1-16,-2 1-1 0,0-3 1 15,-1 3-1-15,0-4 2 0,1 2-2 16,-3-3 1-16,-1 4-1 0,0-3 1 16,-3-2-2-16,0 1-3 0,0-2 3 0,0 2-4 15,-1 0 4-15,-2-1 1 0,-3 2-1 16,-1-1 2-16,1 0-3 0,0 0 1 16,-1 0 0-16,1 1 0 0,-1-1 0 15,1 2 1-15,1-1-1 0,0 0 0 16,-2 1-2-16,0 1 1 0,0 2-1 0,-1-2 2 15,-1 4-1-15,1-2 0 16,-1 2 0-16,-1 1 2 0,0 1-2 16,-1-1 1-16,0 2 0 0,-2 0 0 15,2 0-6-15,-2-1 6 0,1 1-4 0,1 0-6 16,-2 2 10-16,2 0-10 0,0 2 10 16,-1-1-1-16,2-1-1 0,-1 1 1 15,1-3-1-15,-2 2 1 0,1-2 0 16,-1-1 0-16,-1 1 0 0,0-1 0 15,0 0 0-15,-3 0 0 0,3 1 0 0,-3 0 0 16,0 3 0-16,0-1 0 0,0 3-1 16,-2 0 0-16,-1 0-1 15,1 1 1-15,-2 2 0 0,0 0 0 16,0 1 0-16,-3 2 0 0,1 1 0 0,-1-2 0 16,-2 3-1-16,-1-1 1 0,0 2-1 15,-1 2 1-15,1 1-1 0,0 0 0 16,4 0 2-16,-1 0-2 0,1 4 0 15,3 1 0-15,-1 2-1 0,1 2 1 16,2 2 0-16,-2 4 0 0,2 2 0 0,-4 0-2 16,3 7 3-16,-1 0-1 0,-3 3 0 15,1 4-3-15,-1 2 0 16,-3 7-4-16,1 3-3 0,-1 9 4 16,1 8-12-16,2 8-4 0,2 9-8 0,4 10-18 15,9 8-13-15,4 4-33 0,3 3-44 16,8-4-94-16</inkml:trace>
  <inkml:trace contextRef="#ctx0" brushRef="#br0" timeOffset="124507.8634">28072 596 186 0,'0'0'41'0,"0"0"-6"0,0 0-9 16,0 0-2-16,0 0 2 0,-43 81-1 16,43-36-5-16,7 13-3 0,6 15-3 0,5 12 1 15,4 12 2-15,4 9-1 0,3 5-3 16,3-2 1-16,6-6-8 0,5-10 0 16,3-12-2-16,9-10 0 0,3-10 9 15,4-11 1-15,3-6-2 0,3-10 2 16,0-5-9-16,0-9 0 0,0-6 1 0,0-6 3 15,0-7 0-15,-5-1 3 0,0-11 2 16,-7-6 2-16,-4-5-11 16,-1-7-1-16,-4-6 0 0,-3-6-3 15,-3-3 10-15,-3-6-3 0,-4-3 1 0,-6-5 1 16,-2-4-1-16,-7-5 1 0,-1-2-1 16,-8-8 0-16,-4-3-10 0,-6-5-3 15,0-3-1-15,-12-1 0 0,-7 1 9 16,-7 2-1-16,-5 3 2 0,-9 6 0 15,-5 3 3-15,-9 4-1 0,-9 3 1 0,-6 4-3 16,-8 7 0-16,-5 8 2 16,-5 5-4-16,-1 7 1 0,-2 8-1 15,1 7 30-15,-2 8-2 0,1 5-1 16,2 8-3-16,4 0-31 0,10 13-1 0,6 9-2 16,15 10-34-16,8 10-5 0,12 14-5 15,8 6-7-15,11 11 23 0,8 8-9 16,6 8-26-16,6 13-46 0,8 13-149 15</inkml:trace>
  <inkml:trace contextRef="#ctx0" brushRef="#br0" timeOffset="126710.2198">1068 8603 392 0,'0'0'37'0,"0"0"-1"0,17-87-6 16,-2 68-8-16,8 5-6 0,7 7-5 0,4 7-7 16,5 1 3-16,4 15-3 0,-4 7 2 15,0 9 1-15,-10 9-2 16,-3 3 1-16,-7 7-1 0,-6 1 1 0,-2-1-5 16,-5 1 2-16,-3-7-1 0,0-4 0 15,-3-14 0-15,0-11 2 0,0-3-2 16,0-8 1-16,0-1-1 0,0-4 0 15,0-5-1-15,-3-19-1 0,-3-10 2 16,3-9-2-16,-4-2 2 0,0-4-1 0,1-2 0 16,-1 0-1-16,-3 0 0 0,0 3 3 15,-2 4-5-15,2 3 8 16,0 11 0-16,1 10 5 0,6 10 1 16,2 7-1-16,1 3-4 0,-3 0-5 0,3 0-2 15,0 3 1-15,0 14 1 0,4 7 0 16,5 5 2-16,4-3-4 0,7-4 2 15,0 0 0-15,1-3-2 0,-1-2-2 16,0-2 2-16,-1-3 2 0,1-1-4 16,2-2 5-16,-2-3-4 0,5-4-2 0,2-2-2 15,2-12-6-15,3-8-9 0,4-10-14 16,-1-9-33-16,5-2-49 0,-5-1-107 16</inkml:trace>
  <inkml:trace contextRef="#ctx0" brushRef="#br0" timeOffset="127398.2218">925 9851 319 0,'0'0'27'0,"0"0"0"0,0 0-2 0,0 0-3 16,0 0-4-16,97 74-5 0,-60-77-2 15,4-12 0-15,8-4-4 0,-1-5-4 16,2-5 2-16,-9 1-4 0,-4-3 5 16,-13 0 0-16,-6 0-1 0,-9-5 1 15,-2 2 1-15,-7 1 3 0,0 3 4 16,0 7 2-16,0 3 3 0,0 9 1 15,0 4-4-15,0 2-3 0,0 5-6 16,3 0 1-16,10 7 1 0,10 13 1 16,9 13 5-16,6 9-7 0,5 9 1 0,-1 5-6 15,0 1 0-15,-2 4 2 0,-2 0-3 16,-6 4 2-16,-5 3-2 0,-5 2-2 16,-9 2 2-16,-3 3-3 0,-3-3 2 15,-7-4 1-15,0-6-2 0,-5-7 3 16,-7-12-1-16,2-11-1 0,-6-8 3 0,6-10-4 15,-9-9 1-15,0-5 0 16,-7-4-1-16,-3-13-1 0,3-8 1 16,3-6-1-16,7-10 2 0,5-5-1 15,9-13 1-15,2-6 2 0,16-10-4 0,6-7 3 16,7-2-2-16,4-4-1 0,3 4 3 16,-1 1-3-16,-2 8 4 0,0 8-2 15,-5 8-3-15,-2 10-2 0,-3 9-8 16,-3 8-5-16,-1 8-9 0,-3 7-21 15,-3 5-39-15,-7 7-78 0,1 5-96 0</inkml:trace>
  <inkml:trace contextRef="#ctx0" brushRef="#br0" timeOffset="130303.9941">26839 3912 49 0,'0'0'25'0,"0"0"-6"0,0 0-6 16,0 0 3-16,0 0 0 0,0 0 4 0,0 0 5 16,0 0-1-16,0 0-2 0,29-70 0 15,-8 45-1-15,5-4 2 0,2 0-1 16,2-5 2-16,2 2-1 0,0-3-1 16,1 1-2-16,-3-1-1 0,-2 6-6 15,-2 3-5-15,-10 10-6 0,-6 5-5 16,-5 9-3-16,-5 2 1 0,0-3 2 15,0 3 1-15,0 12 2 0,-5 12-7 16,-8 8-2-16,-9 7 0 0,-5 0 1 16,-4 4 2-16,0 1 3 0,-4 2-1 0,0-2 2 15,3-2 0-15,0-3 2 0,5-4 3 16,4-9 3-16,8-9-3 0,6-6 2 16,6-7-10-16,3-4 0 0,-2 0 2 15,2 0 3-15,5-4 8 0,9-7 0 16,6-11-1-16,2-5-2 0,7-3-2 15,1-3-2-15,3-2 4 0,2-4-4 16,1-4 1-16,3-6-2 0,3-2-3 16,4-7-14-16,8-5-35 0,1-3-107 15</inkml:trace>
  <inkml:trace contextRef="#ctx0" brushRef="#br0" timeOffset="136418.7928">26581 4046 213 0,'0'0'27'0,"0"0"1"15,0 0-3-15,0 0-4 0,0 0 0 16,0 0 1-16,-1-84 4 0,21 39 2 15,8-5 1-15,6-5-2 0,7-7-4 0,1-1 1 16,5-6-7-16,3 2 0 0,2 1-3 16,1 4-1-16,-1 3-5 15,-3 8 0-15,-5 4-3 0,-4 7-6 16,-10 6 3-16,-4 6-5 0,-11 12 3 0,-6 5 2 16,-4 8-1-16,-5 3 2 0,0-2-2 15,0 2 0-15,0 0-2 0,0 0-2 16,-8 12-1-16,-8 13 1 0,-12 11-5 15,-3 5 2-15,-9 5-3 0,-3 7-4 16,-3 5-1-16,-5 6-3 0,1 0 3 0,0 6-1 16,0-3 6-16,2-1 6 0,3-5 1 15,3-6 4-15,2-4-1 0,7-9-1 16,5-4 0-16,5-5-1 0,6-5 0 16,3-5-1-16,5-8 1 0,4-7-3 15,4-3-2-15,1-5-1 0,0 0 2 16,0 0 4-16,0 0 1 0,9-5 1 15,6-8 1-15,4-8 1 0,3-5 0 16,4-3 1-16,3-7-1 0,3-6 1 16,1 1 0-16,5-7-3 0,0-1 4 0,4-4-1 15,1 2-1-15,3 3 4 0,-1 2-5 16,-1 7 0-16,-6 10-2 0,-8 6-3 16,-8 11-3-16,-12 4-1 0,-4 7 0 15,-6 1 2-15,0 15-1 0,-1 11-1 16,-11 15-1-16,-8 6-1 0,-8 7 0 0,-2 3 4 15,-2 5 2-15,0-3 3 16,2-1-2-16,2-5 0 0,3-6 2 16,3-9 2-16,3-8 0 0,6-10-1 15,6-9-1-15,4-7-1 0,3-4-4 0,0 0 2 16,7-11 3-16,7-10 3 0,11-11 2 16,5-6-3-16,7-7-2 0,5-6 0 15,4-1 1-15,3-2 1 0,-1-2 4 16,-2 3-1-16,-4 3-2 0,-3 6-1 15,-3 4-3-15,-7 6-2 0,-3 9-6 0,-4 3-18 16,-5 4-34-16,-3 2-56 16,-3 6-99-16</inkml:trace>
  <inkml:trace contextRef="#ctx0" brushRef="#br0" timeOffset="137372.5298">28617 2199 100 0,'0'0'44'0,"0"0"2"0,74-119 2 16,-44 74 2-16,5-5 0 0,4-1-10 16,0-4-12-16,1-3-2 15,3 0-10-15,1 0 6 0,1-1-2 16,-5 4-1-16,1 2-3 0,-3 4-3 0,-3 2-1 16,0 5-3-16,-3 1 0 0,-2 7-3 15,-2 5-2-15,-8 8-2 0,-4 7-3 16,-9 6-4-16,-2 7-4 0,-5 1 0 15,0 11-2-15,-11 14-4 0,-9 14-4 16,-10 14-13-16,-6 9-5 0,-8 10-1 0,-6 10-6 16,-2 0-2-16,-1 3 7 0,-1 1 1 15,2-5 9-15,3-5 16 0,5-5 1 16,4-6 11-16,1-11 5 0,7-11 3 16,5-6 3-16,9-18 2 0,8-7-6 15,6-7 0-15,4-5 2 0,0 0 4 16,10-11 8-16,7-10 2 0,11-10-2 15,5-5-2-15,6-5-2 0,1-3 5 16,4-2 6-16,3-1 4 0,1-3-14 16,1-1-1-16,0-2-9 0,-2-2 0 0,-3-1 7 15,0 0-2-15,-2 5 2 0,-3 1-7 16,-3 6 3-16,-6 6-3 0,-2 9-2 16,-7 8-2-16,-8 7-4 0,-5 7-4 15,-5 6-2-15,-3 1 2 0,0 0-1 16,-2 11 3-16,-9 13 0 0,-8 13-5 0,-5 8 0 15,-6 5 0-15,-4 0-2 0,-1 0 3 16,0-5 10-16,3-2 4 16,5-8 2-16,4-7 3 0,8-9-10 15,6-10-1-15,7-4-4 0,2-5-3 0,-2 0 2 16,2 0 2-16,7-7-8 0,8-10 0 16,8-5-1-16,5-4-2 0,3-3 0 15,3-2-19-15,0 4-19 0,3-3-36 16,-5 2-31-16</inkml:trace>
  <inkml:trace contextRef="#ctx0" brushRef="#br0" timeOffset="849721.9385">13924 13210 51 0,'0'0'31'0,"0"0"0"0,0 0-2 16,0 0-4-16,0 0-6 0,102-12 0 15,-67 3-6-15,5 1 1 0,2-1 0 16,7 1-2-16,5-2-3 0,4 1 1 16,1 1-2-16,5 1 0 0,0-1-1 15,2 1-1-15,2-3 0 0,0 0-2 0,3-2 3 16,4-2-2-16,-1-2 1 0,4-3 0 16,-6-1-1-16,3-2 1 0,-7-2 1 15,0-4-1-15,-4 1-2 0,-6-4 1 16,-4 3 0-16,-3-3-1 0,-6-1 2 15,-2 1-2-15,-5 0 4 0,-4-1 0 0,-3-1 1 16,-5-4-1-16,-3-1-3 16,-4-3 2-16,-5-1-5 0,-4-2 4 15,-5-1-2-15,-4-1-1 0,-1 0 0 16,-4-3-2-16,-8 3 0 0,-5-1 0 0,-5 5 0 16,-8 2 0-16,-3 3-1 0,-6 5 2 15,-4 5-2-15,-4 2 1 0,-2 5 1 16,-2 0-5-16,1 3 3 0,-7 2-2 15,-2 0-2-15,-6 1 4 0,-6 2-5 16,-3 0 5-16,-2 4-1 0,-2 1 1 0,2 0 0 16,0 3-1-16,2 1 1 0,-4 3-1 15,0 0 0-15,-3 0 0 0,-1 9 0 16,0 6-1-16,3 3 6 16,1 7-5-16,3 4 3 0,1 2-3 0,0 6-3 15,3 0 1-15,1 7-3 0,3 1 4 16,5 3-1-16,4 4-1 0,9 1 2 15,6 3 1-15,5-1 0 0,9 3 1 16,6 4 4-16,4 6 0 0,9 6-1 16,4 7-2-16,6 5-2 0,0 2 1 0,15-2-1 15,4-6 1-15,7-10 2 0,5-7 2 16,7-10-1-16,5-10-1 0,5-6-1 16,4-11 1-16,0-2 1 15,6-7-1-15,-6-7 0 0,2-2 1 0,-5-4-2 16,-1-1 1-16,-4-3 0 0,-5 0 0 0,-2-3-2 15,-7-1 0-15,-9 1 0 16,-2 0 0-16,-9-1-2 0,-4 4 2 16,4-3-1-16,-4 3 2 0,-2-2 1 15,1 2-1-15,-5 0 1 0,0-2-2 0,0 2-6 16,1 0-2-16,1 0-18 0,-1 0-23 16,-1 0-33-16,0 0-28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1-13T04:11:52.9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25898 10033 69 0,'0'0'26'0,"0"0"-4"0,0 0-6 16,0 0-8-16,0 0-4 0,0 0-2 0,0 0 1 16,0 0 3-16,0 0 1 0,31 17 0 15,37-11 0-15,19-2-3 0,18-4 1 16,15 0-1-16,16-5 8 0,15-3 7 16,11-3 6-16,13 1 1 0,7-2-1 15,10 2-7-15,3 0 1 0,6-2-4 16,2 4 0-16,5-2-1 0,4 0-2 15,2 0 1-15,2-1-2 0,-1 0 0 16,-1-1 1-16,0 2-1 0,0 0 1 16,-4-2-3-16,-5 3-6 0,-6 1 2 0,-6 4-1 15,-9 1-3-15,-8 1 6 0,-11 2-7 16,-13 0 0-16,-12 0 1 0,-16 0-1 16,-14 2 1-16,-16 0-6 0,-16-1-2 15,-12 1-4-15,-18 0-8 0,-16-2-14 16,-15 0-12-16,-9 0-14 0,-8 3-9 0,-15-1-16 15,-18 5-22-15</inkml:trace>
  <inkml:trace contextRef="#ctx0" brushRef="#br0" timeOffset="440.0959">26443 10408 23 0,'0'0'7'0,"-142"6"-1"0,91-5 8 0,16-1 8 16,9 0 7-16,12 0 2 0,8 0-8 15,0 0-5-15,9 0-7 0,22 0 4 16,17 0 2-16,23 0 0 0,22-4 2 15,18-1-4-15,19 0 3 0,20-2 0 16,19-2 2-16,16 0 0 0,17-2 1 16,12 1-2-16,7 1 1 0,8-2 0 15,4 2 0-15,0 0 0 0,6 0-3 16,-1 0-2-16,1 2-4 0,-2-2-3 0,-2 2 1 16,-7-1-4-16,-3 0 0 0,-7-1 2 15,-8 2-3-15,-9 2 2 0,-11 1-1 16,-11 3 1-16,-12-1 0 0,-12 2-2 15,-13 0-1-15,-15 0-4 0,-12 2-1 16,-15 3 0-16,-13-1 0 0,-15 1 4 16,-14-2-4-16,-19 2 0 0,-13-5-6 0,-12 2-5 15,-8-2-8-15,-6 0-20 0,-19 5-22 16,-17 0-47-16,-22 3-120 0</inkml:trace>
  <inkml:trace contextRef="#ctx0" brushRef="#br0" timeOffset="12557.2405">32062 9969 36 0,'0'0'12'16,"114"0"8"-16,-53-2-1 0,1-1 1 15,-1-1 1-15,-2 0-2 0,-2 1-1 16,-5-2 5-16,-3 2-3 0,-3 0-2 15,-4 0-3-15,0 0-9 0,-3 2-1 16,-6-2-3-16,-10 1-2 0,-10 1-3 16,-7 1-10-16,-6 0-5 0,0 0-10 15,-4 0-7-15,-18 1-3 0,-12 6-5 0,-14 3-11 16</inkml:trace>
  <inkml:trace contextRef="#ctx0" brushRef="#br0" timeOffset="12963.7561">31987 10099 3 0,'0'0'3'0,"0"0"13"0,0 0-3 0,98 33 7 16,-56-30-9-16,6-2-3 15,1-1-1-15,0 0 4 0,2-4 3 16,-5-2 4-16,2-2 2 0,-5 1 2 0,-1-1-4 16,-1 1 5-16,-2-3-3 0,0 3-2 15,-3 0-5-15,-3 2-9 0,-10 2-2 16,-10-1-6-16,-5 4-5 0,-8 0-2 15,0 0-1-15,-15 2 3 0,-10 8-3 16,-12 4 1-16,-9 3 1 0,-5-1-2 0,-5 4 7 16,-4-1 1-16,-2-1 0 0,-2-1 3 15,1 0 3-15,5-5 6 0,9 0 2 16,13-5-9-16,13 0-2 0,11-4-10 16,12 2 4-16,6-1 10 0,15 4 0 15,14-3 5-15,9 0-4 0,6-3-4 16,4-2 0-16,-1 0 1 0,2 0 2 15,-4-7 5-15,-1 2 1 0,-5-3 11 16,1-1 0-16,-1 2 1 0,1-2-1 16,1 1-7-16,-1 0-1 0,-1-1-3 0,-3 1-3 15,-5-1-2-15,-5 6-3 0,-10-2-1 16,-9 3-1-16,-7 2-2 0,-6 0-5 16,0 0-13-16,0 0-21 0,0 0-23 15,0 0-23-15</inkml:trace>
  <inkml:trace contextRef="#ctx0" brushRef="#br0" timeOffset="14796.0613">12463 13406 29 0,'0'0'24'0,"0"0"3"16,0 0 1-16,0 0 1 15,87-95-3-15,-45 63-6 0,10-5-2 16,3-2-4-16,6-5-1 0,10 1 0 0,0-1-2 16,1 1-3-16,0-1-2 0,-2 5-1 15,-8 4-3-15,-3 3-1 0,-7 3 2 16,-6 4-3-16,-4 1 1 0,-1 7 0 15,-7 0-2-15,-3 3 1 0,-4 2-3 16,-2 4 0-16,-9 3-3 0,-5 2-5 0,-6 1-9 16,-5 2-9-16,0 0-11 0,1 0-13 15,-1 6-12-15</inkml:trace>
  <inkml:trace contextRef="#ctx0" brushRef="#br0" timeOffset="15131.9871">12513 13730 38 0,'0'0'21'0,"0"0"1"0,0 0 3 15,78-83 1-15,-45 50-1 0,3-6 0 16,5-4 0-16,6-1-1 0,5-1 0 16,6-2-2-16,4-3-4 0,3 0-3 15,2-1-2-15,-3 4-3 0,-5 4-2 0,-6 7-3 16,-5 6-2-16,-5 4-2 0,-8 6-1 16,-5 6 0-16,-11 2-2 0,-1 4-1 15,-10 6-1-15,-2 0-2 0,0 1-1 16,-6 1-7-16,4 0-7 0,-1 0-13 15,4 5-14-15,2 3-24 0,-8 4-47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1-13T04:17:29.6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2385 11073 147 0,'0'0'16'15,"0"0"-2"-15,-78 45-3 0,55-10 4 0,4 9 4 16,6 10 6-16,7 10 3 0,6 9-4 16,9 4-4-16,14 1-6 0,6 1-5 15,7-3-1-15,2-3-1 0,8-12 0 16,3-6-1-16,5-9-3 0,1-10 4 16,4-8 1-16,0-8 0 0,2-10 2 0,1-6-2 15,5-4-2-15,-4-8-1 0,-2-10 2 16,0-9 2-16,-9-7 3 15,-3-9 2-15,-7-6-4 0,-6-5 0 16,-1-2-4-16,-5-5 1 0,-5 2 3 0,-7 2 0 16,-6 1 2-16,-5 0 1 0,-7 1-1 15,0 0-2-15,-10-2-3 0,-3 0-2 16,-9-1-2-16,-5-6 4 0,-6 3-5 16,-5-1 1-16,-4 4-2 0,-4 6 0 15,-5 10 2-15,-2 8 0 0,-1 12 3 0,2 13-4 16,-1 9 0-16,3 4 0 0,1 14-3 15,3 10 3-15,4 8-2 0,0 8-2 16,5 9 0-16,2 6 0 16,8 5 1-16,3 2 1 0,3 4-1 0,5-4-5 15,7-1-10-15,9 0-16 0,2 2-24 16,15 1-29-16,9 1-53 0,7-2-82 16</inkml:trace>
  <inkml:trace contextRef="#ctx0" brushRef="#br0" timeOffset="134106.172">20399 12171 515 0,'0'0'13'0,"0"0"4"16,0 0 8-16,0 0 2 0,0 0-2 15,0 0-3-15,-26 113-8 0,25-64 0 0,1 3-8 16,0 1 0-16,0 1 1 0,0 0-5 15,0-4 2-15,0-5-3 0,0-6-2 16,0-5 0-16,0-7-2 0,0-8-10 16,3-2-14-16,0-5-22 0,-2-7-54 15,9 2-68-15,0-7-95 0</inkml:trace>
  <inkml:trace contextRef="#ctx0" brushRef="#br0" timeOffset="134282.637">20698 12603 546 0,'0'0'46'0,"0"0"-5"0,89-45-9 15,-49 26-12-15,6-1-3 0,2 2-10 16,0 1-3-16,-6 1-6 0,-3 3-7 0,-5 4-9 16,-3 1-14-16,-6 1-21 0,-1 6-44 15,-7 0-55-15,1 1-112 0</inkml:trace>
  <inkml:trace contextRef="#ctx0" brushRef="#br0" timeOffset="134624.7784">21565 12458 471 0,'0'0'47'15,"0"0"-10"-15,0 0-9 0,1 98-9 16,16-76-6-16,8-4-5 0,7-4 2 16,5-2-2-16,4-5 0 0,5-2-3 15,-2-5 1-15,2 0 0 0,-4-2-1 16,-1-8 0-16,-6 1-1 0,-5-3-1 16,-4-1 2-16,-6-4 0 0,-6-1-3 15,-4-3 4-15,-6 0-5 0,-4-1 3 0,0-2 0 16,-5 0-1-16,-9 2 2 0,-1 0-2 15,-7 5-1-15,0 2 1 0,-5 3-5 16,-2 4 4-16,-3 3-2 0,0 4-2 16,0 1 0-16,0 0-3 0,5 8-7 15,1 0-6-15,6 5-15 0,5 1-21 0,6-4-51 16,4 5-60-16,4-3-97 0</inkml:trace>
  <inkml:trace contextRef="#ctx0" brushRef="#br0" timeOffset="134782.5768">22273 12460 609 0,'0'0'30'16,"0"0"-4"-16,0 0-10 0,0 0-11 0,0 0-11 16,0 0-14-16,0 0-19 0,0 0-45 15,0 0-94-15,0 0-96 0</inkml:trace>
  <inkml:trace contextRef="#ctx0" brushRef="#br0" timeOffset="135297.4772">22708 12348 579 0,'0'0'24'16,"0"0"2"-16,0 0-4 0,0 0-5 16,0 0-11-16,59 98-4 0,-59-72 3 15,0-2-4-15,-4-1 3 0,-6 1-5 0,-3-3 0 16,-2-4 0-16,0-2 0 0,3-6 1 15,-4-1-2-15,7-4-1 0,-5-4-2 16,-2 0 2-16,-1-2-1 0,-1-8-1 16,6-2 1-16,3-3 1 0,4-5-3 15,4-2 6-15,1-2-3 0,1 1 5 0,10-1 0 16,3 0 0-16,0-1-1 0,5-1 1 16,-1 1 0-16,0-3-1 15,-1 1 1-15,1 0 0 0,-1-1 2 16,-2 1 0-16,1 0 0 0,-3 1 0 0,-2 2-1 15,-5 6 1-15,-3-1-1 0,-3 2 2 16,0 7 1-16,-2-5-1 0,-9 4 1 16,2 6-1-16,-8 0 0 0,-2 5 0 15,-2 0 0-15,-7 12-2 0,5 3 0 16,1 4 1-16,3 5-4 0,8-1 2 0,2 1-2 16,6-1-1-16,3 1-1 0,4-2-4 15,10 0-9-15,1-2-14 0,1-3-27 16,5-3-65-16,-4-2-160 0</inkml:trace>
  <inkml:trace contextRef="#ctx0" brushRef="#br0" timeOffset="135553.5035">23499 12354 641 0,'0'0'6'0,"0"0"-3"15,0 0-3-15,110-41-16 0,-77 36-28 0,0 0-49 16,-4 3-31-16,-7 2-24 0,-11 0-13 15</inkml:trace>
  <inkml:trace contextRef="#ctx0" brushRef="#br0" timeOffset="135661.088">23607 12448 412 0,'0'0'70'0,"0"0"-17"16,0 0-18-16,0 0-13 0,0 0-11 16,0 0-8-16,0 0-12 0,79 19-19 15,-46-26-50-15,3-3-71 16,3-2-112-16</inkml:trace>
  <inkml:trace contextRef="#ctx0" brushRef="#br0" timeOffset="135939.7807">24322 12152 522 0,'0'0'41'0,"0"0"-9"0,0 0-12 15,-50 99-8-15,50-71-1 0,5-2-3 16,8-4 1-16,5-1 0 0,5-3-2 15,1-4 0-15,3-4 0 0,2-3 2 16,0-3 0-16,-1-4 1 0,-2 0-1 16,-3-4-1-16,-4-6-2 0,-2-2 1 15,-4-6-2-15,0-2 1 0,-4-4-1 16,-4-3 1-16,-2-4-2 0,-3-2-2 16,0-2 0-16,-7 0-1 0,-5 2-2 0,-6 2 2 15,-4 6-2-15,-4 5 0 0,-6 6-2 16,1 7-6-16,-4 4-11 0,1 3-20 15,3 7-32-15,3 6-110 0,5 7-107 16</inkml:trace>
  <inkml:trace contextRef="#ctx0" brushRef="#br0" timeOffset="136105.9098">25153 12426 592 0,'0'0'-30'15,"0"0"-56"-15,0 0-161 0</inkml:trace>
  <inkml:trace contextRef="#ctx0" brushRef="#br0" timeOffset="136453.6865">25418 12187 672 0,'0'0'46'0,"0"0"-8"0,0 0-9 16,88-48-8-16,-58 45-7 0,2 3-3 0,-5 0-3 16,-4 8-1-16,-4 5-3 0,-7 6 0 15,-8 3-3-15,-4 6 0 0,-3 5-1 16,-10-1 2-16,-6-1-2 0,-2 2 0 15,-2-1 0-15,2 0 0 0,3 0 0 16,2-1 0-16,4-1 2 0,6-3-2 16,6-2 3-16,0-6-3 0,15-2 0 15,4-4 0-15,7-4 0 0,5-6 2 16,4-1-1-16,5-2-1 0,1 0 1 16,1-5-2-16,0 1 2 0,0-2 0 0,-3-1 0 15,0 2-1-15,-6 1 0 0,-4-1 0 16,-9 2-3-16,-8 1-4 0,-6 2-9 15,-6 0-15-15,0-1-30 16,0 1-67-16,0-4-180 0,-6 2-2 0</inkml:trace>
  <inkml:trace contextRef="#ctx0" brushRef="#br0" timeOffset="147840.5844">2187 13764 308 0,'-10'94'33'0,"10"1"1"0,1-1 2 16,14-2-5-16,8-7-4 0,10-9-6 16,5-12-4-16,5-13-9 0,5-12 0 15,8-10-3-15,1-12-5 0,2-5 2 0,2-8-2 16,-5-4 2-16,0-4 4 0,-5-13 3 16,-5-2 2-16,-2-6 5 15,-4-4 2-15,-2-6 3 0,-5-7 2 16,-4-6 1-16,-3-6-3 0,-3-6-5 0,-7-5 1 15,0-5-5-15,-9-6-7 0,-7-6 2 16,0-3-5-16,-13-6 0 0,-10-1 0 16,-9-1-2-16,-8 2 1 0,-5 3-2 15,-6 9-2-15,2 8 1 0,-6 13 1 16,3 12 1-16,-3 15 1 0,-1 12-2 0,-2 14-4 16,-4 7-1-16,-2 18-2 0,-5 12 1 15,-1 12 4-15,0 13-3 16,3 9 5-16,11 15-2 0,2 8-2 15,11 13 4-15,5 13-4 0,8 12-7 0,11 6-8 16,12 12-16-16,8 5-33 0,21 5-35 16,11 0-77-16,12 0-65 0</inkml:trace>
  <inkml:trace contextRef="#ctx0" brushRef="#br0" timeOffset="233151.8311">11340 16574 403 0,'0'0'31'0,"39"79"-5"16,-17-33-6-16,-3 0-5 0,-1 3-3 0,0 2-4 15,-2-1-1-15,-2 1-3 0,-1-9-2 16,-3-4 0-16,-2-4 0 0,-1-12-3 15,-6-6 2-15,-1-11 4 0,0-5 0 16,0 0 5-16,0 0-1 0,-3-9-2 16,-7-15-2-16,0-15 1 0,-3-11 1 0,3-12 1 15,1-8-5-15,2-7 2 0,-3-8-3 16,9-7-3-16,-1-5 1 16,2 1-2-16,3 4 4 0,11 10 2 15,5 14-2-15,7 12 2 0,5 16-2 0,2 11 3 16,3 14-2-16,-3 7-1 0,0 8 0 15,-5 13-5-15,-6 11 3 0,-5 9 0 16,-7 6 1-16,-7 9-1 0,-3 1 2 16,-10 2-5-16,-9-3 4 0,-6-2-1 15,-8-2 2-15,-3-3 3 0,-3-2-5 0,3-3 1 16,0-5-7-16,4-8-9 0,3-5-11 16,9-5-24-16,8-8-39 0,7-2-80 15,5-3-72-15</inkml:trace>
  <inkml:trace contextRef="#ctx0" brushRef="#br0" timeOffset="233493.2318">12692 15686 486 0,'0'0'56'0,"-130"127"-10"15,66-45-11-15,5 10-7 0,4 6-7 16,10 5-10-16,12 2-1 0,17-3 1 16,13-2-6-16,10-4 0 0,19-7-2 0,12-2-5 15,11-9 1-15,6-4-2 0,2-12 1 16,2-7-1-16,0-7 5 0,2-7-4 15,-3-12 4-15,-5-6-2 0,-1-5-2 16,-6-3 11-16,-4-6-14 0,-7-1 3 16,-5-8-13-16,-8 0-12 0,-3-5 4 0,-5-10-18 15,-4-2-15-15,-4-3-66 16,-1 5-136-16</inkml:trace>
  <inkml:trace contextRef="#ctx0" brushRef="#br0" timeOffset="235541.5382">12768 16440 174 0,'0'0'50'0,"0"0"-10"0,35 85-6 0,-22-51-2 15,0 1-4-15,-3-3 0 16,-1 0-6-16,1-5 0 0,-4-1-4 0,-2-8-4 15,-2-7-6-15,-2-1 3 0,0-4 0 16,0 0 4-16,0 0 1 0,0-6-1 16,-12 0-1-16,-5-5-1 0,-5-8 3 15,3-4-3-15,1-10-3 0,-1-5 0 16,3-7-2-16,2-10-2 0,0-7-3 0,4-7-1 16,0 1-3-16,4 2 3 0,5 8 1 15,1 10 0-15,0 11 0 0,6 12 1 16,5 9 0-16,7 7 0 15,5 6 1-15,7 10 1 0,5 6-3 0,3 9 0 16,2 1-2-16,-1 3 0 0,2 0-1 16,-4-3 1-16,-2-1-1 0,-5-2-1 15,-4-4 4-15,-4-2-4 0,-8-7 4 16,-5-4-4-16,-5-5 2 0,-4-4 1 16,0 0-4-16,3 0 6 0,2-11-6 0,0-8 5 15,-1-10 1-15,-2-5 1 0,-1-7-1 16,2-4-1-16,3-5 0 0,0-2 0 15,5 3 4-15,3 4-2 0,1 7 3 16,1 10-3-16,3 8 0 0,4 8 0 16,2 5-1-16,-2 7 1 0,6 5-1 15,-2 7-1-15,1 6-1 0,-2 7 0 16,1 4-2-16,-3 3 0 0,-1 4-2 16,-5-2 0-16,0 5-7 0,-2-1-8 15,-3 3-18-15,4 3-24 0,-2 3-72 0,3 3-133 16</inkml:trace>
  <inkml:trace contextRef="#ctx0" brushRef="#br0" timeOffset="237652.4463">13909 15168 374 0,'0'0'38'0,"0"0"2"16,0 0 10-16,54 97-10 0,-27-30-14 0,2 18-5 15,6 14-10-15,0 10 3 16,2 7-1-16,3 2-1 0,0 2 1 16,0 0-5-16,2-3-4 0,-4-6 2 15,-1-7 1-15,-3-7-4 0,-3-6 3 0,-5-6-4 16,-1-7-2-16,-5-6 1 0,-4-11-1 15,-2-6 2-15,-2-9-4 0,-3-10 3 16,-2-14-1-16,-3-7 0 0,-2-10 0 16,-2-5-1-16,0 0 2 0,0 0 2 15,1 4-1-15,-1-4 1 0,0 1-2 0,0 1-3 16,3-2-6-16,-3 2-6 16,1-2-14-16,2 0-17 0,2 0-35 15,2-5-66-15,4-7-114 0</inkml:trace>
  <inkml:trace contextRef="#ctx0" brushRef="#br0" timeOffset="239061.6087">15082 15595 246 0,'0'0'46'0,"0"0"-7"16,0 0-11-16,0 0-7 0,0 0-3 0,0 0-2 16,0 0 2-16,-97-45 2 0,63 62 3 15,-3 12-1-15,2 8-2 16,2 7 1-16,3 6-5 0,4 1-1 15,5 2-2-15,7-4-5 0,8-4-2 0,6-1-5 16,2-6-2-16,11-5-1 0,7-4 2 16,6-7 0-16,6-2 0 0,1-7 3 15,3-1 0-15,2-8-1 0,-1 1-1 16,-5-5 0-16,-2 0-1 0,-11-5-1 16,-1-2 0-16,-8 3 0 0,-4-2 1 0,2-1 0 15,-5 3-1-15,-3-6 1 0,0-2-1 16,-1-3 1-16,-4-2 1 0,-3 6 0 15,3 1 0-15,2 5 0 0,-1-4-2 16,4 6 1-16,0-9 0 0,4-3 0 16,12 5 2-16,5-4 0 0,0 7-2 0,4 4 1 15,-2 3-1-15,-1 2 1 0,1 6-2 16,0 2 0-16,0 4-3 16,-6 1 4-16,2 2-1 0,-6 1 0 15,-1 3 1-15,-4 0-3 0,0 0-3 0,-2 2-6 16,-5 0-15-16,4 0-24 0,-3-7-45 15,-1 1-51-15,-1-5-89 0</inkml:trace>
  <inkml:trace contextRef="#ctx0" brushRef="#br0" timeOffset="239880.5366">15090 15094 467 0,'0'0'45'0,"0"0"-4"16,120-74-4-16,-57 67-8 0,6 7-4 16,8 14-4-16,2 16-4 0,1 10 0 15,-1 11-4-15,-5 10-1 0,-6 7-5 16,-5 9-4-16,-10 5 0 0,-9 5-4 0,-9 6 3 16,-8 0 2-16,-10 2-3 0,-9-1 3 15,-8 1-4-15,-4-4-1 0,-12-1 1 16,-10-6-3-16,-6-3 4 0,-7-7 0 15,-6-5 0-15,-3-6 3 0,-2-9-3 16,-1-3-1-16,2-9 1 0,0-5 0 16,5-6 0-16,6-9-1 0,4-5 1 15,12-7-2-15,4-2-3 0,6-3-8 16,8-5-15-16,0 0-32 0,4 0-58 16,0 0-167-16</inkml:trace>
  <inkml:trace contextRef="#ctx0" brushRef="#br0" timeOffset="240662.3002">16678 16082 509 0,'0'0'24'0,"0"0"-2"16,0 0-10-16,0 0-10 0,99-50-9 16,-68 47-10-16,-1 3-25 0,2 0-32 15,-5 0-32-15,-3 8-16 0,-8-2-6 16</inkml:trace>
  <inkml:trace contextRef="#ctx0" brushRef="#br0" timeOffset="240776.6829">16803 16283 337 0,'0'0'51'0,"0"0"-14"0,0 0-11 16,0 0-8-16,0 0 0 0,0 0-5 0,0 0-9 16,0 0-11-16,105-17-44 0,-58 5-80 15,6-4-109-15</inkml:trace>
  <inkml:trace contextRef="#ctx0" brushRef="#br0" timeOffset="241312.5788">18070 15756 434 0,'0'0'33'15,"13"85"0"-15,-4-43-1 0,0 0-3 16,-1-5-7-16,-2 1-7 0,0-6-6 16,-2-3-6-16,-1-8-2 0,-3-11 0 15,3-3 1-15,-3-7 2 0,0 0 2 0,0 0 1 16,-9-8-1-16,-4-10 2 0,-4-12 2 16,1-8 1-16,6-8 2 15,1-5-3-15,8-10-4 0,1-8-1 16,1-5-5-16,11-5 2 0,2-1 2 0,5 8-1 15,4 7 2-15,3 14-2 0,1 10 2 16,4 12 0-16,1 11-1 0,-1 8 0 16,-2 8-2-16,-1 2-2 0,-5 10 1 15,-4 7-1-15,-5 6 1 0,-5 4 0 16,-6 2-1-16,-3 3 1 0,-2 2-3 0,-8 0 2 16,-6-1-3-16,-4-2 1 0,-2-1-3 15,-4-3-2-15,0-3-7 0,0 0-4 16,1-6-7-16,4-2-11 0,4-5-23 15,4-4-51-15,4 0-117 0</inkml:trace>
  <inkml:trace contextRef="#ctx0" brushRef="#br0" timeOffset="242984.2377">19361 15180 279 0,'0'0'51'16,"0"0"-6"-16,0 0-4 0,0 0-5 15,-82 20 2-15,60 13-4 0,5 6-5 16,-1 3-8-16,7 3-7 0,5 0-5 16,3-3-4-16,3-4-1 0,0-4-4 15,6-9 0-15,4-3 0 0,-3-10 1 16,6-6 0-16,3-6 1 0,4-1 1 16,8-12 0-16,-4-4 0 0,0-1-1 0,-3-1 0 15,-1 2-1-15,-6 6 2 0,-2 5-3 16,2 6 5-16,-3 5 1 0,4 10 2 15,-2 9 2-15,-2 6-3 0,-2 6-2 16,0 0-3-16,-2 2 0 0,-3-2-3 16,0-3-1-16,1-1-7 0,-2-3-10 0,0-8-26 15,3-1-68-15,-4-11-155 16</inkml:trace>
  <inkml:trace contextRef="#ctx0" brushRef="#br0" timeOffset="243158.1883">19873 15236 545 0,'0'0'32'0,"0"0"3"0,0 0-3 0,-7 89-13 16,8-48-8-16,8 5-7 0,0 3-5 16,1 0-5-16,1 0-11 0,1 3-28 15,4-4-62-15,-2-5-163 0</inkml:trace>
  <inkml:trace contextRef="#ctx0" brushRef="#br0" timeOffset="243626.2383">20396 15490 503 0,'0'0'42'0,"0"0"-2"0,-18 89-12 16,13-53-7-16,2-1-10 15,0-4-4-15,0 0-4 0,2-10-2 0,0-3-1 16,-1-6-2-16,2-5-2 0,0-2 1 16,0-5-1-16,-1 0-2 0,-1 0 4 15,-2-10-2-15,0-10 4 0,-2-12 0 16,2-7 3-16,-1-8-1 0,2-6 1 16,3-3 1-16,0-1 0 0,0 5-1 0,0 6 3 15,5 12 2-15,-1 13 0 0,3 6 2 16,-1 9 1-16,4 6-3 0,3 0 1 15,1 14-2-15,4 5-2 0,-4 5-1 16,-2 5-4-16,-2 0 1 0,2 1-1 16,-4-4 1-16,0-1-3 0,0-8 0 15,-2-2-2-15,-2-7-1 0,-2-3 2 0,1 0 3 16,-3-5 1-16,1-3 2 16,2-8-2-16,0-10 2 0,2-7 0 15,-2-1 0-15,0 0 0 0,0 0-1 0,2 1 4 16,-1 9 1-16,0 2 3 0,-1 6-1 15,3 4-1-15,0-1 0 0,-3 5-5 16,5 3-1-16,5 0-2 0,3 6-2 16,6 7 1-16,-4 3-2 0,0 2-5 15,1 2-5-15,-3 0-17 0,1-1-17 0,-2-1-31 16,-1-1-59-16,-4-3-140 0</inkml:trace>
  <inkml:trace contextRef="#ctx0" brushRef="#br0" timeOffset="243821.1346">21001 14971 511 0,'0'0'59'0,"0"0"-18"16,0 0-8-16,95 25-5 0,-68 4-5 0,-1 8-4 16,-5 6-1-16,-2 4-1 0,-8 2-6 15,-2 7-2-15,-8 1-5 0,-1 0-4 16,-7 4-3-16,-6-1-8 15,-8 0-11-15,-4 1-24 0,-8-2-38 0,-5-5-107 16,-4-5-93-16</inkml:trace>
  <inkml:trace contextRef="#ctx0" brushRef="#br0" timeOffset="244052.2569">19134 14932 523 0,'0'0'47'0,"-127"122"0"0,74-44-6 15,8 11-8-15,10 7-9 0,12 4-11 0,11 2-3 16,12-1-6-16,3-2 0 16,18-5 1-16,10-4-6 0,11-3 1 15,7-8-11-15,9-3-15 0,6-13-12 0,4-8-21 16,1-13-33-16,2-13-58 0,3-14-113 15</inkml:trace>
  <inkml:trace contextRef="#ctx0" brushRef="#br0" timeOffset="244704.7146">19789 15032 251 0,'0'0'51'0,"0"0"-2"16,0 0 0-16,0 0-3 0,0 0-6 15,0 0-6-15,0 0-11 0,0 0-5 16,0 0 0-16,0 0-2 0,-4-19 4 16,4 48 1-16,3 12-3 0,1 6 4 15,-1 5-7-15,0 6 4 0,1 3-6 0,2 1-6 16,0 4 1-16,1 1-6 0,2 2 2 15,1-2-3-15,-2-4 1 0,0-2 5 16,0-5-6-16,1-3 4 0,-3-3-2 16,0-6-4-16,-2-3 2 0,0-6-2 15,2-3 1-15,-3-7 0 0,0-6-1 0,-2-9 1 16,1-3-1-16,-1-4 2 0,1 2-1 16,-1-1 2-16,0 1 0 15,-1-5 0-15,0 0-1 0,0 0 0 16,0 0-2-16,2 0-2 0,-2 0-3 0,0 0-5 15,0 0-6-15,0-9-13 0,0 2-13 16,0-3-39-16,0 3-87 0,0-5-106 16</inkml:trace>
  <inkml:trace contextRef="#ctx0" brushRef="#br0" timeOffset="245365.7461">22130 15073 586 0,'0'0'25'0,"0"0"3"0,0 0-1 16,-49 94-7-16,21-42-12 0,-1 4-3 16,-1 1-6-16,-1 2-13 0,2-1-10 15,1-3-30-15,0-4-52 0,4-5-88 16,1-5-74-16</inkml:trace>
  <inkml:trace contextRef="#ctx0" brushRef="#br0" timeOffset="245538.3111">21763 15254 546 0,'0'0'46'0,"0"0"-9"0,0 0-6 15,0 0-7-15,98 5-5 0,-65 15-7 16,3 3-6-16,5 6-1 16,-1 1-4-16,1 4-5 0,2 0-11 15,1 2-21-15,2 0-27 0,2-4-74 0,4-3-139 16</inkml:trace>
  <inkml:trace contextRef="#ctx0" brushRef="#br0" timeOffset="245916.0612">22957 15351 462 0,'0'0'54'0,"0"0"-11"0,0 0-13 16,-7 78-11-16,2-63-8 0,-1-4-3 15,3-1-3-15,2-7-1 0,-2 2 0 16,3-5 2-16,-1 0 2 0,1 0 2 16,-3 0-3-16,-3-10 1 0,0-7-3 15,0-7 1-15,2-5 3 0,3-3-2 16,1-4 3-16,0-7-3 0,4-2-4 0,5-8 1 16,5-2-4-16,7-5 1 0,4-4 1 15,6 6-1-15,4 5 0 0,-1 12 0 16,1 10 0-16,-3 13 0 0,-3 9 0 15,-6 7-1-15,-3 2 0 0,-7 14 1 16,-3 8 0-16,-6 4 0 0,-4 6 0 16,0 2 0-16,-9 2-1 0,-3-2 0 15,-5-3 0-15,1-3 0 0,-5-2 2 16,2-5-2-16,-2-3-2 0,1-3-1 16,-1-1-5-16,1-3-4 0,6-5-8 0,1 3-21 15,4-4-40-15,0 2-86 0,2-2-113 16</inkml:trace>
  <inkml:trace contextRef="#ctx0" brushRef="#br0" timeOffset="251496.2811">23957 15086 448 0,'0'0'44'0,"-10"78"-12"16,9-41-10-16,-1 0-7 0,2-5-7 0,0-3-4 15,0-8-3-15,2-4-1 0,-1-5-1 16,-1-7 2-16,2 0 0 0,-2-5 3 16,0 0 0-16,0 0 1 0,0 0 1 15,0-13-3-15,-6-8 6 0,-3-11 2 16,3-3-3-16,4-3 7 0,0-2-5 0,2 0 4 16,2 0 0-16,5 2-2 15,1 8 0-15,1 3-2 0,-3 10-4 16,-2 9-1-16,5 4-2 0,-5 2-1 15,5 2-1-15,4 2 0 0,0 8 0 0,1 5 0 16,-2 2-3-16,-3 2 1 0,-2-2-1 16,-1-5-1-16,-1 1-2 0,0-6-1 15,-4-2-1-15,3 1 1 0,-1-3 3 16,0 0 3-16,3-3 1 0,1-5 1 16,2-7 1-16,3-8-1 0,-3-4 3 0,2 2-1 15,-2-3 2-15,0 4 0 0,0 1 2 16,-2 7 0-16,2 1-2 0,-2 4-1 15,2 5-1-15,4 1-2 16,4 2 0-16,3 8 0 0,-1 6-1 0,2 2-2 16,-2 4-2-16,-1 1-3 0,1 2-10 15,-3 0-11-15,0-2-21 0,0 3-39 16,0-7-86-16,0 1-107 0</inkml:trace>
  <inkml:trace contextRef="#ctx0" brushRef="#br0" timeOffset="251685.6276">24668 14751 456 0,'0'0'58'0,"0"0"-14"0,0 0-12 16,0 0-8-16,93 54-4 0,-71-23-4 16,-2 3-2-16,-3 5-4 0,-5 2-3 15,-3 2-4-15,-6 1 0 16,-3 2-6-16,-5-3-11 0,-8-1-18 0,-3 2-35 15,-6-1-67-15,-2-2-133 0</inkml:trace>
  <inkml:trace contextRef="#ctx0" brushRef="#br0" timeOffset="251932.5984">23593 14630 524 0,'0'0'55'0,"-88"54"-13"16,53 1-8-16,5 13-11 0,8 12-4 15,8 4-6-15,8 3-1 0,6-4 0 16,1-1-5-16,14-1 0 0,6-6-5 16,7-1-3-16,4-7 1 0,5-5-3 0,5-10-1 15,0-6-8-15,2-10-8 0,-1-7-15 16,0-6-20-16,0-7-56 0,0-5-106 15,-3-6-51-15</inkml:trace>
  <inkml:trace contextRef="#ctx0" brushRef="#br0" timeOffset="252741.1321">20379 16653 113 0,'0'0'61'0,"-110"25"-2"16,62-13-1-16,6 0-7 0,9-2-5 15,10-3-13-15,9-2-17 0,9-3-4 16,5-2-2-16,21 2 3 0,16-2 8 16,24 0-4-16,21-9-8 0,24-6-6 15,22-2-3-15,20-7-2 0,21-3 2 0,18-10 2 16,18-5-1-16,15-4 4 16,14-5 4-16,10 1 7 0,6-2 5 0,5 1 1 15,-5-4 2-15,-1 1-3 0,-7 1 2 16,-3-2-4-16,-9 6-1 0,-8 3-3 15,-11 5-1-15,-17 4-4 0,-19 5-7 16,-20 5 2-16,-26 5-7 0,-24 5 2 16,-27 4-3-16,-29 7-8 0,-21 1-12 15,-24 5-18-15,-14 11-33 0,-26 9-60 16,-19 9-143-16</inkml:trace>
  <inkml:trace contextRef="#ctx0" brushRef="#br0" timeOffset="253144.5275">21990 17227 481 0,'0'0'31'16,"17"87"-3"-16,-7-45-9 0,0-2-1 15,-3-3-6-15,-2-4-3 0,-2-1 2 16,-2-14-5-16,-1 2 2 0,0-8 4 16,-1-2-1-16,-4 0 1 0,2-8-3 0,-5 1-3 15,-1-3-2-15,-3-12-2 0,-2-8 1 16,4-10-3-16,3-7 4 16,2-9-3-16,4-3 3 0,1-8-6 15,3-4-6-15,7-2 5 0,4 0-4 0,4 2 8 16,2 7 3-16,0 10-4 0,0 9 0 15,1 13 0-15,-8 3 1 0,1 10-1 16,-5 6-1-16,0 3 2 0,2 5-1 16,-4 9 1-16,-1 6 0 0,-4 7-1 15,-2 0-1-15,-6 0 0 0,-5 1-5 0,-3 1-8 16,-2 0-9-16,-1-4-14 0,1-4-24 16,3-4-45-16,6-7-62 0,4-7-80 15</inkml:trace>
  <inkml:trace contextRef="#ctx0" brushRef="#br0" timeOffset="253348.5786">22597 16673 500 0,'0'0'41'16,"0"0"-5"-16,0 0-7 0,-100 110-11 15,73-59-1-15,2 3-5 0,8 4-1 16,1-3-4-16,9-1 0 15,5-1-4-15,2-1 5 0,10-5 0 0,7 0-12 16,5-2-3-16,3-8-27 0,4-7-30 16,5-7-51-16,1-11-116 0,1-10-11 15</inkml:trace>
  <inkml:trace contextRef="#ctx0" brushRef="#br0" timeOffset="253644.4389">22974 16822 532 0,'0'0'33'16,"0"0"-8"-16,0 0-9 0,-88 97-8 15,72-62-4-15,7-1-3 0,5-3 0 16,4-2-1-16,0-3-2 0,9-2-3 16,4-7-7-16,3-4-7 0,2-4-2 15,1-6-3-15,3-3 5 0,1 0 8 0,-1-10 9 16,-3-4 6-16,-1-3 2 0,-2-1 10 15,0-1 3-15,-4 2 4 0,2 0-1 16,-5 5 1-16,0 4-4 0,-1 2-2 16,-1 5-1-16,2-6-8 0,-4 6-2 15,6 1-1-15,-2 0-1 0,1 0-4 0,4 5-2 16,-2 5-8-16,-6-5-10 0,4 7-23 16,-3-1-40-16,-3-2-89 0,4 4-103 15</inkml:trace>
  <inkml:trace contextRef="#ctx0" brushRef="#br0" timeOffset="253859.9805">23392 16569 565 0,'0'0'50'0,"0"0"-11"0,0 0-9 0,101-29-6 15,-68 43-6-15,2 1-6 0,0 10 1 16,-2 4-3-16,-1 6 1 0,-3 6-2 15,-5 10-1-15,-6 7-3 0,-7 3 0 16,-6 2-4-16,-5-1-3 0,-3-1-7 16,-7-1-8-16,-3-5-18 0,3-1-31 15,-1-8-86-15,4-4-138 0</inkml:trace>
  <inkml:trace contextRef="#ctx0" brushRef="#br0" timeOffset="253981.5638">23949 17099 432 0,'0'0'0'0,"0"0"-36"0,0 0-60 15,0 0-128-15</inkml:trace>
  <inkml:trace contextRef="#ctx0" brushRef="#br0" timeOffset="256738.4733">25569 15523 585 0,'0'0'24'0,"0"0"2"15,0 0-5-15,0 0-7 0,93-53-8 16,-64 46-5-16,3 5-8 0,-2-2-9 16,-1 4-16-16,-7 0-17 0,-4 0-33 15,-5 4-22-15,-5 3-28 0,-1 5-17 16</inkml:trace>
  <inkml:trace contextRef="#ctx0" brushRef="#br0" timeOffset="256861.26">25717 15660 259 0,'0'0'60'15,"0"0"-5"-15,0 0-5 0,0 0-15 16,0 0-14-16,0 0-9 0,84-5-4 16,-58 0-4-16,1 0-4 0,2 0-11 15,-2-2-36-15,0 1-57 0,2-1-133 16</inkml:trace>
  <inkml:trace contextRef="#ctx0" brushRef="#br0" timeOffset="260438.3225">13195 8533 277 0,'0'0'32'0,"0"0"-5"0,0 0 0 0,9 85-4 16,18-70 3-16,12-5-1 0,13-8-3 16,13-2-2-16,12-8-1 15,8-11-2-15,8-3 0 0,6-9-1 16,1-3-3-16,2-8 0 0,0-1-2 0,-1-5-1 15,-4-1 2-15,-3-3-1 0,-7-2 2 16,-8 3-2-16,-8-1 0 0,-10 2-1 16,-6 2-2-16,-10-1-2 0,-8-1-4 15,-6-1 2-15,-9-5-3 0,-5-5 2 16,-10-3 0-16,-4-2-2 0,-3-5 2 0,-13 3-2 16,-9-1 1-16,-8 6-3 0,-8 2-2 15,-11 5 1-15,-9 8-4 0,-10 6 4 16,-10 12-1-16,-12 8 1 0,-8 14 0 15,-6 8 1-15,-7 6 0 0,-5 15 1 16,-5 11 3-16,-3 11-4 0,-1 13 4 16,2 10-2-16,3 15-3 0,5 9 3 15,6 7-2-15,12 1 3 0,10 0 2 16,18-1-2-16,17-7 0 0,20-4-2 16,21-8-3-16,15-5 2 0,22-9-4 0,20-8 4 15,15-9-1-15,14-9 0 0,12-6-2 16,7-7-8-16,7-7-12 0,5-3-41 15,3-5-115-15,-1-1-93 0</inkml:trace>
  <inkml:trace contextRef="#ctx0" brushRef="#br0" timeOffset="261993.6702">29552 14797 421 0,'0'0'59'0,"0"0"-15"0,0 0-11 15,-95 90-7-15,75-48-5 0,4 2-6 16,9-2-3-16,7 0-5 0,2-4 0 16,14-1 1-16,5-7-4 0,5-2 5 15,4-7-6-15,3-4 0 0,2-7 1 16,1-3 0-16,0-7 3 0,-3 0 1 16,-1-9 2-16,-3-7 2 0,-4-3-1 0,-8-3-4 15,-3-4 4-15,-5-1-5 0,-4-2 1 16,-5 1-1-16,0-1-1 0,-6-3-1 15,-6 3-1-15,-4-2-1 0,-4 1-1 16,-3 3-1-16,-6 3-4 0,-1 5-2 16,-4 7-7-16,1 8-6 0,3 4-11 15,7 4-20-15,4 11-34 0,6 4-83 16,6 3-108-16</inkml:trace>
  <inkml:trace contextRef="#ctx0" brushRef="#br0" timeOffset="262481.896">28769 15177 693 0,'0'0'30'15,"0"0"-6"-15,0 0-14 0,0 0-2 16,0 0-7-16,0 0-3 0,0 0-5 16,0 0-9-16,0 0-17 0,-10-29-31 0,31 26-85 15,4 3-141-15</inkml:trace>
  <inkml:trace contextRef="#ctx0" brushRef="#br0" timeOffset="263273.7209">30183 15078 648 0,'0'0'50'0,"0"0"-9"15,0 0-13-15,0 0-11 0,0 0-5 16,0 0-8-16,0 0-6 0,0 0-11 0,0 0-20 16,0 0-26-16,20-12-73 0,-19 12-162 15</inkml:trace>
  <inkml:trace contextRef="#ctx0" brushRef="#br0" timeOffset="263446.5605">30521 15015 528 0,'0'0'46'0,"0"0"-10"0,0 0-8 15,78 51-10-15,-62-34-2 0,-6-7-5 16,-4 3-1-16,-5 4-8 0,-1 0-3 15,-7 5-19-15,-10-4-31 0,-4 1-56 16,-5-5-174-16</inkml:trace>
  <inkml:trace contextRef="#ctx0" brushRef="#br0" timeOffset="263605.2126">30388 14934 561 0,'0'0'45'0,"0"0"-6"15,64-84-9-15,-32 59-9 0,4 2-7 16,4 4-4-16,4 1-4 0,-3 3-4 16,0 4-10-16,-5 5-19 0,-6 4-31 15,-4 2-82-15,-6 8-143 0</inkml:trace>
  <inkml:trace contextRef="#ctx0" brushRef="#br0" timeOffset="264375.6612">27428 16056 388 0,'0'0'54'15,"0"0"-12"-15,0 0-13 0,0 0-14 16,0 0-6-16,0 0 1 0,129-16-4 0,-44 1-2 15,17-5 3-15,15 1 4 0,14-10 2 16,15 2 2-16,9-2 2 0,7-1-1 16,9-2 3-16,5-1-1 0,8 0 2 15,4-2-5-15,4 1-1 0,3 1-2 16,-3-1-3-16,-2 0 0 0,-8-2-2 0,-9 3 0 16,-8 0-2-16,-16 2 2 0,-10 5-2 15,-16-1-2-15,-13 5 1 0,-15 2-2 16,-11 0 4-16,-15 3-1 0,-11 2-1 15,-11 3 1-15,-13 0-4 0,-9 6-1 16,-8 0 1-16,-8 1 0 0,-5 5-1 16,1-3-4-16,-5 3-7 0,0-2-13 15,0 1-13-15,-9 1-18 0,-7 0-26 16,-12 1-62-16,-4 10-130 0</inkml:trace>
  <inkml:trace contextRef="#ctx0" brushRef="#br0" timeOffset="265424.6815">20944 7334 379 0,'0'0'38'16,"8"111"-5"-16,23-59-8 0,18-10-5 0,14-10-4 15,13-11-5-15,14-11-2 0,12-10 0 16,7-13 3-16,8-12 3 0,3-14 1 16,2-8 4-16,2-9 1 0,-1-8-3 15,1-7-4-15,2-6 0 0,-7-5-2 16,-5-4-1-16,-7 2-1 0,-13 1-2 0,-16 8-3 16,-16 3-1-16,-16 4 0 0,-20 0 0 15,-20-2-4-15,-10-3 3 0,-24-4-4 16,-14-3 2-16,-16-2 1 0,-11-3-3 15,-14 6 2-15,-11 3-4 0,-14 8-1 16,-9 13 1-16,-9 16-3 0,-4 17 5 16,-7 20 0-16,-5 14-1 0,-4 25 5 15,-4 16-2-15,-1 17 3 0,-1 13-4 16,5 11-2-16,6 11 1 0,7 5 3 16,13 5-2-16,10 3 1 0,14 3-1 0,16 3-8 15,20 0-5-15,25 3-9 0,26-2-17 16,17 0-30-16,34 0-65 0,23-5-135 15</inkml:trace>
  <inkml:trace contextRef="#ctx0" brushRef="#br0" timeOffset="266102.0769">29182 16166 548 0,'0'0'28'0,"-59"117"-4"15,44-47-4-15,14-3-2 0,2 0-9 16,20-5 1-16,9-7-6 0,8-8-2 16,7-11 0-16,5-7 1 0,2-5 0 15,0-12 0-15,0-4 3 0,0-8 1 16,-2-7 3-16,-3-6 4 0,-1-11-5 16,-7 0 0-16,-7-5-1 0,-7 1-2 15,-11-6 1-15,-6 2-1 0,-8-5-2 0,-6-1-5 16,-16-4 4-16,-6 0-6 0,-9 2 0 15,-6-1-3-15,-8 3-5 0,-1 3-2 16,-2 7-5-16,2 6-4 0,6 7-4 16,4 3-14-16,8 12-25 0,8 0-56 15,8 9-76-15</inkml:trace>
  <inkml:trace contextRef="#ctx0" brushRef="#br0" timeOffset="266225.4773">29821 16308 447 0,'0'0'-16'0,"0"0"-52"15,0 0-100-15</inkml:trace>
  <inkml:trace contextRef="#ctx0" brushRef="#br0" timeOffset="266537.2511">30222 15966 573 0,'0'0'33'0,"0"0"1"0,0 0-4 16,-54 113-13-16,51-69-5 0,3 5-7 16,5-2-1-16,6-2-4 0,7-2 0 0,3-4 0 15,3-2 0-15,3-4 1 0,3-1-5 16,2-8 3-16,0-2-4 0,1-5 0 15,-1-8 1-15,-3-6 3 0,-2-3 0 16,-2-5 1-16,-6-9 3 0,-5-4-4 16,-2-3 5-16,-8-2-2 0,-3 1 3 0,-1-3 0 15,-3 0 0-15,-9 4-1 0,-4 4-1 16,-7 4 0-16,-5 6-2 16,-5 7-2-16,-3 0-2 0,-5 13-11 15,2 8-11-15,2 6-26 0,5 7-66 0,4 3-165 16</inkml:trace>
  <inkml:trace contextRef="#ctx0" brushRef="#br0" timeOffset="267846.2092">28928 14892 403 0,'0'0'64'15,"0"0"-17"-15,0 0-16 0,0 0-9 16,0 0-7-16,0 0 0 0,0 0 0 0,-73 88-3 16,55-43 2-16,-1 5-2 0,3-2-4 15,-1 1 2-15,-1 2-4 0,1-2-2 16,1-1-1-16,0-2-2 15,1 0-2-15,1-4 0 0,1-3-2 0,2-2-6 16,2-2-8-16,5-13-17 0,1-1-28 0,1-9-46 16,2 0-59-16,0-2-83 15</inkml:trace>
  <inkml:trace contextRef="#ctx0" brushRef="#br0" timeOffset="268093.2571">28577 15120 576 0,'0'0'35'0,"0"0"-10"0,0 0-7 15,0 0-1-15,0 0 5 16,0 0-9-16,0 0 4 0,103 67-5 16,-66-38-3-16,-3 0 1 0,3 1-3 15,-4 0-3-15,-3-1-1 0,-1 0-1 0,-3-2-2 16,-1-1 2-16,-4-4-4 0,-2-2-1 15,0-2-5-15,-6-6-6 0,0-2-8 16,-4-3-12-16,-5-4-20 0,1 0-53 16,-5-3-90-16,0 0-74 0</inkml:trace>
  <inkml:trace contextRef="#ctx0" brushRef="#br0" timeOffset="270072.7011">18303 16864 163 0,'0'0'24'0,"0"0"2"0,0 0 2 0,0 0 2 16,94-5-6-16,-36-5-5 0,10-2-3 15,13-3 0-15,10-10 3 0,10-2-1 16,12-3 1-16,7-4 1 0,7-2-3 16,6 1 1-16,4-3-3 0,3 0-1 15,1-1-5-15,2 1-2 0,-2 1-2 0,0 1 0 16,-5 4 3-16,-9 1 0 0,-9 9-3 16,-13 0 1-16,-14 6-2 15,-10 3-1-15,-13 4-1 0,-11 1 0 16,-9 3-1-16,-9 0 3 0,-14 2 3 0,-6 0 4 15,-7 0-1-15,-7 2 2 0,5-1 0 16,-6 2-1-16,6-5-2 0,2-1 1 16,2-1-4-16,2-1 0 0,3 1-2 15,-3 0-2-15,-2 4 0 0,1-4-1 16,-1 2 2-16,-5 1-3 0,0 1 2 0,-2-2-1 16,-1 4-2-16,-3 0 3 0,1-2 1 15,-4 3 2-15,0 0 1 0,1-5 0 16,2 0-2-16,0-2 0 15,0-5 0-15,-3 0-3 0,0-5 3 0,0 7-2 16,0-7-1-16,-4-1 0 0,-2 2 1 16,0-5-2-16,-2 1 1 0,2 4 0 15,0-7-1-15,-1 4 1 0,1-5 0 16,-1-1-4-16,1-4 3 0,2-4-5 16,-1-6 5-16,2-4 4 0,0-6-3 0,0-5 1 15,-1-3-1-15,2-4 1 0,0 1-1 16,1-1 2-16,-2-1-4 0,1 0-2 15,1-2 3-15,1-2-3 0,0 1 3 16,0-5 2-16,-2 1-2 0,1 0 3 16,-2 2-3-16,-2 2 2 0,0 4-2 0,-2 2-4 15,-1 7 4-15,1 3-3 0,0 3 1 16,-2 5 3-16,2 4 0 16,0 4 0-16,-1 2-1 0,0 4 2 15,-1 0-1-15,0 5 0 0,1 2 0 0,-2 1 0 16,4 5-1-16,-3 2 1 0,-2 0 0 15,5 6 0-15,-7-3 0 0,-2 2-1 16,1 3 0-16,-8-2 0 0,-1 4-1 16,-1-1 0-16,-4 3 1 0,-4 0-1 15,-4 0 0-15,-4 8 0 0,-8-1 1 0,-6 6 0 16,-6-1 0-16,-8 5-1 16,-6-1 1-16,-5 3-1 0,-3 0 0 15,-3 1 1-15,-3 2-1 0,-2-1 0 16,-2 1 0-16,-5 1-1 0,-4-2 1 0,3 0-2 15,1-1 2-15,3-2-1 0,1-2 2 16,2-2-1-16,0 1-1 0,-2 2 1 16,2 0-2-16,2-2 6 0,5 2-3 15,3 0 4-15,4-1-3 0,1-2-1 16,0-2 0-16,2-2-1 0,1 2 0 0,2-4 0 16,3 1 0-16,6 3-1 0,4-4 1 15,6 0-1-15,2 0 2 0,3-2-1 16,3 1 2-16,4-4-2 0,4-2 1 15,4-1 0-15,9 0 0 0,2 0 1 16,9 0 0-16,4 0-2 0,2 0 1 16,6 0-1-16,-5 0-2 0,2 1 1 15,2 6 0-15,1 12 1 0,10 5 1 16,12 13-1-16,5 8 2 0,5 10-2 16,3 7 1-16,0 5-1 0,1 6 3 0,0 4 3 15,0 6-2-15,-3 2-2 0,0 4-2 16,1-2-2-16,-2 2 3 0,-2-3 3 15,0-2-2-15,-1-1 2 0,-1-1-2 16,-4 0-1-16,-1 0 0 0,-4-2-4 16,-3-2 3-16,-4-6-1 0,-4-3 1 0,1-7 6 15,-3-7-5-15,-2-8 4 0,0-8-3 16,-1-7-1-16,0-12-1 16,-1-8-2-16,2-2 2 0,-3-7-1 15,1 4 2-15,-1-5 1 0,-1-2-2 0,0 0-4 16,0 0-3-16,2 5-12 0,1-2-11 15,-1 2-27-15,7 2-50 0,4-2-111 16,5-1-25-16</inkml:trace>
  <inkml:trace contextRef="#ctx0" brushRef="#br0" timeOffset="278737.5061">26723 15657 469 0,'0'0'7'0,"-7"81"1"16,10-46 8-16,12-9 3 0,7-9-2 15,7-4 3-15,7-9-3 0,3-4-3 0,5-7 6 16,2-11-5-16,-3-3 1 0,-2-8-3 16,-7 0-4-16,-8 0 1 15,-8-3 1-15,-8-2 3 0,-7 3 1 16,-3-2-2-16,-13 3-3 0,-7 3-2 0,-4 1-3 15,-6 4 0-15,-3 1-4 0,-3 6 0 16,0 3-3-16,2 10-2 0,1 2-4 16,4 14-13-16,3 8-9 0,6 7-22 15,6 9-43-15,5 2-78 0,7 5-102 16</inkml:trace>
  <inkml:trace contextRef="#ctx0" brushRef="#br0" timeOffset="278881.5958">27368 15715 619 0,'0'0'9'0,"0"0"-4"0,0 0-15 16,0 0-22-16,0 0-56 0,0 0-70 16,10-87-103-16</inkml:trace>
  <inkml:trace contextRef="#ctx0" brushRef="#br0" timeOffset="279281.9322">27742 15296 602 0,'0'0'44'0,"0"0"-11"16,0 0-9-16,103 0-7 0,-76 11-8 16,-1 1-4-16,-1 5-4 0,-6 1 0 15,-3 3-1-15,-8 2-1 0,-5-1-1 0,-3 4-4 16,-11 1-3-16,-8 1-4 0,-6-1-2 15,-5 0 3-15,-1-3 3 0,-3-8 5 16,4-3 0-16,-1-8 3 0,5-3 2 16,0-2-1-16,4-4 2 0,5-11-1 15,6-2-2-15,3-8 2 0,8-4 3 0,0-4-1 16,12-4 5-16,8-1-1 16,5-1 0-16,2-1 1 0,2-2 0 15,-1-2 0-15,1-1-3 0,-2-3 3 16,-2 2-3-16,-4 2 2 0,-5 2 3 0,-3 3-2 15,-6 8 1-15,-4 4 1 0,-3 9-2 16,-1 5-1-16,-4 4-2 0,-9 6-1 16,-5 3-2-16,-4 10-1 0,-7 11 0 15,2 6-1-15,1 7 0 0,5 2 0 16,3 0-2-16,5 1 1 0,7 0-2 0,7-3-13 16,0 1-9-16,8-3-22 0,8-3-38 15,3-2-83-15,1-2-121 0</inkml:trace>
  <inkml:trace contextRef="#ctx0" brushRef="#br0" timeOffset="281620.9444">30320 15030 108 0,'0'0'27'0,"0"0"1"0,0 0-1 16,0 0 2-16,0 0-4 0,0 0 2 15,0 0 0-15,0 0-1 0,0 0 1 16,3-15-3-16,-3 13-1 0,0 2-1 16,1-1-1-16,-1 1-2 0,0-1-1 15,2 1-5-15,-2-3-1 0,0 3-2 0,0 0-4 16,0 0 3-16,1 0-2 16,-1 0 0-16,2 0-1 0,-2 0 0 15,1 0-1-15,1 0-2 0,-1 0 0 16,4 0-1-16,0 0-1 0,1 5 2 0,3 7 2 15,-2-3-1-15,1 4 1 0,-2-1 0 16,-1 2-1-16,-2-7 1 0,2 7-2 16,-2-6 1-16,2 1 2 0,-1-2-5 15,-3-2 4-15,2-1-4 0,-3-4-1 16,0 0 1-16,0 0-5 0,2 2 7 0,-2-1-6 16,1 1 6-16,-1-1 5 0,2 1-6 15,-2 0 3-15,1-1-1 0,-1-1-4 16,0 2 2-16,1-2 5 0,-1 1-5 15,2-1 4-15,-2 2-5 0,1-2 0 16,-1 0-1-16,2 1-4 0,-2-1 5 16,1 0-6-16,1 0 6 0,1-4 0 15,1-4-1-15,2 1 1 0,-2 0-1 16,0 0 1-16,1 1-1 0,1-2 0 16,0 2 0-16,2-2 0 0,-1 4-1 0,2-2 0 15,-5 4 0-15,6 0 0 0,-4 2 1 16,-2-3-2-16,7 3 1 0,-3 0 0 15,-1 4 0-15,4 5 0 0,-1 2 1 16,-6-4 3-16,3 5-2 0,-2-3-1 16,-1 0 1-16,3 4 0 0,0-1-1 15,-1 0 6-15,0-1-5 0,-3-2 0 0,-2 4-1 16,1 3-1-16,-2 0 1 16,0 0-2-16,-3-2 4 0,-3 1-2 15,2-7 1-15,-4 4-1 0,-1-1 3 0,3-4-3 16,-5 4 1-16,0-2 1 0,2-3-1 15,-2 3 0-15,-2-1 0 0,5-4-2 16,-3 3 2-16,2-2 0 0,2-1-1 16,-2 0 1-16,5-3-3 0,1 2-7 15,-2 0-9-15,0-2-25 0,1 0-55 0,-1 1-81 16,5-2-85-16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10-24T04:18:03.7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7998 6247 491 0,'0'0'45'16,"0"0"-7"-16,0 0-12 0,0 0-13 16,0 0-7-16,0 0-4 0,0 0-5 0,16-80-14 15,4 72-27-15,-3 3-75 0,1 5-137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1-13T04:37:08.6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21595 7728 49 0,'0'0'23'0,"0"0"-9"0,0 0-3 0,0 0 2 15,0 0 1-15,0 0 1 0,79-50 1 16,-39 34-2-16,7-1-1 16,5-4 1-16,5-1 2 0,7-6 0 0,4-2 2 15,8-4 3-15,6-2 1 0,3 1 2 16,5-1-2-16,0 2-5 0,-1 1-3 15,-2 0-4-15,-4 0-2 0,-3 3-2 16,0 0 1-16,-3-1-4 0,-1 6 3 16,-6-1-1-16,-5 4 0 0,-6 2-1 15,-7 3-2-15,-7 1 0 0,-7 3-2 0,-7-2 5 16,-5 4-1-16,-4 0 2 0,-9 3 2 16,-4 3-4-16,-2 0 3 0,-4 2-3 15,0 0 0-15,1 2-1 0,-4 1-2 16,0-2 1-16,0 2-1 0,2-1-3 15,-2-1 0-15,0 0-5 0,1 2-7 16,-1-1-3-16,0 1-9 0,0 0-4 16,0 0-3-16,-1 0 1 0,-5 0 4 15,-5 0 7-15,0 0 2 0,5 0 3 16,-4 0 1-16,4 0 0 0,-7 0 2 0,2 0 3 16,0 0 2-16,-1 0 0 0,1 0 6 15,0 0 1-15,1 0 1 0,0 0 1 16,-3-5-1-16,-2 1 2 0,6 1 3 15,-6-3 1-15,6 3 3 0,-2-3 1 16,2 1-2-16,0-2 2 0,2 0 0 0,-2 2 1 16,3-3 1-16,3 4-1 15,-2-3 2-15,2 2-1 0,0 0 2 16,1 3-1-16,2 2-1 0,-1-1-2 16,1 1 0-16,0-7 0 0,0 0 4 0,10-5 3 15,6 1 3-15,10 4-4 0,6 0-3 16,5 3-2-16,1 3 0 0,1 1-3 15,-1 1-1-15,-3 6-1 0,-3 4-2 16,-1 0-2-16,-8 2-1 0,0 3 1 16,-6 1-5-16,-5 3 3 0,-5 1-1 0,-5 4 1 15,-2 2 1-15,-12 4-4 0,-8-1 1 16,-2 2-7-16,-4-1-4 16,-1 0-16-16,-1 1-22 0,2 2-32 15,0-2-77-15</inkml:trace>
  <inkml:trace contextRef="#ctx0" brushRef="#br0" timeOffset="564.1238">21911 7380 99 0,'0'0'9'0,"0"0"1"0,0 0 1 15,0 0 2-15,0 0 2 0,-92 26 1 16,67-8 1-16,-2 2 4 0,0 1 0 15,-2 0 0-15,1 0-2 0,5-1-2 16,0-2-3-16,4-3-3 0,7-4-1 16,6-3-4-16,0-2 1 0,3-4-2 0,0 2-2 15,0-1 4-15,3-3 5 16,0 2 4-16,12 1 4 0,6 4 1 16,10-2-3-16,-1 0-4 0,3 2-1 0,1 1-3 15,-1 1-4-15,-1 0 0 0,1 2-2 16,-1 0-1-16,2 1-3 0,-3 2 0 15,1 2-2-15,-1-3 0 0,-2 1-7 16,-1-2-16-16,-1 0-30 0,-1 2-37 16,-1-2-66-16</inkml:trace>
  <inkml:trace contextRef="#ctx0" brushRef="#br0" timeOffset="24448.3432">25675 6679 4 0,'0'0'9'16,"0"0"4"-16,0 0-2 0,0 0 1 16,0 0-4-16,0 0-3 0,0 0 0 0,0 0 0 15,0 0 1-15,0 0 0 0,-84 16-1 16,72-7 1-16,1 0-2 0,2 2 0 16,-4 3-1-16,2 0 1 0,0-1 3 15,3 2 4-15,-2 2-1 0,2 0 6 16,3 3-2-16,0 2-2 0,0 4 0 0,2-1-2 15,0 4-1-15,1-2 1 16,1 0 1-16,1-3 2 0,0-1 1 16,3-3 2-16,3-3 3 0,5-3-1 15,-1-2 1-15,5 0-1 0,-1-4-2 0,5 0 1 16,0-4-3-16,2-1 0 0,1-3-2 16,-1 0 0-16,2 0 2 0,-3-3 3 15,0-2-6-15,-1-2-1 0,-1-6-1 16,2-1-1-16,-3-2 3 0,1-4 0 15,-2 1-1-15,0-2-1 0,-1 1 0 0,-2-1-1 16,-3 1 0-16,-3 2 0 0,-1-1 0 16,-2 3 1-16,-1 0-2 0,-3-3 3 15,0 1-2-15,-4-6 0 16,-3 4 1-16,-4 0-2 0,-1 1-1 0,-3 1 0 16,-2 1-3-16,-1-2-1 0,-3 5-1 15,-1-1 1-15,0 5-1 0,-2 1 3 16,1 1-3-16,4 5 2 0,0 2-3 15,-1 1 0-15,1 1-2 0,-6 10-3 16,4 3-3-16,1 10-7 0,0 3-12 0,2 5-27 16,2 3-48-16,0 2-111 0</inkml:trace>
  <inkml:trace contextRef="#ctx0" brushRef="#br0" timeOffset="25548.4756">27249 13379 268 0,'0'0'46'16,"0"0"-8"-16,0 0-1 0,0 0-5 16,0 0-3-16,0 0-2 0,-82 29-2 15,70-16-4-15,1-1-1 0,2 3 1 0,2 2-3 16,0-5-2-16,2 5-4 0,4-1-4 16,1 4-3-16,0 6 0 0,3-2 0 15,4-2-2-15,0-1-1 0,2 0 2 16,1-3-1-16,3-1 2 0,-1-2-1 15,2-1 2-15,-1-4-2 0,-3-2 2 0,5-1 0 16,-1-3-3-16,-1-1 2 0,6-1 1 16,1-2 1-16,0 0 1 15,5-4 1-15,-5-4-1 0,-1-4-1 16,-2-2 1-16,2-1-1 0,-2-2 0 0,1-3-3 16,-1 0 0-16,-1 0 0 0,0 0-1 15,-1-1 1-15,-1-1-1 0,-3 2 0 16,1 0-1-16,-3 2 1 0,-4 6-1 15,0-3 2-15,-1-2 1 0,-1 5-1 16,0-7 1-16,-3-1-1 0,0-1 1 0,0-3 0 16,-6 2-3-16,-1-1 1 0,-2 0 0 15,-4 0-1-15,0 2-1 0,-3 4 0 16,0 0 0-16,-2 3-3 0,3 6 4 16,-4 4-1-16,0 4-1 0,-4 12 3 15,-7 5-5-15,1 7 1 0,2 3-3 16,-1 3-10-16,4 2-5 0,3 2-16 15,4-2-13-15,5 2-38 0,2 3-86 16,6-4-113-16</inkml:trace>
  <inkml:trace contextRef="#ctx0" brushRef="#br0" timeOffset="43144.4755">23317 7703 120 0,'0'0'35'0,"0"0"-4"16,0 0-1-16,0 0 1 0,0 0 1 15,0 0 2-15,0 0-1 0,0 0-4 16,0 0-7-16,0 0-7 0,18-68-6 15,-18 68-5-15,-14 0 0 0,-5 3-1 16,-5 6 2-16,-2 5-2 0,1 2 0 0,2 0 1 16,1 0-2-16,1 1 1 0,-1 0 0 15,3-2 0-15,0 0-1 0,8-6 1 16,-2 2 1-16,6-5-4 0,4-3 2 16,0-1-4-16,3-2 0 0,-2 0 0 15,2 6 1-15,0 3 10 0,8 4-2 16,3 3 6-16,3-1-1 0,3-1-3 15,1 1 1-15,2 1-3 0,-2 3 1 16,1-3-2-16,-2 1-1 0,-1-3-1 16,0 2-1-16,-2 1-2 0,1-4 0 0,-1 3 0 15,-5-7 0-15,0 2-2 0,-2-3 0 16,-2-3-5-16,1 2-4 0,-3-4-8 16,2 5-13-16,-2-5-14 0,-2 0-18 15,3 2-13-15,-4-5-7 0,0 0-7 16,0 0-10-16</inkml:trace>
  <inkml:trace contextRef="#ctx0" brushRef="#br0" timeOffset="44584.8964">23130 7982 42 0,'0'0'20'0,"0"0"-2"0,0 0-4 15,0 0-3-15,0 0 0 16,0 0-1-16,0 0 0 0,0 0 1 0,0 0-2 16,0 0 1-16,-13-30-1 0,17 23 2 15,5-3-1-15,-1 4 5 0,4-3 2 16,0 0 2-16,1 0 8 0,7-3 1 15,3 0 4-15,5-1-1 0,4 1-6 16,4-2 0-16,7-1-4 0,6-2-2 0,6 0-6 16,6-2-2-16,4 3-2 0,5-3-4 15,0 0 3-15,3 1-4 0,1-2 1 16,3-2-1-16,3 3 1 0,0-4-1 16,2 2 1-16,0-2 0 0,1 1 2 15,-1-2-1-15,-1 3 0 0,-3 0-2 16,0 2 1-16,-2-1-2 0,-3 1 1 15,-3 2-3-15,-5 2 1 0,-5 2-1 16,-6 1 1-16,-7 1 0 0,-5 2-1 16,-2 0 0-16,-2 1 0 0,-1 1-1 0,-3-1 2 15,0 0-1-15,-3 2 0 0,-2-2 1 16,-1 1-1-16,-4 2 1 0,-2 0-2 16,-5 2 0-16,1-1 1 0,-2-1-3 15,1 2 3-15,-1-1 0 0,0 2-1 16,-7-1 1-16,-5 0-1 0,6 2 0 0,-4 1 0 15,-2-1 1-15,2 1 0 16,-3-2-1-16,1 1 2 0,1-1-1 16,4-1 1-16,-4 1 0 0,-1 0 0 15,1 2 1-15,-5 0 0 0,4-2-1 0,0 1 0 16,2-1-2-16,0 2 1 0,-6 0 0 16,0-2 0-16,4 1 0 0,2 0 0 15,-2-2 0-15,2 3 0 0,0 0-1 16,-2 0 1-16,0-3-1 0,2 3 1 15,-1 0 0-15,1 0 1 0,5-2-1 0,-1 0-1 16,1 1 3-16,-2-1-3 0,-4 1 0 16,5-1 2-16,-3 2-2 15,-3-1 0-15,2 1 2 0,-6 0-2 16,0-1 0-16,0 1 0 0,2 0 1 0,-1 0-1 16,1-2-1-16,-1 2-5 0,0 0 3 15,1 0-3-15,-1-1-1 0,1 1-2 16,-1 0-4-16,-1 0-3 0,0 0 0 15,0-2 3-15,0-1 1 0,-11-2 1 16,-5-2 4-16,-5-3-2 0,1 1 3 0,-1 2 2 16,0 1 2-16,-3 1 1 0,1-2 2 15,-2 1 0-15,9 1-1 0,-3 0 1 16,8 3 1-16,-2-1 3 0,3-1 0 16,4 4 1-16,1 0 0 0,1-3 1 15,-1 1-1-15,0 2 2 0,1 0-2 0,4 0 1 16,-2-2-2-16,2 2 0 15,-1 0-1-15,-1-1 1 0,1 1-1 16,-1-2-1-16,1 2 1 0,-1-2 0 16,1 2 0-16,0-1 1 0,-1 1-2 0,1-1 1 15,-2 1 1-15,2 0-1 0,-1 0-1 16,1-3-3-16,-1 3 1 0,2 0-1 16,-1 0 0-16,1 0 2 0,0 0-1 15,0 0 0-15,0 0 0 0,0 0-1 16,0 0 0-16,0 0 1 0,0 5-2 0,0 0 1 15,1-1 0-15,2 1 2 0,-3-5-2 16,0 0 0-16,0 0 0 16,0 2-2-16,2-2 0 0,-2 1-1 15,0 1 0-15,-2-1 0 0,-5 0 2 0,-5 2 1 16,1-3 0-16,-1 0 0 0,0 0-1 16,0 0-1-16,1 0 2 0,5 0 2 15,-5 0-1-15,7 0-1 0,-2-3 1 16,1 3-1-16,5 0 1 0,-1-1-1 15,1 1 0-15,-1 0-1 0,-1-1-1 0,1 1-1 16,-1-2-2-16,0 2 1 0,2 0 2 16,0 0 2-16,2 0 3 15,11 0 1-15,9 0-1 0,7 4-1 16,-2 1 1-16,0 0-1 0,2-1 0 0,-1 0-1 16,4 1 1-16,2-3-2 0,0 3 2 15,-2-4-1-15,-2 2-1 0,-9-2 2 16,-1 1-1-16,-7-2 0 0,0 0 0 15,0 1-1-15,-9-1 0 0,3 0 5 16,-7 0-5-16,0 0 2 0,0 0 1 0,2 0-4 16,-1 2 4-16,1-2-2 0,-1 0 2 15,0 0 1-15,1 1-1 0,-1-1 3 16,-1 2-4-16,0 3 5 0,0 4-6 16,-4 4 4-16,-5 5-2 0,-5 1-1 15,-2 2 0-15,-4 0-1 0,-2 3 0 16,-1-1 1-16,1 2-1 0,-4-1-2 15,2 0 2-15,2-2-2 0,3 2 0 16,2-3-2-16,2-1-3 0,4-1-9 16,1 1-8-16,1-2-17 0,1 4-48 0,0-3-71 15,4 1-104-15</inkml:trace>
  <inkml:trace contextRef="#ctx0" brushRef="#br0" timeOffset="50264.4203">22218 8414 110 0,'0'0'34'0,"0"0"-1"0,0 0-1 0,0 0-2 16,0 0-2-16,0 0 0 0,0 0-2 15,0 0-1-15,0 0-3 0,-49 94-2 16,49-74-5-16,7 2-2 0,0-2-2 16,3-1-1-16,1-5-1 0,1 1-3 15,2-3 1-15,1-4 1 0,3 0 2 16,-5-4 1-16,4-4 1 0,3 0 0 15,2-1-1-15,4-8-2 0,-3-1 0 16,0-2 1-16,-2-3-3 0,-4-2 2 16,0 0-3-16,-3-2 1 0,-2-3 2 0,-1 0 0 15,-4-1 1-15,0-2-5 0,-3-1 2 16,-2 1-2-16,-2-1 4 0,0 1 0 16,0 1-1-16,-8 2 1 0,-2 2 0 15,0 1 0-15,-4-1-2 0,-1 2-2 16,-3 0-1-16,-1 0-2 0,-4 0 1 0,-2 4 0 15,-2 2-1-15,-1 4 2 16,1 3-3-16,0 4 1 0,1 1 0 16,3 9-1-16,0 8 1 0,3 5-3 15,1 7 2-15,1 5-1 0,3 4 0 0,1 3 0 16,3 3-2-16,3 0 0 0,3 1-6 16,4 4-2-16,1-3-12 0,1 3-14 15,11-2-21-15,5-3-64 0,5-2-147 16</inkml:trace>
  <inkml:trace contextRef="#ctx0" brushRef="#br0" timeOffset="51240.8321">23847 11743 132 0,'0'0'36'0,"0"0"-2"16,0 0-1-16,0 0-2 0,0 0 1 15,0 0 3-15,0 0-1 0,-36 93-1 16,36-67-2-16,0 3-7 0,7 3-6 15,2 2-2-15,0-1-2 0,4 0-3 16,-3-2-1-16,0-2-1 0,3-5 0 0,-1-5-1 16,0-2-1-16,2-5 0 0,0-3 0 15,3-1-1-15,-3-4 0 0,1-1 0 16,-4 1-1-16,3-4-1 0,3 0-1 16,-4 0 2-16,5 0-2 0,-2-4 1 15,-3-2-1-15,5-3 1 0,-4-3-1 16,-2 1 1-16,-1-4 1 0,-3-1 1 15,2-1 0-15,-4-1 0 0,0-3-1 16,-3-1 3-16,0 1-3 0,0-1 1 16,-2-2-1-16,-1 9-1 0,0-5 2 0,0 3 0 15,0-2 0-15,0 1 1 0,-1 2 1 16,-4-1-2-16,1 0 0 0,-3-4-3 16,1 7 1-16,-1 1-3 0,0-3 3 15,-2 5 0-15,-3-6 3 0,1 1-3 16,-3 3 0-16,2 1-1 0,-3 2-2 0,-1 0 2 15,0 1-1-15,-2 1 1 0,0 2-2 16,-2 0 1-16,4 1-4 16,2 2 2-16,3 3 0 0,-3 0-1 15,-2 3-1-15,2 11-6 0,-1 5-6 0,4 10-11 16,6 7-15-16,5 3-43 0,0 5-92 16,6-2-105-16</inkml:trace>
  <inkml:trace contextRef="#ctx0" brushRef="#br0" timeOffset="66562.2724">27583 13179 12 0,'0'0'7'0,"0"0"-1"15,0 0 0-15,-79-40-1 0,66 34 0 16,-5 1-2-16,8 2 0 0,-4 1-3 15,-4 2-3-15,0 0-2 0,-2 0 0 16,2 5-4-16,4 4-3 0,1 4-1 16</inkml:trace>
  <inkml:trace contextRef="#ctx0" brushRef="#br0" timeOffset="68949.8593">27216 8590 0 0,'0'0'3'0,"0"0"-3"0,0 0 1 0,0 0-2 16,0 0-2-16,0 0 3 0</inkml:trace>
  <inkml:trace contextRef="#ctx0" brushRef="#br0" timeOffset="75148.8478">24885 13029 91 0,'0'0'27'0,"0"0"-8"16,0 0-8-16,0 0-3 0,0 0 1 16,0 0-4-16,0 0 1 0,-75 93 1 15,56-65-1-15,-2 1 7 0,1 0 5 16,1-4 3-16,3-4 6 0,3-3-2 15,3-4-2-15,4-6-3 0,3 1-4 16,3-3 0-16,0 6 2 0,2 5 1 16,9-4-1-16,5 6-1 0,3-5-2 0,0-1-3 15,2-1-2-15,2 0-3 0,2-1 0 16,-3-2 0-16,2-2-2 0,-1 1-2 16,2-2-2-16,-3 0-1 0,2-1-2 15,-2-1-5-15,-6-1-11 0,-6 0-35 16,2-1-44-16,-5-1-129 0</inkml:trace>
  <inkml:trace contextRef="#ctx0" brushRef="#br0" timeOffset="75800.2817">24807 13375 295 0,'0'0'33'16,"0"0"10"-16,0 0 0 0,107-61-4 16,-52 31-4-16,7-4-8 0,9-8-7 15,5-2-2-15,3-5-6 0,5-1 0 16,1-3-2-16,1 1-2 0,0 0-1 16,-2 3-2-16,-2 1 0 0,-3 2-3 15,-6 6 0-15,-3 2-1 0,-7 2 1 16,-3 5-1-16,-7 2 2 0,-7 3-2 15,-4 4-4-15,-9 2 4 0,-4 3-6 16,-11 7 6-16,-2 1-1 0,-6 4 0 0,-3-1 1 16,3 2 0-16,-4-1 1 15,1-2-2-15,2 2 1 0,1-4-1 16,-4 4-1-16,4-5 2 0,3 1-1 0,-3-1 0 16,6-1 0-16,-6 2 0 0,0 2 2 15,3 1-2-15,-6-1 0 0,1 3 0 16,-4 2-1-16,-1 1 1 0,2-1 0 15,0 1-1-15,-1-1 1 0,-4 2-1 16,0-1 1-16,0 1 0 0,2 0-1 16,-1 0 0-16,-1 0-3 0,0-2 0 0,0 2-1 15,-1 0-1-15,-11 0 1 0,-7 0 1 16,-5 0 1-16,-1 0 1 0,2 0 2 16,-3 0 0-16,0 0 1 0,6 0 1 15,-1 0 0-15,7 0 1 0,7 0 2 16,1 0-2-16,6 0 0 0,-2 0-1 0,2-4 0 15,11-4 2-15,9-4 1 16,12-3-1-16,5 0 0 0,5 0-4 16,0-1 2-16,0 1 1 0,-3 1-1 15,-1 1 1-15,-7 5 0 0,-9 4-1 0,-1 2-1 16,-7 2 0-16,-3 6 0 0,0 9 2 16,-8 12 0-16,-3 7 1 0,-6 11-3 15,-7 9 0-15,-7 4 2 0,-2 10-6 16,-4 2 1-16,0 3-7 0,-2 2-16 15,1 5-18-15,-1-2-47 0,-1 3-56 0,-2-1-108 16</inkml:trace>
  <inkml:trace contextRef="#ctx0" brushRef="#br0" timeOffset="113169.6925">12452 13612 341 0,'0'0'23'15,"0"140"0"-15,17-81 0 0,8-10-6 16,5-13-5-16,12-11-3 0,7-12-2 16,5-11-3-16,7-2-1 0,5-15-5 15,-1-10 2-15,0-5 0 0,-1-10 0 16,-8-5 6-16,-1-6 4 0,-10-3 6 15,-6-3 6-15,-6-1 0 0,-8 0-3 16,-8 1-2-16,-10-2 0 0,-7-2-5 16,-10-1-2-16,-13-6 0 0,-7-1-7 0,-11 0 0 15,-6 3 1-15,-8 11-2 0,-5 17 5 16,-3 20-1-16,-1 18 4 0,-1 21 1 16,1 23-5-16,2 17 2 0,4 15-3 15,2 13-2-15,7 13-1 0,11 8-4 16,5 4-3-16,10 2-5 0,14-4-13 0,8-1-29 15,4-7-63-15,17-5-153 16</inkml:trace>
  <inkml:trace contextRef="#ctx0" brushRef="#br0" timeOffset="133519.9094">14557 7182 192 0,'0'0'33'16,"0"0"1"-16,-87 10 1 0,55 0 1 15,-5 1 2-15,-1 0 0 0,-1 3-4 0,-4 4-1 16,5 0-5-16,1 2-4 0,2 2-3 16,2 5-5-16,2 2-1 0,4 6-2 15,4 4-2-15,4 7 0 0,7 3-2 16,5 2-5-16,7 2 0 0,0 1-1 15,9-3-1-15,5-2 1 0,8-7-2 0,4-4 1 16,4-7-1-16,7-9 0 16,6-5 2-16,3-8-2 0,5-6 0 0,-1-3 0 15,0-3 0-15,-3-8 1 16,-3-5 1-16,0-5 1 0,0-4 6 0,-1-10-4 16,-1-4 6-16,2-5-3 0,-3-5 2 15,1-2 1-15,-4-2-4 0,1 1-1 16,-6 0-2-16,-7 6 0 0,-7-1-3 15,-6 4 1-15,-9 0-1 0,-4 3 0 16,-14-2 0-16,-7 2-4 0,-9 0 3 0,-7 0-4 16,-5 6 5-16,-5 3-1 15,-5 5-1-15,-1 6 0 0,-3 8-3 0,-4 9 3 16,0 3-2-16,-3 20 0 16,-2 10 0-16,2 12 0 0,2 8-6 0,6 6-5 15,9 5-15-15,7-2-24 0,10-2-67 0,13-6-164 16</inkml:trace>
  <inkml:trace contextRef="#ctx0" brushRef="#br0" timeOffset="134586.5963">14242 7142 440 0,'0'0'23'0,"32"-100"5"16,-11 39 0-16,5-3-3 0,3-7 1 15,3-1-4-15,0-6 0 0,1-3-2 16,2-5-4-16,1-7 1 0,3-5-5 16,0-2-3-16,0-1 1 0,0 3-2 15,0 8-3-15,-3 8 1 0,-4 11-2 16,-5 13-1-16,-5 12 1 0,-9 17-2 0,-7 12 0 16,-2 12-2-16,-4 5-3 0,0 0-4 15,0 0-2-15,-4 0-2 0,-9 5 2 16,-9 8 1-16,-2 5 2 0,-1 1 3 15,5 1 2-15,0-1 0 0,1-4 2 16,7-5 0-16,5-3-1 0,4-4 0 0,3-3 0 16,-1 0 0-16,1 0 0 0,0-10 1 15,5-5 2-15,7-6-1 16,4 0 0-16,0-2-1 0,3 4 2 16,-1-1 2-16,-2 4-1 0,3 3 1 0,-7 4 2 15,-2 2-2-15,1 4 1 0,-2 3-2 16,5 0 1-16,-5 7-1 0,1 8-1 15,-2 2 0-15,-3 5-2 0,-2 2-1 16,-1 4-2-16,-2 1-4 0,0 3-9 16,-2 0-12-16,-5 2-18 0,4 1-32 0,0 0-70 15,3-4-126-15</inkml:trace>
  <inkml:trace contextRef="#ctx0" brushRef="#br0" timeOffset="135088.4256">14951 5153 478 0,'0'0'42'15,"0"0"-5"-15,0 0-8 0,31-99-9 16,-9 70-2-16,5 1-3 0,1 2-2 0,-1 3-2 16,-2 6-6-16,-8 7-1 0,0 5-2 15,-3 5 0-15,-2 2 1 0,0 11 0 16,-3 6 1-16,-2 5-1 0,-6 2 1 15,-1 6-3-15,-1-1 1 0,-6-2 0 16,-2-1 0-16,2-2 4 0,-1-4-2 0,1-6 2 16,5-4-5-16,2-9 0 15,0 1 0-15,0 1 1 0,5 0 1 16,7 3 1-16,4-4 1 0,7-1-2 0,1-2-2 16,-1 2 0-16,-2 2-1 0,-1 3 1 15,-4-1 1-15,-5 5 0 0,-2 2 0 16,-2 2 0-16,-4 4 2 0,-3 1-2 15,0 2 1-15,0-1 0 0,-5 5-3 16,-4-3 1-16,-1 2-1 0,-5-1-4 16,1 0-4-16,-5-3-17 0,4 1-19 0,-2-6-48 15,7-3-89-15,3-9-105 0</inkml:trace>
  <inkml:trace contextRef="#ctx0" brushRef="#br0" timeOffset="135249.2632">15482 5367 598 0,'0'0'41'0,"0"0"-13"0,0 0-9 15,0 0-6-15,0 0-7 0,0 0-1 0,0 0-4 16,58 86-6-16,-52-64-8 0,-3 1-15 16,0-7-33-16,0 2-64 0,1-5-145 15</inkml:trace>
  <inkml:trace contextRef="#ctx0" brushRef="#br0" timeOffset="135596.0559">15611 4978 645 0,'0'0'32'15,"0"0"-8"-15,49-89-11 0,-25 58-11 16,2 2-12-16,2 1-10 0,-2 1-15 0,0 1-21 16,-3 2-35-16,-4 0-31 0,-6 2-7 15,-3 3 18-15,-1 2 45 16,-8 3 52-16,-1-3 41 0,0 2 45 16,-1-1 29-16,-6 1 15 0,-2 0-11 0,3 6-23 15,0 1-22-15,-1 1-17 0,4 5-9 0,1-1-14 16,-1-1-7-16,3 4 0 15,0 16-6-15,0 7 4 0,7 11-5 16,7 4-3-16,4 1 0 0,3 2-5 16,4-1-1-16,1-2-8 0,3 0-12 0,-2-5-25 15,3-1-52-15,-2-5-145 0,-2-1-53 16</inkml:trace>
  <inkml:trace contextRef="#ctx0" brushRef="#br0" timeOffset="135820.355">16076 4296 595 0,'0'0'29'0,"0"0"7"16,0 0-5-16,97 3-6 0,-56 14-10 15,2 5-7-15,-1 7-3 0,-3 6-2 16,-3 4 1-16,-7 5-3 0,-6 4 2 15,-7 0-5-15,-4 3-8 0,-8 3-7 0,-4 0-16 16,-3-1-13-16,-10-5-23 0,-3 0-56 16,-5-7-95-16</inkml:trace>
  <inkml:trace contextRef="#ctx0" brushRef="#br0" timeOffset="136059.9401">14826 4983 555 0,'0'0'41'0,"-36"146"-8"16,28-64-5-16,8 5-9 0,0 2-7 15,12 1-1-15,10-4-6 0,8-4 0 16,9-8-1-16,13-11-5 0,9-10 3 15,8-14-7-15,8-9-11 0,0-10-16 16,-1-10-31-16,-2-8-72 0,-2-4-145 16</inkml:trace>
  <inkml:trace contextRef="#ctx0" brushRef="#br0" timeOffset="325129.1477">26494 10427 167 0,'0'0'31'16,"0"1"9"-16,5 3 6 0,11 3-4 15,13-2-5-15,8-5-9 0,8 0 0 16,9-5 0-16,3-6-2 0,6-4-1 16,0-2-5-16,2-3-3 0,0 1-7 15,-2-3-1-15,-7 1-6 0,-7 0 1 0,-5 0-4 16,-8 0 2-16,-3-3 0 15,-6 0 2-15,-2 2 0 0,-6-3 0 16,-6 1 2-16,-2-2 2 0,-7 1-2 16,-2-3 3-16,-2 1-3 0,0-5-1 0,-10 2-1 15,-3-4-6-15,-3-3 4 0,-6 0-5 16,-4 0 3-16,-3 1 2 0,-5 4-1 16,-4 3 2-16,-4 4 0 0,-4 5 1 15,-6 3-1-15,-2 5-1 0,-3 3 1 16,0 2 0-16,1 4-1 0,-1 3 1 0,1 0 0 15,0 7 0-15,1 6 1 0,0 3-3 16,3 1 1-16,-2 5-1 0,4 3-1 16,2 6 0-16,3 4 2 0,7 5 3 15,5 3-4-15,6 4 5 0,5 2-5 16,9 3-1-16,6-1 2 0,5 3-3 16,2-3 2-16,15-1-2 0,6-2 1 15,8-5 0-15,8-5 1 0,6-5 0 16,6-4 0-16,2-5-1 0,1-7 1 15,1-5 0-15,2-6 1 0,0-4-1 0,1-2 2 16,5-9 0-16,1-9 0 0,5-4 2 16,2-8 0-16,2-6 2 0,0 1-2 15,-6-5 1-15,-6-1-2 0,-5 2-1 16,-8-1-1-16,-7 5 1 0,-7 0-1 16,-7 0 0-16,-8-1-2 0,-7 0 2 0,-6-4-2 15,-4 1-4-15,-1-3 4 0,-11-2-3 16,-6 1 2-16,-8-3 2 15,-5 2-1-15,-8 3 0 0,-7 5-3 16,-11 6 4-16,-5 7-1 0,-8 11 0 0,-3 7 2 16,-1 5-3-16,-4 13 2 0,0 12-2 15,0 9 0-15,-1 10-2 0,0 6 1 16,6 6-4-16,8 2-10 0,11 3-12 16,15 6-28-16,12 4-67 0,14 1-141 15</inkml:trace>
  <inkml:trace contextRef="#ctx0" brushRef="#br0" timeOffset="332352.1061">27877 10516 202 0,'0'0'50'0,"0"0"-10"16,0 0-11-16,0 0-10 0,0 0-4 15,0 0-4-15,53-77 1 0,-8 48-4 0,9-5-2 16,12-4 0-16,9-6 1 0,12-7 1 15,11-6 2-15,11-1 6 0,9-8 1 16,9-2 2-16,5-4-3 16,7-3-4-16,1-3 2 0,2 1-5 0,-1 1 0 15,-5 7-3-15,-5 4-4 0,-10 9 1 16,-11 6-2-16,-13 8 2 0,-11 3-3 16,-9 5 0-16,-11 3 0 0,-6 2-5 15,-11 3 6-15,-7 3-4 0,-7 2 3 16,-10 1 2-16,-4 3-1 0,-7 8 0 0,-6 2 0 15,-3-1 1-15,-2 6-4 0,-1-3 2 16,2 2-2-16,-4 3-2 0,0-2-6 16,0 2-7-16,0-1-18 0,0-5-21 15,0 2-16-15,-9-4-14 0,4 2-3 16,-9 4 5-16,-4 1-8 0</inkml:trace>
  <inkml:trace contextRef="#ctx0" brushRef="#br0" timeOffset="332568.04">30138 9000 202 0,'0'0'42'16,"0"0"-11"-16,0 0 1 0,0 0 1 16,0 0 1-16,0 0-1 0,100-39-9 15,-60 37-4-15,5 0-3 0,0 2-5 16,0 0-2-16,-6 4-3 0,-5 3-2 16,-5 1-1-16,-4 6 1 0,-7 2 0 0,-3 2 1 15,-6 3 0-15,-5 2 3 0,-4 3-2 16,-3 6 1-16,-8-1 1 15,-4 6-6-15,-5 1 3 0,-2-2-7 16,-2 3-6-16,0-3-9 0,-3-1-39 0,0 1-49 16,-4-3-141-16</inkml:trace>
  <inkml:trace contextRef="#ctx0" brushRef="#br0" timeOffset="333280.7655">27679 9682 319 0,'0'0'30'0,"0"0"0"0,0 0-5 0,0 0 0 16,42-104-1-16,8 57-1 0,14-5-4 16,14-4-2-16,13-4-3 0,13-8-1 15,13-5-4-15,10-5 4 0,8-8-4 16,7-3 2-16,5-1 2 0,2 3-8 16,0 0 4-16,-2 5-5 0,-5 4-3 0,-8 7 1 15,-11 7-5-15,-14 3 3 0,-15 10 1 16,-16 7-2-16,-15 5 2 15,-15 6-1-15,-13 4-2 0,-12 7 0 16,-10 7-3-16,-9 0 1 0,-4 0 0 0,-3 0-2 16,-7-4 2-16,-7 6-4 0,-2 1 0 15,-7 3-1-15,-4 1-2 0,-5 4 2 16,-5-2 3-16,-2 5 3 0,-2-2 3 16,4 1 3-16,1-1-1 0,5 2 0 15,10 0 0-15,10 1-1 0,9 0-1 0,5-3 0 16,9-5 0-16,11-1 2 0,12-6 0 15,10 4 0-15,3-1 2 16,4 3-2-16,0 0 5 0,3 1-3 16,-2 5 4-16,-2 3 1 0,-3 0-2 0,-4 9-1 15,-7 5-2-15,-3 3 0 0,-7 3-1 16,-4 4-1-16,-8 5-1 0,-6 5 0 16,-6 1 0-16,-6 9-2 0,-10 3-2 15,-7 6-7-15,-5 5-12 0,-5 3-25 16,-5 2-54-16,-3 1-67 0,-3 0-79 0</inkml:trace>
  <inkml:trace contextRef="#ctx0" brushRef="#br0" timeOffset="339361.4025">26968 15371 168 0,'0'0'18'0,"0"0"-2"16,-109 36 6-16,58-17 5 16,-3 4 0-16,-9 4 7 0,-3 5-4 0,-10 2-2 15,-6 3-6-15,-8-1-6 0,-9 3-4 16,-11 1-7-16,-12 0 2 0,-11 1 1 16,-10 3-3-16,-6-2 3 0,-2-3 1 15,-1-2 0-15,4 0 6 0,14-4 1 16,14-5-5-16,17-4-4 0,25-1-1 0,16-6-4 15,17-3-2-15,12-3-4 0,14-2-1 16,3-4 1-16,9 2 1 0,4-7-5 16,0 3-13-16,3-3-22 0,-2 0-14 15,2 0-11-15,0 0 1 0,0 0 8 16,6-8 2-16,6-8-2 0,7-4 8 16</inkml:trace>
  <inkml:trace contextRef="#ctx0" brushRef="#br0" timeOffset="339612.9415">24692 15950 4 0,'0'0'29'0,"0"0"-2"0,40-85 6 15,-30 63-2-15,-4 3 2 0,-3 11 2 0,-1 3-2 16,-2 5 1-16,0-3-4 0,-9 3-5 16,-7 0-4-16,-9 8-7 0,-7 12 0 15,-4 9-4-15,-7 6 0 0,-2 2 3 16,-1 4-5-16,-1-4 2 0,1 2 0 16,4-3 5-16,5-3-1 0,11-1 0 0,7-1-2 15,10-4-5-15,9-2-3 16,9 0 1-16,14-2 0 0,7-6-1 15,10 0-1-15,6-5-1 0,4-3 0 16,4-1 1-16,2-1 1 0,3-5 2 0,1 1-2 16,-3 1 1-16,-1-3-1 0,-1 3-2 15,-3-1-2-15,-5-1-3 0,-3 1-8 16,-7 1-17-16,-5-4-44 0,-3 0-56 16,-10 0-110-16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05DBB-5C24-465B-8EAF-1B08C571A0D3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A846B-8EBB-4084-8AD8-6BD2520FC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585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P(not G | M) =</a:t>
            </a:r>
            <a:r>
              <a:rPr lang="en-IN" baseline="0" dirty="0" smtClean="0"/>
              <a:t> 1-0.8 = 0.2</a:t>
            </a:r>
            <a:endParaRPr lang="en-IN" dirty="0" smtClean="0"/>
          </a:p>
          <a:p>
            <a:r>
              <a:rPr lang="en-IN" dirty="0" smtClean="0"/>
              <a:t>P(M|G) = P(G|M) P(M)</a:t>
            </a:r>
            <a:r>
              <a:rPr lang="en-IN" baseline="0" dirty="0" smtClean="0"/>
              <a:t> / P(G) = 0.8 x 0.5 / 0.6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5A846B-8EBB-4084-8AD8-6BD2520FC77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79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73100" y="4748213"/>
            <a:ext cx="5389563" cy="3884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/>
          </a:p>
        </p:txBody>
      </p:sp>
      <p:sp>
        <p:nvSpPr>
          <p:cNvPr id="33796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9F8F73C1-EFF8-4175-ACE4-E76B5F9A0F5B}" type="datetime1">
              <a:rPr lang="zh-CN" altLang="en-US" smtClean="0"/>
              <a:pPr/>
              <a:t>2024/1/13</a:t>
            </a:fld>
            <a:endParaRPr lang="en-US" altLang="zh-CN" sz="1200" smtClean="0"/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494919F0-7E56-4CF2-B1AA-5DDE64E71CA3}" type="slidenum">
              <a:rPr lang="en-US" altLang="zh-CN" smtClean="0"/>
              <a:pPr/>
              <a:t>12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4143282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73100" y="4748213"/>
            <a:ext cx="5389563" cy="3884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 smtClean="0"/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E2FFDD17-E8DF-4695-AD04-B3A7FF67E55B}" type="datetime1">
              <a:rPr lang="zh-CN" altLang="en-US" smtClean="0"/>
              <a:pPr/>
              <a:t>2024/1/13</a:t>
            </a:fld>
            <a:endParaRPr lang="en-US" altLang="zh-CN" sz="1200" smtClean="0"/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08B27ED-5B86-4287-A2AF-F9F632D86EC4}" type="slidenum">
              <a:rPr lang="en-US" altLang="zh-CN" smtClean="0"/>
              <a:pPr/>
              <a:t>13</a:t>
            </a:fld>
            <a:endParaRPr lang="en-US" altLang="zh-CN" sz="1200" smtClean="0"/>
          </a:p>
        </p:txBody>
      </p:sp>
    </p:spTree>
    <p:extLst>
      <p:ext uri="{BB962C8B-B14F-4D97-AF65-F5344CB8AC3E}">
        <p14:creationId xmlns:p14="http://schemas.microsoft.com/office/powerpoint/2010/main" val="418921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25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43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69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94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80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78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933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47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62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18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7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C2F61-9D3B-4CC0-A979-7C8DA3D05D54}" type="datetimeFigureOut">
              <a:rPr lang="en-IN" smtClean="0"/>
              <a:t>13-01-2024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67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emf"/><Relationship Id="rId4" Type="http://schemas.openxmlformats.org/officeDocument/2006/relationships/customXml" Target="../ink/ink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Applied Machine Learning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Revision (Mid-</a:t>
            </a:r>
            <a:r>
              <a:rPr lang="en-IN" dirty="0" err="1" smtClean="0"/>
              <a:t>sem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9144000" y="6049108"/>
            <a:ext cx="2142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Anita Ramachandran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734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 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34" y="1690688"/>
            <a:ext cx="9477375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3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Solution 1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174773"/>
            <a:ext cx="8305800" cy="39243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781720" y="191160"/>
              <a:ext cx="9050400" cy="493812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69840" y="178920"/>
                <a:ext cx="9064800" cy="495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084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 2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2105025"/>
            <a:ext cx="11182350" cy="26479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33000" y="47520"/>
              <a:ext cx="10304280" cy="47844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360" y="32400"/>
                <a:ext cx="10325520" cy="480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949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Solution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46" y="2553928"/>
            <a:ext cx="11783454" cy="20475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486680" y="3546720"/>
              <a:ext cx="7382520" cy="139644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82360" y="3537360"/>
                <a:ext cx="7393680" cy="140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6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 3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762125"/>
            <a:ext cx="88392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3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Solution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690688"/>
            <a:ext cx="94869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0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 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dirty="0"/>
              <a:t>Vijay is a certified Data Scientist and he has applied for two companies -Google and Microsoft. He feels that he has a 60% chance of receiving an offer  from Google and 50% chance of receiving an offer from Microsoft. If he receives an offer from Microsoft,  he has belief that there are 80% chances of receiving an offer Google. </a:t>
            </a:r>
            <a:endParaRPr lang="en-IN" dirty="0"/>
          </a:p>
          <a:p>
            <a:pPr>
              <a:defRPr/>
            </a:pPr>
            <a:r>
              <a:rPr lang="en-US" dirty="0"/>
              <a:t>If Vijay receives an offer from Microsoft, what is the probability that he will not receive an offer from Google? </a:t>
            </a:r>
            <a:endParaRPr lang="en-IN" dirty="0"/>
          </a:p>
          <a:p>
            <a:pPr>
              <a:defRPr/>
            </a:pPr>
            <a:r>
              <a:rPr lang="en-IN" dirty="0"/>
              <a:t>What are his chances of getting an offer from Microsoft,  considering he has an offer from Google?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89040" y="2082240"/>
              <a:ext cx="10626480" cy="42444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7880" y="2070000"/>
                <a:ext cx="10651320" cy="426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834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sz="2000" dirty="0"/>
              <a:t>Vijay is a certified Data Scientist and he has applied for two companies -Google and Microsoft. He feels that he has a 60% chance of receiving an offer  from Google and 50% chance of receiving an offer from Microsoft. If he receives an offer from Microsoft,  he has belief that there are 80% chances of receiving an offer Google. </a:t>
            </a:r>
            <a:endParaRPr lang="en-IN" sz="2000" dirty="0"/>
          </a:p>
          <a:p>
            <a:pPr>
              <a:defRPr/>
            </a:pPr>
            <a:r>
              <a:rPr lang="en-US" sz="2000" dirty="0"/>
              <a:t>If Vijay receives an offer from Microsoft, what is the probability that he will not receive an offer from Google? </a:t>
            </a:r>
            <a:endParaRPr lang="en-IN" sz="2000" dirty="0"/>
          </a:p>
          <a:p>
            <a:pPr>
              <a:defRPr/>
            </a:pPr>
            <a:r>
              <a:rPr lang="en-IN" sz="2000" dirty="0"/>
              <a:t>What are his chances of getting an offer from Microsoft,  considering he has an offer from Google?</a:t>
            </a:r>
          </a:p>
          <a:p>
            <a:pPr marL="0" indent="0">
              <a:buNone/>
              <a:defRPr/>
            </a:pPr>
            <a:r>
              <a:rPr lang="en-US" sz="2000" dirty="0" err="1"/>
              <a:t>Ans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P(not g| m) = 0.2</a:t>
            </a:r>
          </a:p>
          <a:p>
            <a:pPr>
              <a:defRPr/>
            </a:pPr>
            <a:r>
              <a:rPr lang="en-US" sz="2000" dirty="0"/>
              <a:t>P(M|G)=0.67</a:t>
            </a:r>
            <a:endParaRPr lang="en-IN" sz="2000" dirty="0"/>
          </a:p>
        </p:txBody>
      </p:sp>
      <p:sp>
        <p:nvSpPr>
          <p:cNvPr id="27652" name="Content Placeholder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altLang="en-US" sz="3600" dirty="0" smtClean="0"/>
              <a:t>Solution 4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26609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 5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951186" y="1690687"/>
            <a:ext cx="10402614" cy="1125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en-IN" sz="2000" dirty="0">
                <a:highlight>
                  <a:srgbClr val="FFFFFF"/>
                </a:highlight>
                <a:latin typeface="Times New Roman" panose="02020603050405020304" pitchFamily="18" charset="0"/>
                <a:ea typeface="Arial" panose="020B0604020202020204" pitchFamily="34" charset="0"/>
              </a:rPr>
              <a:t>From an insurance company, people have purchased the travel insurance to be safe and experiencing the world. The below dataset describes the listing purchase transactions in 2015. </a:t>
            </a:r>
            <a:r>
              <a:rPr lang="en-IN" sz="2000" dirty="0">
                <a:latin typeface="Times New Roman" panose="02020603050405020304" pitchFamily="18" charset="0"/>
                <a:ea typeface="Arial" panose="020B0604020202020204" pitchFamily="34" charset="0"/>
              </a:rPr>
              <a:t>List at least 6 issues with the below available dataset which are required for Data Pre-processing. </a:t>
            </a:r>
            <a:endParaRPr lang="en-IN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961" y="3330604"/>
            <a:ext cx="9592077" cy="243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9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5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1st and 3rd row are duplicate, should be removed.</a:t>
            </a:r>
            <a:endParaRPr lang="en-IN" dirty="0"/>
          </a:p>
          <a:p>
            <a:pPr lvl="0"/>
            <a:r>
              <a:rPr lang="en-US" dirty="0"/>
              <a:t>‘n/a’ replace with Mean and blank profession should replaced with Mode. </a:t>
            </a:r>
            <a:endParaRPr lang="en-IN" dirty="0"/>
          </a:p>
          <a:p>
            <a:pPr lvl="0"/>
            <a:r>
              <a:rPr lang="en-US" dirty="0"/>
              <a:t>Age &amp; Date of birth are duplicate columns</a:t>
            </a:r>
            <a:endParaRPr lang="en-IN" dirty="0"/>
          </a:p>
          <a:p>
            <a:pPr lvl="0"/>
            <a:r>
              <a:rPr lang="en-US" dirty="0"/>
              <a:t>Sum Insured amounts are in different currencies, should be in same currency.</a:t>
            </a:r>
            <a:endParaRPr lang="en-IN" dirty="0"/>
          </a:p>
          <a:p>
            <a:pPr lvl="0"/>
            <a:r>
              <a:rPr lang="en-US" dirty="0"/>
              <a:t>Date of Purchase &amp; Date of Birth are in different format</a:t>
            </a:r>
            <a:endParaRPr lang="en-IN" dirty="0"/>
          </a:p>
          <a:p>
            <a:r>
              <a:rPr lang="en-US" dirty="0"/>
              <a:t>₹ 0 Sum Assured should be replaced with the mean value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69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838200" y="1972290"/>
            <a:ext cx="10901516" cy="444976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sz="3200" dirty="0" smtClean="0"/>
              <a:t>Solve the below and find the equation for hyper plane using linear Support Vector Machine method. Positive Points: {(3, 2), (4, 3), (2, 3), (3, -1)} Negative Points: {(1, 0), (1, -1), (0, 2), (-1, 2)}</a:t>
            </a:r>
            <a:endParaRPr lang="en-IN" altLang="en-US" sz="3200" dirty="0" smtClean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4403280" y="2215440"/>
              <a:ext cx="25920" cy="338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2120" y="2206800"/>
                <a:ext cx="42120" cy="536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400" dirty="0" smtClean="0"/>
              <a:t>Question 6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75657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3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510970" y="1994618"/>
            <a:ext cx="2574925" cy="4449763"/>
          </a:xfrm>
        </p:spPr>
        <p:txBody>
          <a:bodyPr/>
          <a:lstStyle/>
          <a:p>
            <a:pPr marL="342900" indent="-342900" algn="l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Solve the below and find the equation for hyper plane using linear Support Vector Machine method.</a:t>
            </a:r>
          </a:p>
          <a:p>
            <a:pPr algn="l" eaLnBrk="1" hangingPunct="1">
              <a:lnSpc>
                <a:spcPct val="80000"/>
              </a:lnSpc>
              <a:buClr>
                <a:srgbClr val="101141"/>
              </a:buClr>
              <a:defRPr/>
            </a:pPr>
            <a:endParaRPr lang="en-US" altLang="en-US" sz="2000" dirty="0"/>
          </a:p>
          <a:p>
            <a:pPr algn="l" eaLnBrk="1" hangingPunct="1">
              <a:lnSpc>
                <a:spcPct val="80000"/>
              </a:lnSpc>
              <a:buClr>
                <a:srgbClr val="101141"/>
              </a:buClr>
              <a:defRPr/>
            </a:pPr>
            <a:r>
              <a:rPr lang="en-US" altLang="en-US" sz="2000" dirty="0"/>
              <a:t>Positive Points: {(3, 2), (4, 3), (2, 3), (3, -1)} </a:t>
            </a:r>
          </a:p>
          <a:p>
            <a:pPr algn="l" eaLnBrk="1" hangingPunct="1">
              <a:lnSpc>
                <a:spcPct val="80000"/>
              </a:lnSpc>
              <a:buClr>
                <a:srgbClr val="101141"/>
              </a:buClr>
              <a:defRPr/>
            </a:pPr>
            <a:endParaRPr lang="en-US" altLang="en-US" sz="2000" dirty="0"/>
          </a:p>
          <a:p>
            <a:pPr algn="l" eaLnBrk="1" hangingPunct="1">
              <a:lnSpc>
                <a:spcPct val="80000"/>
              </a:lnSpc>
              <a:buClr>
                <a:srgbClr val="101141"/>
              </a:buClr>
              <a:defRPr/>
            </a:pPr>
            <a:r>
              <a:rPr lang="en-US" altLang="en-US" sz="2000" dirty="0"/>
              <a:t>Negative Points: {(1, 0), (1, -1), (0, 2), (-1, 2)}</a:t>
            </a:r>
            <a:endParaRPr lang="en-IN" altLang="en-US" sz="2000" dirty="0"/>
          </a:p>
        </p:txBody>
      </p:sp>
      <p:pic>
        <p:nvPicPr>
          <p:cNvPr id="3482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726" y="1523999"/>
            <a:ext cx="6657564" cy="4941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400" dirty="0" smtClean="0"/>
              <a:t>Solution 6</a:t>
            </a:r>
            <a:endParaRPr lang="en-IN" sz="4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4469760" y="1546560"/>
              <a:ext cx="6541560" cy="43513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58600" y="1534680"/>
                <a:ext cx="6562800" cy="437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818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536</Words>
  <Application>Microsoft Office PowerPoint</Application>
  <PresentationFormat>Widescreen</PresentationFormat>
  <Paragraphs>44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SimSun</vt:lpstr>
      <vt:lpstr>Arial</vt:lpstr>
      <vt:lpstr>Calibri</vt:lpstr>
      <vt:lpstr>Calibri Light</vt:lpstr>
      <vt:lpstr>Times New Roman</vt:lpstr>
      <vt:lpstr>Office Theme</vt:lpstr>
      <vt:lpstr>Applied Machine Learning</vt:lpstr>
      <vt:lpstr>Question 1</vt:lpstr>
      <vt:lpstr>Solution 1</vt:lpstr>
      <vt:lpstr>Question 2</vt:lpstr>
      <vt:lpstr>Solution 2</vt:lpstr>
      <vt:lpstr>Question 3</vt:lpstr>
      <vt:lpstr>Solution 3</vt:lpstr>
      <vt:lpstr>Question 4</vt:lpstr>
      <vt:lpstr>Solution 4</vt:lpstr>
      <vt:lpstr>Question 5</vt:lpstr>
      <vt:lpstr>Solution 5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Anita</dc:creator>
  <cp:lastModifiedBy>Anita</cp:lastModifiedBy>
  <cp:revision>11</cp:revision>
  <dcterms:created xsi:type="dcterms:W3CDTF">2022-06-28T01:38:29Z</dcterms:created>
  <dcterms:modified xsi:type="dcterms:W3CDTF">2024-01-13T04:45:27Z</dcterms:modified>
</cp:coreProperties>
</file>