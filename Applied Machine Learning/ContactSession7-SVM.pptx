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ink/ink1.xml" ContentType="application/inkml+xml"/>
  <Override PartName="/ppt/notesSlides/notesSlide1.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2.xml" ContentType="application/vnd.openxmlformats-officedocument.presentationml.notesSlide+xml"/>
  <Override PartName="/ppt/ink/ink1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92" r:id="rId1"/>
    <p:sldMasterId id="2147483808" r:id="rId2"/>
    <p:sldMasterId id="2147483820" r:id="rId3"/>
    <p:sldMasterId id="2147483906" r:id="rId4"/>
  </p:sldMasterIdLst>
  <p:notesMasterIdLst>
    <p:notesMasterId r:id="rId40"/>
  </p:notesMasterIdLst>
  <p:handoutMasterIdLst>
    <p:handoutMasterId r:id="rId41"/>
  </p:handoutMasterIdLst>
  <p:sldIdLst>
    <p:sldId id="276" r:id="rId5"/>
    <p:sldId id="575" r:id="rId6"/>
    <p:sldId id="727" r:id="rId7"/>
    <p:sldId id="728" r:id="rId8"/>
    <p:sldId id="729" r:id="rId9"/>
    <p:sldId id="730" r:id="rId10"/>
    <p:sldId id="731" r:id="rId11"/>
    <p:sldId id="732" r:id="rId12"/>
    <p:sldId id="733" r:id="rId13"/>
    <p:sldId id="782" r:id="rId14"/>
    <p:sldId id="804" r:id="rId15"/>
    <p:sldId id="789" r:id="rId16"/>
    <p:sldId id="807" r:id="rId17"/>
    <p:sldId id="854" r:id="rId18"/>
    <p:sldId id="855" r:id="rId19"/>
    <p:sldId id="793" r:id="rId20"/>
    <p:sldId id="738" r:id="rId21"/>
    <p:sldId id="739" r:id="rId22"/>
    <p:sldId id="823" r:id="rId23"/>
    <p:sldId id="796" r:id="rId24"/>
    <p:sldId id="818" r:id="rId25"/>
    <p:sldId id="856" r:id="rId26"/>
    <p:sldId id="776" r:id="rId27"/>
    <p:sldId id="742" r:id="rId28"/>
    <p:sldId id="778" r:id="rId29"/>
    <p:sldId id="781" r:id="rId30"/>
    <p:sldId id="777" r:id="rId31"/>
    <p:sldId id="845" r:id="rId32"/>
    <p:sldId id="746" r:id="rId33"/>
    <p:sldId id="748" r:id="rId34"/>
    <p:sldId id="860" r:id="rId35"/>
    <p:sldId id="820" r:id="rId36"/>
    <p:sldId id="821" r:id="rId37"/>
    <p:sldId id="822" r:id="rId38"/>
    <p:sldId id="758" r:id="rId39"/>
  </p:sldIdLst>
  <p:sldSz cx="9144000" cy="6858000" type="screen4x3"/>
  <p:notesSz cx="6858000" cy="9144000"/>
  <p:defaultTextStyle>
    <a:defPPr>
      <a:defRPr lang="en-US"/>
    </a:defPPr>
    <a:lvl1pPr algn="l" rtl="0" fontAlgn="base">
      <a:spcBef>
        <a:spcPct val="0"/>
      </a:spcBef>
      <a:spcAft>
        <a:spcPct val="0"/>
      </a:spcAft>
      <a:defRPr sz="1600" kern="1200">
        <a:solidFill>
          <a:schemeClr val="tx1"/>
        </a:solidFill>
        <a:latin typeface="Tahoma" charset="0"/>
        <a:ea typeface="+mn-ea"/>
        <a:cs typeface="+mn-cs"/>
      </a:defRPr>
    </a:lvl1pPr>
    <a:lvl2pPr marL="457200" algn="l" rtl="0" fontAlgn="base">
      <a:spcBef>
        <a:spcPct val="0"/>
      </a:spcBef>
      <a:spcAft>
        <a:spcPct val="0"/>
      </a:spcAft>
      <a:defRPr sz="1600" kern="1200">
        <a:solidFill>
          <a:schemeClr val="tx1"/>
        </a:solidFill>
        <a:latin typeface="Tahoma" charset="0"/>
        <a:ea typeface="+mn-ea"/>
        <a:cs typeface="+mn-cs"/>
      </a:defRPr>
    </a:lvl2pPr>
    <a:lvl3pPr marL="914400" algn="l" rtl="0" fontAlgn="base">
      <a:spcBef>
        <a:spcPct val="0"/>
      </a:spcBef>
      <a:spcAft>
        <a:spcPct val="0"/>
      </a:spcAft>
      <a:defRPr sz="1600" kern="1200">
        <a:solidFill>
          <a:schemeClr val="tx1"/>
        </a:solidFill>
        <a:latin typeface="Tahoma" charset="0"/>
        <a:ea typeface="+mn-ea"/>
        <a:cs typeface="+mn-cs"/>
      </a:defRPr>
    </a:lvl3pPr>
    <a:lvl4pPr marL="1371600" algn="l" rtl="0" fontAlgn="base">
      <a:spcBef>
        <a:spcPct val="0"/>
      </a:spcBef>
      <a:spcAft>
        <a:spcPct val="0"/>
      </a:spcAft>
      <a:defRPr sz="1600" kern="1200">
        <a:solidFill>
          <a:schemeClr val="tx1"/>
        </a:solidFill>
        <a:latin typeface="Tahoma" charset="0"/>
        <a:ea typeface="+mn-ea"/>
        <a:cs typeface="+mn-cs"/>
      </a:defRPr>
    </a:lvl4pPr>
    <a:lvl5pPr marL="1828800" algn="l" rtl="0" fontAlgn="base">
      <a:spcBef>
        <a:spcPct val="0"/>
      </a:spcBef>
      <a:spcAft>
        <a:spcPct val="0"/>
      </a:spcAft>
      <a:defRPr sz="1600" kern="1200">
        <a:solidFill>
          <a:schemeClr val="tx1"/>
        </a:solidFill>
        <a:latin typeface="Tahoma" charset="0"/>
        <a:ea typeface="+mn-ea"/>
        <a:cs typeface="+mn-cs"/>
      </a:defRPr>
    </a:lvl5pPr>
    <a:lvl6pPr marL="2286000" algn="l" defTabSz="914400" rtl="0" eaLnBrk="1" latinLnBrk="0" hangingPunct="1">
      <a:defRPr sz="1600" kern="1200">
        <a:solidFill>
          <a:schemeClr val="tx1"/>
        </a:solidFill>
        <a:latin typeface="Tahoma" charset="0"/>
        <a:ea typeface="+mn-ea"/>
        <a:cs typeface="+mn-cs"/>
      </a:defRPr>
    </a:lvl6pPr>
    <a:lvl7pPr marL="2743200" algn="l" defTabSz="914400" rtl="0" eaLnBrk="1" latinLnBrk="0" hangingPunct="1">
      <a:defRPr sz="1600" kern="1200">
        <a:solidFill>
          <a:schemeClr val="tx1"/>
        </a:solidFill>
        <a:latin typeface="Tahoma" charset="0"/>
        <a:ea typeface="+mn-ea"/>
        <a:cs typeface="+mn-cs"/>
      </a:defRPr>
    </a:lvl7pPr>
    <a:lvl8pPr marL="3200400" algn="l" defTabSz="914400" rtl="0" eaLnBrk="1" latinLnBrk="0" hangingPunct="1">
      <a:defRPr sz="1600" kern="1200">
        <a:solidFill>
          <a:schemeClr val="tx1"/>
        </a:solidFill>
        <a:latin typeface="Tahoma" charset="0"/>
        <a:ea typeface="+mn-ea"/>
        <a:cs typeface="+mn-cs"/>
      </a:defRPr>
    </a:lvl8pPr>
    <a:lvl9pPr marL="3657600" algn="l" defTabSz="914400" rtl="0" eaLnBrk="1" latinLnBrk="0" hangingPunct="1">
      <a:defRPr sz="1600" kern="1200">
        <a:solidFill>
          <a:schemeClr val="tx1"/>
        </a:solidFill>
        <a:latin typeface="Tahoma"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6016" autoAdjust="0"/>
  </p:normalViewPr>
  <p:slideViewPr>
    <p:cSldViewPr>
      <p:cViewPr varScale="1">
        <p:scale>
          <a:sx n="98" d="100"/>
          <a:sy n="98" d="100"/>
        </p:scale>
        <p:origin x="201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r>
              <a:rPr lang="en-US"/>
              <a:t>Lecture-1</a:t>
            </a:r>
          </a:p>
        </p:txBody>
      </p:sp>
      <p:sp>
        <p:nvSpPr>
          <p:cNvPr id="3584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023B7232-710D-494E-88C7-F703C04F40C2}" type="datetimeFigureOut">
              <a:rPr lang="en-US" smtClean="0"/>
              <a:pPr>
                <a:defRPr/>
              </a:pPr>
              <a:t>4/1/2024</a:t>
            </a:fld>
            <a:endParaRPr lang="en-US"/>
          </a:p>
        </p:txBody>
      </p:sp>
      <p:sp>
        <p:nvSpPr>
          <p:cNvPr id="3584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p>
        </p:txBody>
      </p:sp>
      <p:sp>
        <p:nvSpPr>
          <p:cNvPr id="3584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496DCEF7-9E9F-4185-8062-A1F4E6576C3B}" type="slidenum">
              <a:rPr lang="en-US"/>
              <a:pPr>
                <a:defRPr/>
              </a:pPr>
              <a:t>‹#›</a:t>
            </a:fld>
            <a:endParaRPr lang="en-US"/>
          </a:p>
        </p:txBody>
      </p:sp>
    </p:spTree>
    <p:extLst>
      <p:ext uri="{BB962C8B-B14F-4D97-AF65-F5344CB8AC3E}">
        <p14:creationId xmlns:p14="http://schemas.microsoft.com/office/powerpoint/2010/main" val="161499762"/>
      </p:ext>
    </p:extLst>
  </p:cSld>
  <p:clrMap bg1="lt1" tx1="dk1" bg2="lt2" tx2="dk2" accent1="accent1" accent2="accent2" accent3="accent3" accent4="accent4" accent5="accent5" accent6="accent6" hlink="hlink" folHlink="folHlink"/>
  <p:hf ftr="0" dt="0"/>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06T04:24:13.018"/>
    </inkml:context>
    <inkml:brush xml:id="br0">
      <inkml:brushProperty name="width" value="0.05292" units="cm"/>
      <inkml:brushProperty name="height" value="0.05292" units="cm"/>
      <inkml:brushProperty name="color" value="#FF0000"/>
    </inkml:brush>
  </inkml:definitions>
  <inkml:trace contextRef="#ctx0" brushRef="#br0">14838 6988 374 0,'0'0'38'0,"0"0"-8"0,0 0-5 15,0 0-3-15,0 0-2 0,-95-68-1 0,72 47-5 16,-2-4 1-16,-3-3-2 0,-4-3-3 15,-3-4-2-15,-5-3-1 0,-5-5-3 16,-7-6 1-16,-5-6-1 16,-7-8-3-16,-6-3 2 0,-6-6 0 0,1-2 0 15,-3 3 3-15,4 3-2 0,3 5 3 16,6 7-4-16,3 6 1 0,3 4-3 16,2 0-4-16,4 1 4 0,-2 3-4 15,3 1 4-15,0 2 0 0,4 1 0 16,0 0 1-16,5 0-1 0,1-1 1 0,6 3-2 15,4 0 2-15,3 1-2 0,2 5 2 16,5 0-1-16,0 4-1 0,2 2 0 16,4 4 0-16,-1 2 1 0,7 4 0 15,5 6-2-15,4 5-1 0,1 3-2 16,0-2 0-16,0 2 0 0,-4 0 1 16,4 13 3-16,0 9 0 0,0 13 1 15,0 8-1-15,5 5 0 0,0 5-1 16,3 3 1-16,0 1-1 0,-2-3 3 15,2-3-3-15,-2-2 2 0,0-6 4 0,-2-2-4 16,2-7 3-16,1-2-4 0,-5-11-2 16,2-11 0-16,-3-3 1 0,-1-7 1 15,0 0 1-15,0 0-1 0,0 0-1 16,0-14-1-16,-5-17-4 0,-4-16 2 16,-3-15 0-16,-1-14 3 0,-1-7 2 0,-1-5-1 15,1-2 2-15,2 5-2 0,0 5-2 16,6 6 2-16,0 9-3 0,3 11 4 15,3 8 1-15,0 13-3 16,9 8 2-16,6 11-1 0,6 11 2 0,11 3 0 16,5 17 4-16,6 7-2 0,8 6-1 15,7 8 0-15,2 3 0 0,7 1-2 16,1 3 2-16,0-5-3 0,3 1-8 16,-5-3-9-16,-2-2-32 0,-2 1-70 15,-6 1-152-15</inkml:trace>
  <inkml:trace contextRef="#ctx0" brushRef="#br0" timeOffset="866.9">13658 8481 282 0,'0'0'19'0,"0"0"2"0,0 0-2 16,0 0 3-16,0 0-3 0,-110-59 2 16,69 25 0-16,-7-5 1 0,-12-9-2 0,-6-8-6 15,-11-7-2-15,-5-12-3 0,-7-10-6 16,-7-12-1-16,-5-7-1 15,-1-4 3-15,3 1 2 0,6 8 2 16,12 12 7-16,9 12 1 0,11 15 0 0,12 9 2 16,6 13-7-16,9 11 0 0,4 5-3 15,14 9 0-15,0 4-2 0,7 4-1 16,4 2-1-16,2 1-4 0,3 2-1 16,-3 0-2-16,3 2 0 0,6 18 3 15,7 13 5-15,7 16-3 0,4 10 4 0,3 9-4 16,-1 6-2-16,3 4 2 0,-2 0-3 15,0-2 2-15,-1-4 0 0,-4-8-1 16,-4-6 3-16,-3-8-2 0,-4-11-2 16,-3-7 1-16,-3-10-1 0,-3-12 3 15,0-3-2-15,-2-6-2 0,-7 0-1 0,-8-1-2 16,-5-10 0-16,-4-18 1 16,-3-11-2-16,-3-13 2 0,-3-12-2 15,1-5 2-15,-2-6 3 0,0-2-2 16,2 3 3-16,2 0 0 0,1 6 1 0,3 6-2 15,10 4-2-15,0 9 4 0,7 4-5 16,1 10 5-16,8 5 0 0,0 10 0 16,0 5 0-16,0 3-1 0,8 5 1 15,3-1 0-15,3 3-1 0,2 4 1 16,7 1 0-16,3 0 0 0,0 2 0 16,0 3 0-16,-1 2 2 0,2-5-2 15,-1 1 2-15,0 0-2 0,0-2 0 16,0-1 2-16,2 0-1 0,-5 0-1 15,3 0 2-15,0 0-1 0,-2 0 1 0,2 0 0 16,2 3-1-16,-1 1 0 0,1 1-1 16,0 0 0-16,0 2 0 0,3-1-1 15,-1-2-1-15,-1-2 0 0,1-2-5 16,-2 0-6-16,-2-4-21 0,0-1-43 16,-8 1-76-16,-1 4-115 0</inkml:trace>
  <inkml:trace contextRef="#ctx0" brushRef="#br0" timeOffset="1672.3">12117 9472 345 0,'0'0'25'16,"0"0"-1"-16,-101-72 1 0,65 33 1 16,-3-8 0-16,1-8-2 0,-2-7-3 15,-1-9-7-15,-1-5-3 0,-3-8-1 16,-5-4-6-16,-4-3 0 0,-5-3-2 15,-5-1-4-15,-2-2 2 0,2 3-1 0,7 8 4 16,7 8 1-16,7 7-1 0,8 12 2 16,6 10-2-16,9 10 2 0,3 7 5 15,6 13 0-15,3 7 1 0,8 8-4 16,0 4-3-16,0-1-4 0,0 1 0 16,0 0 0-16,0 0 0 0,10 12 2 0,2 9 0 15,6 12-2-15,-2 8 1 0,0 3-2 16,-2 5 1-16,-1 1 0 15,-1 1 0-15,-3-2 0 0,-2-4 0 16,0 0 0-16,-5-3-3 0,1-8 7 0,-3-3-4 16,0-7 5-16,0-12-3 0,0-5-2 15,0-7 0-15,0 0 0 0,-3 0-1 16,-2-14-5-16,-6-11 3 0,2-16-1 16,0-9 4-16,0-10 1 0,-2-2 0 15,0-2-1-15,-5 1 0 0,3 3 1 0,-2 6-1 16,2 7 3-16,4 7-5 0,1 13 4 15,5 10-2-15,2 11 0 0,1 6 0 16,0-2 0-16,0 2-3 0,0 0 6 16,7 0 1-16,9 4-1 0,7 6 1 15,-1 4-2-15,3 0 0 0,2-2-1 16,2-2 1-16,-1 0 0 0,3-3-2 16,1 0 1-16,-2 0 0 0,2-2 0 15,-3 0 1-15,-2 0-3 0,-2-1 0 16,-4 2-3-16,-3-4-4 0,-1 1-13 0,-2 2-19 15,0-1-42-15,4 3-56 0,3-2-115 16</inkml:trace>
  <inkml:trace contextRef="#ctx0" brushRef="#br0" timeOffset="2611.04">15672 8973 286 0,'0'0'50'15,"55"97"-6"-15,-17-39-7 0,9 5-5 0,8 0-10 16,8 7-5-16,6-3-4 0,0 2-5 15,1-2-2-15,-2-2-1 0,-5-4-2 16,-2 0-1-16,-5-4 1 0,-2-3 0 16,-4-1-1-16,-5 1 2 0,-3-4-4 15,-4 3-4-15,-5 1-3 0,-3-4-16 16,-4 4-23-16,-8-1-28 0,-4-3-28 16,-11-4-40-16</inkml:trace>
  <inkml:trace contextRef="#ctx0" brushRef="#br0" timeOffset="2951.29">16178 10423 334 0,'0'0'23'16,"0"0"6"-16,81 2 1 0,-40 1-3 0,3-1-3 16,3 3-10-16,0-3-5 15,2 3-4-15,-2 0-5 0,-3 2 0 16,0-1 0-16,-2 0-3 0,-2-5-1 15,-4-1-3-15,-4 0-2 0,-3-8 0 0,-6-7-2 16,-4-11 2-16,-2-6 0 0,-5-8 4 16,-2-9 0-16,-4-4 4 0,-5-5 2 15,-1 3 2-15,0-2 1 0,0 9 4 16,-3 4 5-16,-2 10 11 0,0 13 3 16,3 9 5-16,2 7-6 0,0 5-7 0,-2 0-7 15,2 0-5-15,0 0 1 16,0 0-1-16,0 17 0 0,0 6-3 0,6 9-1 15,2-3-3-15,2 3-1 16,2 1-2-16,1 3-6 0,0 7-14 0,3 5-19 16,-4 5-42-16,3 8-54 0,-3-1-106 15</inkml:trace>
  <inkml:trace contextRef="#ctx0" brushRef="#br0" timeOffset="3377.2">16874 11460 516 0,'0'0'17'0,"0"0"1"0,0 0 0 0,118 75-1 16,-61-30-6-16,5 7-1 0,6 5-5 16,7 2-3-16,3 1 3 0,4-1-4 15,-2 0 2-15,-3-1-3 0,-4-1-4 16,-3-1-3-16,-7 1-9 0,-5-1-7 16,-3 0-19-16,-7 3-29 0,-8-5-32 0,-7 1-45 15</inkml:trace>
  <inkml:trace contextRef="#ctx0" brushRef="#br0" timeOffset="3699.2">17332 12564 391 0,'0'0'25'15,"0"0"5"-15,97-2 0 0,-44-1-8 0,7 0-8 16,2-3-8-16,4 0-4 0,3 0 0 15,-3-3-1-15,-1-1-5 0,-5 0 3 16,-3-3-3-16,-3-4 2 16,-5-2 0-16,-3-7-2 0,-7-4 3 0,-6-8 0 15,-5-7 2-15,-5-7 0 0,-6-4 4 16,-7-2-3-16,-6 4 3 0,-4 4 2 16,0 7 8-16,-8 10 7 0,2 11 5 15,-6 9-2-15,7 8-6 0,-6 5-9 16,-3 3-7-16,2 14 1 0,-3 12-2 0,4 4 0 15,5 8-2-15,5 2-2 0,1 4-4 16,6 0-4-16,7 1-16 0,6 5-19 16,2-4-53-16,2 6-102 0,1-2-51 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06T04:25:48.729"/>
    </inkml:context>
    <inkml:brush xml:id="br0">
      <inkml:brushProperty name="width" value="0.05292" units="cm"/>
      <inkml:brushProperty name="height" value="0.05292" units="cm"/>
      <inkml:brushProperty name="color" value="#FF0000"/>
    </inkml:brush>
  </inkml:definitions>
  <inkml:trace contextRef="#ctx0" brushRef="#br0">9849 13571 123 0,'0'0'24'0,"0"0"-6"16,0 0-6-16,0 0-5 0,0 0 2 15,0 0-1-15,0 0-1 0,0 0 0 16,0 0 0-16,-8 21 3 0,14-13 0 16,1-1 0-16,8 0 2 0,-7-4-3 15,9 2 0-15,-2-5 2 0,1 0 1 0,7-2 3 16,-2-6-1-16,6-2 3 0,-1-2-2 15,-1-3-2-15,1-1-2 0,0 3-3 16,-3-3-1-16,-2 3-1 16,-4 1 0-16,1-2 2 0,-3 0-1 0,-1-1 2 15,1 0 0-15,-3-2-1 0,0 1 0 0,0-1-1 16,-2 0 1-16,-1 0-2 16,-4 5 0-16,1-3 2 0,0 0-2 15,-3 5 0-15,1-9-1 0,0 3 1 16,-2 4-2-16,-1-5-1 0,1 7 2 0,-2-5-3 15,0 3-2-15,0 0 3 0,0-2-3 16,0 2 2-16,0-1 0 0,0 8 0 16,0-7-1-16,0 5 2 0,0-5-1 15,0 2-2-15,-2 0 2 0,2-1-1 16,-3 0 1-16,2 1-1 0,-2-1 2 0,2 1-1 16,-4-1 2-16,0 1-2 15,2-2 0-15,-4-3-1 0,2 6 0 16,-2-4 0-16,-2 1-1 0,2 4 1 15,0-4 0-15,-4 1 0 0,-1 0 1 0,-3 1-2 16,-2 1 1-16,4-1-1 0,-6 4 1 16,3-1-1-16,-3 2 1 0,-1 1 1 15,0-1-1-15,-3 2 1 0,1 0 0 16,7 1-1-16,-2-1 2 0,4 3-3 16,-1 0 0-16,-8 0 0 0,3 0-2 0,-5 0 2 15,4 7-1-15,-1 1 2 0,4 2-2 16,-1 0 1-16,-1 3-1 15,1 1 1-15,0-1 0 0,0 1 0 16,0 1 0-16,-1 0 0 0,1 0-1 0,0 1 1 16,1-1 0-16,0 0 0 0,2 0-1 15,0 0 1-15,0 0 0 0,2-1 0 16,0 1 0-16,1-1 0 0,2-1-1 16,-1 1 1-16,3 1 3 0,0 2-3 15,5 2 4-15,-3 3-4 0,4 1 0 0,2-1 0 16,0 3-2-16,2-1 2 0,7 1 0 15,1-3-1-15,2 2 0 0,2-2 0 16,-1-3 0-16,6-2 1 16,-3-3-1-16,2-2 0 0,0-2 2 0,5 0-1 15,-1-4 0-15,1 0 1 0,-2-1-2 16,-6-1 1-16,2-1 1 0,-7-1-1 16,1-2 0-16,1 0 0 0,-6 0-1 15,6 0 1-15,-5 0 0 0,-1 0 1 16,5 0-1-16,-5 0-1 0,0 0 1 0,1 0-1 15,-7 0 1-15,0 0-3 0,0 0 1 16,0 0-1-16,3 0-2 0,-2 0-5 16,1 0-10-16,-2 0-26 0,3 0-39 15,-2 0-58-15,1 0-92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06T04:26:23.618"/>
    </inkml:context>
    <inkml:brush xml:id="br0">
      <inkml:brushProperty name="width" value="0.05292" units="cm"/>
      <inkml:brushProperty name="height" value="0.05292" units="cm"/>
      <inkml:brushProperty name="color" value="#FF0000"/>
    </inkml:brush>
  </inkml:definitions>
  <inkml:trace contextRef="#ctx0" brushRef="#br0">22508 8078 265 0,'0'0'41'0,"0"0"-11"0,0 0-10 0,0 0-10 16,0 0-3-16,0 0 2 0,0 0 1 15,0 0 0-15,91 29-2 0,-36-25-3 16,8-1 2-16,8-1 2 0,7-2 1 16,5 0 4-16,5 0 0 0,5 0-3 15,4 0-1-15,2 0-3 0,1 0 0 0,0-2 0 16,2 1 0-16,-2-2 0 0,-3 0-1 15,-3-1-1-15,-3-3-3 0,-4 0 0 16,-2-3 0-16,-4-1 2 0,-3-3 0 16,0-1-1-16,-6-1-2 0,0-1 0 15,-5-3 0-15,-6 3-1 0,-5-3 0 16,-6 2 1-16,-4-2-1 0,-10 2 2 16,-3-2-2-16,-7 0-3 0,1-1 4 15,-4 1-3-15,-3 3 5 0,0-3 2 16,-2 5 1-16,-6-4-1 0,1 1-2 0,-2 1 0 15,-2-3-1-15,0-2 1 0,-1 1-1 16,-2-4-2-16,0 1-1 0,-1-2 1 16,-2 0-1-16,-1-1 2 0,0 2-1 15,-1-1 0-15,-1-1 0 0,0 3 0 16,0 0 0-16,-1 0 0 0,-6-1-1 0,-2 0 1 16,-4 1 0-16,0-4 2 15,-4-1-2-15,-1 1-2 0,-4-4 3 16,-1 0-5-16,0 2 5 0,-4-3 1 15,-5 3-4-15,0-2 2 0,-7 2 0 0,-3-1 2 16,-6-1-2-16,-2 3 2 0,-5-3-1 16,-3 3 0-16,-1 2 1 0,-5 4-1 15,-4 0 1-15,-5 2 0 0,-4 5-2 16,-6 1 1-16,-5 5 1 0,-1 0 0 16,-4 5 1-16,-2 3 1 0,-2 2-1 0,0 0-1 15,-3 7 1-15,3 3 0 16,3 2-1-16,5 5 0 0,2 2 0 15,7 5-2-15,2 8 2 0,6 4-2 16,3 8 0-16,7 9 0 0,5 2 1 0,9 7 5 16,8 5-4-16,5 2 3 0,9 2-5 15,6 2 0-15,4 0 0 0,6-1-1 16,3-1 1-16,4-4-1 0,1-1 1 16,2-7 2-16,2-3-2 0,5-5 2 15,3-4-4-15,4-7 0 0,4-1 0 0,4-6 1 16,4-4 0-16,3-1 0 0,3-3 1 15,4-3-2-15,1-2 1 0,1-3-1 16,1-2 1-16,-3-5 0 0,-4-1 1 16,-6-2-3-16,-8-1-3 0,-7-2-3 15,-7-4-6-15,-4 0-11 0,3 5-24 16,1-1-49-16,1 6-149 0</inkml:trace>
  <inkml:trace contextRef="#ctx0" brushRef="#br0" timeOffset="30971">13544 4568 343 0,'0'0'60'16,"0"0"-6"-16,0 0-16 0,-13-80-10 16,17 55-12-16,8 3 1 0,-1-3-4 15,7 0 0-15,-1-1-1 0,3 3-3 16,0-1 2-16,0 2-3 0,1 3-1 16,1 4 0-16,-9 3-2 0,1 3-1 15,-7 3-1-15,-3 3-1 0,6 1-1 16,-3 2 1-16,6 5 1 0,0 5-1 0,0 7 0 15,-3 3-1-15,-1 2 2 0,2 2-1 16,-2 0-1-16,0-2 0 16,0-4-2-16,0 1 1 0,-1-7 1 0,-1-3 0 15,0-2-1-15,0-3 1 0,0 2-1 16,4-5 1-16,4-1 3 0,2 0-3 0,6-7 1 16,0-7 0-16,1-3-3 0,2-4 2 15,1-3 0-15,-2-1 0 16,0-4 2-16,-2 0-1 0,-2-2 1 15,-1 1 0-15,-3 0-1 0,-3 5 1 0,-1 3 1 16,-6 5 0-16,1 2 5 0,-5 6-4 16,-2 4 1-16,3 3-2 0,-4 2-5 15,0-2 0-15,0 2-1 0,0 0 2 16,0 4-2-16,0 13 4 0,0 5-2 16,0 7 1-16,0-2-1 0,2 1 0 0,-1-3-1 15,2-1 1-15,1-3-2 0,1-1 1 16,-1-5 1-16,2-1-1 15,2-2 1-15,-2-5-1 0,5 2 0 16,3-3 0-16,-1-1-3 0,10-1 3 0,-1-1 1 16,-2-2-1-16,2 1 2 0,-2-1-2 15,-1 3 0-15,-1 2 0 0,-3 1 0 16,-1 4 1-16,-2 3 0 0,-3 3 0 16,-2 2 4-16,-1 3-4 0,-3 2 5 15,-3-2-5-15,0 1 1 0,0 0 1 0,0-2-1 16,-5-1 2-16,-1 0-3 0,-2-3 0 15,-2 2 0-15,2-4 0 0,-1 2-2 16,1-5-9-16,1-1-19 0,2-2-34 16,0-3-112-16,-2 2-116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06T04:28:22.478"/>
    </inkml:context>
    <inkml:brush xml:id="br0">
      <inkml:brushProperty name="width" value="0.05292" units="cm"/>
      <inkml:brushProperty name="height" value="0.05292" units="cm"/>
      <inkml:brushProperty name="color" value="#FF0000"/>
    </inkml:brush>
  </inkml:definitions>
  <inkml:trace contextRef="#ctx0" brushRef="#br0">14372 4845 218 0,'0'0'35'0,"-3"-79"-1"0,3 38-5 0,7 0-5 15,5-1-7-15,6 2-2 0,0-1-3 16,3 1 4-16,1 4-4 0,2 2-1 15,-3 9-1-15,0 4-4 0,-1 4-3 16,-7 8-3-16,1 4-1 0,1 5-1 16,-2 2 0-16,6 10 1 0,-2 9 1 15,-2 8 2-15,2 8 3 0,-2 9-1 0,2 3 2 16,-3 6-2-16,4 3-2 16,-3-1 1-16,1-1-3 0,1-2 0 15,0-3 0-15,1-7 0 0,1-6-3 0,2-6-1 16,0-8 0-16,0-4 2 0,0-8 1 15,2-5 3-15,0-7 0 0,3 0 2 16,-1-10 0-16,3-8-1 0,-1-7 1 16,0-7-1-16,2-4 2 0,0-5-1 15,0-5 3-15,-1 0-2 0,0-1 2 0,0 2-1 16,-2 1 0-16,-4 3-3 16,-4 7 0-16,-1 2 3 0,-6 11 0 15,-4 4 2-15,-4 8-1 0,-1 4 1 16,-1 1-4-16,-1 4-1 0,-1 13 1 0,-7 12 2 15,-2 11-2-15,2 7 1 0,2 3-3 16,4 3 1-16,2 0 0 0,12-2-3 16,7-1-2-16,5-2 2 0,4-4 0 15,0-3 2-15,1-1-1 0,2-4 0 16,-4 0-2-16,-3-2 2 0,-1 2 2 0,-5 2-2 16,-5 7 3-16,-1 0-2 0,-8 4-2 15,-4 4 2-15,0 0-1 16,-4 3 1-16,-8-1-1 0,-1-4 2 15,-2-5-3-15,-2-6 2 0,-1-4-1 0,2-6 0 16,-1-3-2-16,1-5-5 0,0-3-9 16,0-1-25-16,3-2-56 0,0 0-102 15,1-2-56-15</inkml:trace>
  <inkml:trace contextRef="#ctx0" brushRef="#br0" timeOffset="170406.92">10726 10161 273 0,'0'0'71'0,"0"0"-7"0,0 0-12 15,-91 70-9-15,75-41-10 0,3 5-5 0,6 4-3 16,4 2-5-16,3 2-8 0,4 3-4 15,8-3 0-15,8-1-5 0,5-3 3 16,5-7-1-16,3-4 0 16,3-10 2-16,4-3-1 0,0-8 1 0,2-6 1 15,0 0 1-15,0-10-1 0,-5-7 2 0,1-5 1 16,-3-2-3-16,-4-6 1 16,-3-3-1-16,-2-2-5 0,-3-5 3 15,-5-1-3-15,-6-5-1 0,-6-1 2 0,-4-2-1 16,-2-1 1-16,-8-3-2 0,-10 7 1 15,-7 3-1-15,-5 4 0 0,-6 8-1 16,-5 11 1-16,-6 7-2 0,-1 9 1 16,-4 8 1-16,-2 16 0 0,1 10-1 15,2 13-2-15,2 9-2 0,8 7-6 16,8 11-5-16,6-1-15 0,8 5-17 0,12-2-68 16,7-1-172-16,0-3-2 0</inkml:trace>
  <inkml:trace contextRef="#ctx0" brushRef="#br0" timeOffset="171467.23">13158 9960 432 0,'0'0'58'15,"0"0"-11"-15,-17 104-13 0,17-71-9 0,5-1-7 16,5-5-5-16,5-5-2 0,4-3 1 15,1-6 3-15,2-9-1 0,4-4 0 16,1-7 1-16,4-10-3 0,2-7 0 16,2-6-1-16,-2-5-2 0,0-6 0 15,-5-5-1-15,-5 0 2 0,-8-1-4 16,-6-1 4-16,-9 0-5 0,-3 4 0 0,-16 5 1 16,-8 6-4-16,-9 9 1 0,-8 9-4 15,-6 13 0-15,-5 2-1 0,-4 21-5 16,-2 8-3-16,1 7-9 0,2 8-9 15,2 5-11-15,6 11-21 0,3 5-50 16,9 13-115-16,0 5-51 0</inkml:trace>
  <inkml:trace contextRef="#ctx0" brushRef="#br0" timeOffset="171919.68">10774 12196 531 0,'0'0'34'15,"-62"84"2"-15,41-29-3 0,6 4-9 0,9 2-2 16,6-2-7-16,9-7-5 0,12-5-3 16,8-9-4-16,9-6 1 0,6-15-1 15,3-8 1-15,5-9 0 16,0-6-1-16,-1-14 1 0,2-12-1 0,-3-6 0 15,-3-7 0-15,-4-7-1 0,-8-4 2 16,-8-4-1-16,-8 0 1 0,-11 1 0 16,-8 0 0-16,-11 5 1 0,-12 2-2 15,-11 8-2-15,-7 9-2 0,-10 14-1 16,-5 12-3-16,-5 9-6 0,-5 20-5 0,-1 16-13 16,1 11-10-16,3 7-27 0,9 12-59 15,9 2-146-15</inkml:trace>
  <inkml:trace contextRef="#ctx0" brushRef="#br0" timeOffset="173184.01">11960 7860 550 0,'0'0'54'0,"-53"102"-10"0,36-46-10 16,8-5-12-16,9-2-4 0,5-6-11 15,15-5 1-15,10-9-1 0,9-9 1 16,10-6 1-16,4-8-2 0,3-6 0 16,3-6-2-16,-1-11 0 0,-2-5 0 0,-4-9-1 15,-4-3 1-15,-3-5 1 0,-9-2-1 16,-4-1 1-16,-9-4 0 0,-10 1-3 15,-7-3 4-15,-6-1-4 0,-6-4 3 16,-14-2-1-16,-6 1-4 0,-10 3 1 16,-6 7-2-16,-7 9 1 0,-4 11 0 15,-3 13 1-15,1 11-2 0,-3 11 1 16,4 13-1-16,4 9-2 0,6 6-1 16,9 3-5-16,5 5-6 0,9 4-12 15,10 5-21-15,3 1-35 0,8 4-118 0,0 0-104 16</inkml:trace>
  <inkml:trace contextRef="#ctx0" brushRef="#br0" timeOffset="173767.24">12016 10060 553 0,'0'0'50'0,"-54"96"-9"0,34-42-7 16,10-3-8-16,6-2-4 0,5-5-6 16,17-9-1-16,12-6-4 0,9-7 0 0,8-8-1 15,5-8-5-15,4-6 1 0,1-3-1 16,1-10 1-16,-3-11 1 0,-2-5 0 16,-5-7-2-16,-3-7 2 15,-4-1-2-15,-11-5 2 0,-7 3-1 0,-8 1 2 16,-11-1-1-16,-4 0 0 0,-16 1-3 15,-10 1-7-15,-7 3 4 0,-9 6-6 16,-9 11 4-16,-7 12 0 0,-2 9-3 16,-4 8-4-16,-1 15-2 0,3 11-8 15,4 5-12-15,9 7-13 0,10 4-36 0,7 8-92 16,6 5-130-16</inkml:trace>
  <inkml:trace contextRef="#ctx0" brushRef="#br0" timeOffset="174501.23">10800 12117 573 0,'0'0'42'0,"-100"79"-7"15,57-30-8-15,4 4-9 0,10 2-3 16,11-1-1-16,8-1-7 0,10-9 0 16,11-4-5-16,16-8-3 0,9-12 0 15,13-8 0-15,9-11 0 0,4-5 0 16,6-16 2-16,-3-9-4 0,-1-9 4 0,-5-4-1 16,-7-4 4-16,-8-2 5 0,-10-4 1 15,-8 2 4-15,-10 0-1 0,-9 3 2 16,-7 0-6-16,-8 3-1 0,-11 3-5 15,-9 6-1-15,-8 6-2 0,-7 9-2 16,-5 11-1-16,-6 9-4 0,0 14-5 16,-1 13-10-16,3 9-11 0,2 9-30 15,9 8-83-15,2 1-148 0</inkml:trace>
  <inkml:trace contextRef="#ctx0" brushRef="#br0" timeOffset="175775.63">8614 11390 473 0,'0'0'67'0,"-72"87"-15"0,47-41-16 16,10 3-12-16,10-6-8 0,5-1-5 0,19-3-3 15,8-9 0-15,11-8 0 16,9-6 2-16,10-9-2 0,3-7-1 16,5-6 1-16,2-12-3 0,0-7 2 15,-4-9 0-15,-2-7 2 0,-6-3 1 0,-8-4-1 16,-9 0 0-16,-12-1 0 0,-8 1-3 15,-14 2 2-15,-5-3-3 0,-20 6-4 16,-9 2 3-16,-12 7-7 0,-7 13 6 16,-11 10-5-16,-5 11 0 0,-4 15 3 15,1 15-6-15,0 7-3 0,10 12-15 0,9 7-21 16,10 10-35-16,15 5-155 0,10 9-69 16</inkml:trace>
  <inkml:trace contextRef="#ctx0" brushRef="#br0" timeOffset="176315.24">12092 12226 466 0,'0'0'31'16,"0"0"5"-16,52 90 0 0,-21-74-4 15,2-9-4-15,5-7-4 0,-1-2-4 16,0-13-3-16,-3-4-1 0,-6-8-1 16,-11-2-1-16,-5-2-2 0,-12-1 0 15,-5 2-5-15,-16 2-2 0,-10 4-2 0,-9 5-1 16,-8 4-1-16,-7 11-1 0,-6 4-2 16,2 9 0-16,1 11-2 0,8 8-8 15,8 5-8-15,10 4-20 16,12 7-26-16,8-3-92 0,9 4-127 0</inkml:trace>
  <inkml:trace contextRef="#ctx0" brushRef="#br0" timeOffset="177137.12">12147 9962 449 0,'0'0'64'0,"-53"95"-15"0,33-41-10 0,4-1-11 16,11-3-6-16,5-4-4 15,9-10-1-15,15-7-1 0,11-10 2 16,9-11-1-16,9-8-2 0,6-12-2 16,1-13-3-16,-1-10 1 0,-3-9-3 0,-5-4 2 15,-8-4-3-15,-8 0 1 0,-12-1-2 16,-11 2-5-16,-12 3 3 0,-10 1-6 15,-18 6 3-15,-8 8-1 0,-10 8-1 16,-8 10-1-16,-1 10-2 0,-6 5-2 16,2 10-3-16,0 12-9 0,7 5-12 0,6 9-12 15,8 6-32-15,6 6-96 0,9 5-120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11T13:35:05.116"/>
    </inkml:context>
    <inkml:brush xml:id="br0">
      <inkml:brushProperty name="width" value="0.05292" units="cm"/>
      <inkml:brushProperty name="height" value="0.05292" units="cm"/>
      <inkml:brushProperty name="color" value="#FF0000"/>
    </inkml:brush>
  </inkml:definitions>
  <inkml:trace contextRef="#ctx0" brushRef="#br0">15799 12527 259 0,'0'0'43'0,"0"0"-7"15,0 0-7-15,-24 93-4 0,25-76-1 16,13-3-1-16,4-4 0 0,6-3-5 15,6-4-1-15,9-3-4 0,5-7-4 16,4-6 0-16,6-6-4 0,-1-8-2 16,0-2-3-16,-3-6 1 0,-1-6 0 15,-7-4 3-15,1-3 2 0,-4-5-1 16,-4-5 0-16,-5-8-1 0,-6 0 1 16,-4-6-4-16,-6-4-2 0,-8-5-2 0,-3-4 0 15,-3-3 1-15,-9 2 4 0,-7 4-4 16,-6 7 4-16,-5 9-2 0,-8 11-2 15,-6 12 0-15,-7 10 0 0,-9 12 0 16,-6 9 1-16,-5 12 1 0,-7 5 1 16,-1 16 0-16,-3 16-2 0,-3 15 3 0,-1 13-1 15,-4 14 1-15,-2 12 1 16,8 7 4-16,5 5 0 0,12 4-1 16,17 2 1-16,14-1-5 0,13-5-4 15,18-8 3-15,8-11 4 0,22-14-5 0,15-10 5 16,11-11-4-16,12-10-4 0,6-7-6 15,2-10-22-15,5-5-51 0,-2-6-133 16,-3-5-28-16</inkml:trace>
  <inkml:trace contextRef="#ctx0" brushRef="#br0" timeOffset="584.39">17920 12830 271 0,'0'0'30'16,"0"0"6"-16,114 3 3 0,-67-25 2 15,8-9-1-15,1-9-8 0,0-7-6 16,4-9-5-16,0-8-1 0,1-8-3 16,-3-8-1-16,1-9-3 0,-2-8-4 15,-4-9-3-15,-5-9-6 0,-9-5-3 16,-9-3-2-16,-11-4-1 0,-13 12 4 16,-8 11 3-16,-18 14-3 0,-13 21-4 15,-9 14 3-15,-10 17-3 0,-6 16 4 0,-10 13 4 16,-3 10-1-16,-7 21 4 0,-6 15-2 15,-2 16 0-15,-1 14-2 0,7 14-3 16,3 10 3-16,13 12-3 0,7 5 4 16,14 7 2-16,9 0-3 0,11 1 1 15,14-4-3-15,9-8-4 0,10-9 3 0,17-11 4 16,5-12-4-16,8-10 4 0,6-12-4 16,4-7-5-16,5-8-10 0,1-8-26 15,2-4-50-15,-5-9-147 0</inkml:trace>
  <inkml:trace contextRef="#ctx0" brushRef="#br0" timeOffset="2843.62">16665 12492 145 0,'0'0'22'0,"0"0"0"16,0 0 2-16,55-82 1 0,-23 46 1 16,5-6 1-16,4-7-3 0,3-4-1 15,-1-2-6-15,0-1-7 0,-1 1-4 16,-7 1-6-16,-2-3-3 0,-8-2 1 0,-8-3-4 16,-6-3 4-16,-8-2 1 0,-3 0 1 15,-9 6 1-15,-8 6 0 0,-7 7 3 16,-8 10-3-16,-5 6 2 0,-2 12 3 15,-5 5 0-15,-5 11 1 0,0 4 3 16,-3 16 0-16,-2 12 6 0,3 14 1 0,1 13 1 16,4 11 2-16,5 9-5 15,4 5 4-15,6 1-5 0,7 1-6 16,8-2 0-16,4-2-6 0,11-2-3 16,1-5 1-16,13-4-2 0,4-6 1 0,6-5-3 15,3-4-2-15,5-3-10 0,5-5-28 16,7-1-41-16,11-7-115 0</inkml:trace>
  <inkml:trace contextRef="#ctx0" brushRef="#br0" timeOffset="3400.73">19029 12491 189 0,'0'0'25'0,"0"0"1"16,0 0 5-16,0 0 3 0,0 0-1 0,0 0-4 16,86-101-4-16,-52 61-1 0,5-7-1 15,-1-5-2-15,4-4-4 0,2-5-1 16,3-2-5-16,-1-8-2 0,-1-4-6 15,-3-10-4-15,-7-4 0 0,-5-8-2 16,-11 1 3-16,-5 3 2 0,-11 9-2 0,-3 9-2 16,-19 12 0-16,-9 13-2 15,-10 10 3-15,-10 14 0 0,-10 13 1 16,-7 13 0-16,-3 5 3 0,-4 22 6 16,-5 12-2-16,1 12 2 0,-5 11-1 0,2 11-3 15,3 7 3-15,6 7-3 0,10 2 1 16,8 1 2-16,13-2-3 0,13-4-1 15,9-4-3-15,11-3-4 0,6-6 2 16,8-4-3-16,11-4 1 0,7-7-8 16,6-6-11-16,1-6-39 0,6-5-50 0,3-3-122 15</inkml:trace>
  <inkml:trace contextRef="#ctx0" brushRef="#br0" timeOffset="20643.87">9175 14667 88 0,'0'0'40'0,"0"0"1"0,0 0-5 16,0 0-8-16,0 0-1 0,0 0-2 16,0 0 7-16,0 0 3 0,0 0-1 15,33-49-9-15,-4 20-6 0,3-3-4 16,4-6 0-16,5-5 7 0,3-4 3 16,3-5 4-16,2-2-3 0,0 1-2 0,-3 1-7 15,0 8-4-15,-5 4-5 0,-2 7-3 16,-8 8-1-16,-3 1-2 0,-5 9-1 15,-11 5-1-15,-2 4-2 0,-6 4 2 16,-4 2-2-16,0-1-1 0,0 1 1 16,2 0-5-16,-1-2-6 0,0 2-6 0,-1-1-6 15,0 1-5-15,0-2-1 0,0 2-5 16,-2-1 1-16,-11 1 7 0,1 0 6 16,-8 0 11-16,3 0 7 15,-4 0 8-15,-3 1 2 0,2 1 5 0,5-1 5 16,1 1 3-16,3-2 5 0,7 0 2 15,-7 0 3-15,7 0-5 0,1 0-7 16,-1 0-7-16,6 0-5 0,-2 0-1 16,2 0 0-16,4-8 4 0,8-2-2 15,6-6 0-15,2 3-1 0,7 0-1 0,-1-2 0 16,-1 3 1-16,-1 0 0 0,-5 5-2 16,-3 0 0-16,-6 6-1 0,-4-1 1 15,2 2 2-15,-1 5 2 16,-2 2 2-16,2 8-1 0,-7 7 0 0,-1 2-4 15,-9 8 0-15,-2 1-4 0,-3 1 0 16,-2 0-4-16,0 0-4 0,3 3-15 16,-1 0-26-16,6 2-65 0,7-2-141 15</inkml:trace>
  <inkml:trace contextRef="#ctx0" brushRef="#br0" timeOffset="21807.8">9305 15069 215 0,'0'0'47'0,"0"0"-2"0,0 0-4 0,0 0 0 16,0 0-1-16,0 0-1 16,0 0-5-16,0 0-6 0,0 0-6 15,0 0-3-15,-59 81 2 0,28-47-2 0,-3 5-2 16,-6 0-2-16,-3 3-4 0,0-5 1 15,-2 1-2-15,2-2-3 0,1-3-2 16,4-5-3-16,5 0-1 0,4-4-1 16,5-2-2-16,6-7-1 0,5-3-4 15,7-5-7-15,3-4-9 0,-1 1-11 0,4-4-4 16,0 0 1-16,0 0 4 16,0 0 6-16,0 0 9 0,0-4 4 15,0-8 11-15,6-4 4 0,-3 0 3 16,0 0 4-16,0-3 4 0,-2 3 4 0,1 4 2 15,-2-7 1-15,2 7 0 0,-2 7-1 16,0-7 1-16,0 5 0 0,0 1-2 16,0-1-2-16,-2 4-4 0,-1 1-5 15,-6 2-3-15,-6 0-1 0,-2 10 0 16,-6 11 1-16,0 7 1 0,4 4-1 0,-3 4 0 16,5 0 2-16,-2 2-1 0,2 1 1 15,7-6-3-15,1-1 1 0,3-11-3 16,3-3 1-16,3-1-1 0,3-7 0 15,9 4-1-15,4-6 2 0,4-4 1 16,6-4-1-16,1 0 1 0,4 0-1 0,-1-9-1 16,-1 1 1-16,-1 1-2 15,0-3-3-15,-2 3-6 0,-1-2-17 16,0-1-41-16,1-1-85 0,-3-1-110 16</inkml:trace>
  <inkml:trace contextRef="#ctx0" brushRef="#br0" timeOffset="29787.03">4170 11853 49 0,'0'0'17'16,"79"77"2"-16,-34-34-5 0,4 3-5 16,0 1 0-16,3 3-4 0,2 5-3 0,-2 0-1 15,6 7 0-15,0 0 2 0,1 2 3 16,2 1 4-16,-4-1 0 16,3 1 1-16,-1 2-2 0,-1-1-2 15,5 2 0-15,-2 2-1 0,3 0-1 0,1 2-2 16,0-1 5-16,4 1 0 0,-1 1 0 15,-1 2 0-15,1 0-3 0,1 2-3 16,0-2 1-16,2 3-1 0,1-1 0 16,1 1 3-16,1-2-1 0,2-2 0 15,-2-1-1-15,1-2-2 0,2 2-2 0,-2 0 2 16,0 2-2-16,1-1 0 0,0 2 5 16,2-1-1-16,-1 4 0 0,1-1 0 15,-4 1-2-15,2-2 0 16,1-2 0-16,1-1 0 0,1-1 3 0,1-3-1 15,0 0 1-15,-1-2 1 0,0-1-3 16,1 1 2-16,-3-1 1 0,0 1 0 16,2 1-2-16,-1-1-2 0,1-1 3 15,-1-1-1-15,0 1 1 0,-1-1-2 16,-2 1-2-16,-1-4 4 0,-3-1-3 0,1-1 0 16,-1-2-1-16,1-1-2 0,-4-3 2 15,-1-1 0-15,-4-1 2 0,-2-2-1 16,-5-5 2-16,-2-2-1 0,-8-2-1 15,-1-7 0-15,-6-2-2 0,-3-3 2 16,-3-3-1-16,-4 0 0 0,-4 0-1 16,-5-4-1-16,-4 1-2 0,-3-10 1 15,-7-2-10-15,-1-5-19 0,-3-2-39 16,2 0-113-16</inkml:trace>
  <inkml:trace contextRef="#ctx0" brushRef="#br0" timeOffset="30662.09">5478 9999 0 0,'0'0'9'0,"104"102"6"0,-50-47 2 15,2 3 5-15,2 1 3 0,1 3-2 16,5 1-1-16,1 3-1 0,4 1-5 15,2 1-3-15,1 4-2 0,1 1-5 16,-1 5 1-16,3-1 0 0,0 3 1 16,1 2 5-16,3 1-2 0,2 2 1 0,0 4 2 15,3 0-2-15,-2 4 1 0,1-1-2 16,-1 2 0-16,5 0 0 0,-1-2-1 16,3 3 0-16,0-1-3 15,1 2-1-15,-1-1 1 0,1 1-1 0,3-1 1 16,-1-2 0-16,1-2-1 0,1 0-2 15,0 0 1-15,-3-1-3 0,0-1 3 16,1 1 3-16,1-1 1 0,-2 3-2 16,5-1-1-16,-4 2-1 0,-2-2-1 15,2 0 0-15,-4-2 1 0,-1 0 2 0,0-4-2 16,-2 2 2-16,-2-3-3 0,0 3-3 16,0-4 1-16,-5-3-1 0,0-1 0 15,-4-6 2-15,1-2-2 16,-4-4 2-16,2-4-3 0,-5-5 0 0,-4-4 0 15,-3-4 0-15,-5-4-3 0,-3-5 1 16,-6-2-1-16,-1-3-1 0,-7-2 1 16,-4-4-2-16,-3-1-5 0,-6-2-19 15,0-1-26-15,-6-3-54 0,0-3-102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11T13:35:49.695"/>
    </inkml:context>
    <inkml:brush xml:id="br0">
      <inkml:brushProperty name="width" value="0.05292" units="cm"/>
      <inkml:brushProperty name="height" value="0.05292" units="cm"/>
      <inkml:brushProperty name="color" value="#FF0000"/>
    </inkml:brush>
  </inkml:definitions>
  <inkml:trace contextRef="#ctx0" brushRef="#br0">6454 8695 152 0,'0'0'50'0,"0"0"-1"16,0 0 3-16,0 0-2 0,0 0-3 15,0 0-6-15,0 0-10 0,0 0-8 16,0 0-4-16,-59-32-4 0,37 32-1 0,-1 2 0 16,-3 9-1-16,0 1 0 0,0 3-2 15,0 2-2-15,5 2 1 0,1-2-4 16,5 2 0-16,3 0 0 0,6-3-4 15,3 0-1-15,3 2-1 0,0 1 0 16,7 4 0-16,4-3 0 0,3-1 0 0,-1-2 0 16,3-3-1-16,0-2 2 15,1-2 1-15,2-2 1 0,1-1 1 16,3-2 0-16,-1 0 0 0,0 0-2 16,-1 3 3-16,1 4-3 0,-6 3 2 0,2 4-1 15,-4 4-1-15,-1 6 2 0,-3 1 1 16,-4 5-3-16,-2 1 3 0,-2 0-3 15,-2 1-1-15,0-1 1 0,-2-4 1 16,-2-6-3-16,-1-8 1 0,2-7 0 16,3-5-1-16,0-6-2 0,-1 0-2 0,1 0-1 15,0 1 2-15,0 1 3 16,0-2 0-16,0 0 2 0,0 0-2 16,6 0 0-16,7 0 0 0,3 0-2 15,-1 3 1-15,3 6 1 0,2 6 0 0,-4 7 0 16,0 3 0-16,-1 4 0 0,-1 3 0 15,-1 0 1-15,0-2 1 0,-3-3-1 16,6-1-1-16,-2-6 0 0,2-3-2 16,0-3 3-16,-4-7-2 0,5-2 0 15,-7-2 2-15,3-1-1 0,5-2 1 0,-1 0 0 16,3-2-2-16,-2-6-1 0,-3 1-5 16,-3-5-7-16,5 0-19 0,-2-3-33 15,1-2-66-15,1 0-129 16</inkml:trace>
  <inkml:trace contextRef="#ctx0" brushRef="#br0" timeOffset="15944.48">6464 8610 114 0,'0'0'19'0,"0"0"-2"15,0 0-6-15,0 0-3 0,0 0-1 0,0 0 0 16,-84-7 0-16,64 22 4 0,0 5 2 16,-1 5 4-16,1 4 0 0,0 3 0 15,4 0-4-15,2 4-2 0,2-4-1 16,5-2-3-16,2-10 0 0,3-3-1 15,2-2-2-15,8-2 0 0,5 3-1 16,5-7 1-16,-1-1-2 0,5 1-1 16,1-4 2-16,0 3-1 0,-1-1-1 15,-2 2 1-15,-4 1-1 0,1-2 2 16,-8 0 0-16,2 3 1 0,-5-5 3 0,-3 4 0 16,0 0 3-16,-3 4-1 0,0 4 0 15,0-2-1-15,-3 6-1 0,-3-5 0 16,-4 3-2-16,3-3 3 0,-2 3-3 15,2 1 2-15,-3 2-2 0,3 1-2 16,-1 1 1-16,1-1-1 0,0-2-1 0,3-5 1 16,-1 0-1-16,1-6 0 15,4-7-2-15,-3 2-2 0,3-6-2 16,0 0 3-16,0 0 1 0,0 2 0 16,0-1 4-16,0 1 0 0,0-2 1 0,3 0-1 15,1 0 1-15,7 0 0 0,-3-3-1 16,2-2-2-16,-1 2 1 0,2 1 2 15,4 2 2-15,2 3 0 0,3 10 1 16,2 2-2-16,0 2-1 0,-1 4-1 16,0-1-1-16,-1 2-1 0,3 2-1 0,-2 1 0 15,2-1-1-15,-2 1 0 0,1 0 1 16,-3-3-1-16,1 2 2 16,-1-5-1-16,-2-4 0 0,2-3 0 15,-9-5 3-15,7-2 0 0,-8-2 3 0,4-1-1 16,0-2-1-16,-1 0-1 0,5 0 1 15,-8-5-2-15,5-5 0 0,-2 0-2 16,-2-2-2-16,4-4-4 0,-4 1-9 16,-2-4-23-16,-1 4-55 0,4-4-126 15</inkml:trace>
  <inkml:trace contextRef="#ctx0" brushRef="#br0" timeOffset="19340.16">4359 11664 119 0,'0'0'25'0,"0"0"1"15,0 0-3-15,0 0-4 0,0 0-5 16,93-92-1-16,-57 70 0 0,7 1 0 0,4-4 0 16,10 1 0-16,4-1-2 0,4 0-3 15,3-1-3-15,0 1-4 0,0-3-1 16,1 0 1-16,2-2 3 15,1-3-1-15,5-7 4 0,0-5 4 0,6-8 5 16,0-2 6-16,1-6 2 0,1 1-4 0,2-3-3 16,-2 2-3-16,3 3-4 15,-4 3 0-15,0 3-3 0,-6 4-3 16,-6 0-3-16,-8 5-1 0,0-1-3 16,-9 2 6-16,-2 1-1 0,-4-1 0 0,-4-2 2 15,1-1-2-15,2-1 4 0,-2 3-2 16,-4 3 3-16,-3 1-4 0,-5 7 0 15,-7 0-1-15,-1 5 0 0,-7 5-1 16,-6-1 0-16,0 0-2 0,-6 2-1 16,-4 4 1-16,0-2-2 0,-3 2 4 0,0 0 1 15,0-6-1-15,-6 4-1 0,-1 0 0 16,-3 1 0-16,-2 0 0 0,0-1 1 16,-2-1-1-16,1-1 0 15,-1 1-1-15,-4 3 0 0,4-2-1 0,-4 4 2 16,0 2-1-16,-4 1 1 0,-1-1-1 15,-2 4 0-15,-2 2 1 0,-4-1 1 16,1 3 1-16,-2 1-2 0,-1 1 2 16,-3 0-2-16,1 3 0 0,-4 0 0 15,-2 0-2-15,-5 6 2 0,-4 1 0 0,-5 5-2 16,-5 4 2-16,-2 2-1 0,-4 3 1 16,1 5 0-16,0 1 0 0,-3 4 1 15,4-1-1-15,-4 2 0 16,2 0 1-16,-4 0 3 0,-1 2-1 0,-2 0 1 15,3 1-3-15,0 0-2 0,6 1 1 16,0 1 0-16,1 1 2 0,4 1-3 16,0 4 1-16,0 1-1 0,0 2 0 15,0 0 0-15,-1 4 1 0,1 2-2 16,4 1 4-16,2 3 0 0,5 0 0 0,2 4 2 16,4-1-3-16,0 3-1 0,4 1-2 15,3 3 0-15,5-1 1 0,0 2-1 16,7-3 2-16,2 0 3 0,3-3 0 15,2-2 0-15,6-4-2 0,4 0-2 16,3-3 0-16,3 0 0 0,0-3 0 0,6 2-2 16,4-4 2-16,1-2-1 15,3-5 1-15,0-3 0 0,2-9-2 16,0-4 0-16,4-5-1 0,3-7 2 16,3-4 2-16,2-5 2 0,2-3 2 0,2-3-1 15,0-10 0-15,2-3-1 0,2-4 1 16,5-5 1-16,1-1-2 0,0-6 2 15,4-2 0-15,-4-3 1 0,0 1-2 16,-6 1 0-16,-3 3-2 0,-5 6 1 16,-8 6-2-16,-4 7 0 0,-9 7-4 0,-2 3-5 15,-5 3-9-15,0 0-35 0,0 0-54 16,0 0-124-16</inkml:trace>
  <inkml:trace contextRef="#ctx0" brushRef="#br0" timeOffset="20849.32">5504 8528 415 0,'0'0'35'0,"0"0"-12"15,0 0-6-15,0 0-9 0,-94-81 3 16,64 32 0-16,-9-10 2 0,-1-10 1 16,-3-9-3-16,-4-8-1 0,-5-7-4 0,-7-7-4 15,-5-6 1-15,-10-2-2 16,-7-4 0-16,-7 3 3 0,4 3-2 0,0 4 0 16,2 2 4-16,5 4-1 15,2 9 4-15,1 3 1 0,2 10-2 0,-2 6-1 16,3 3-3-16,2 7 0 0,2 1-2 15,4 1-4-15,2 2 3 0,2-1-3 16,1 4 2-16,-1-2 0 0,4 5 1 16,1 4 0-16,2 7 0 0,2 1 2 15,1 7-2-15,5 5 0 0,5 4 1 0,7 5-1 16,6 5 0-16,6 2 0 0,13 5-1 16,2 1 0-16,5 2-2 0,-1 0 0 15,1 0-2-15,-3 0 1 0,-1 13 1 16,4 11 1-16,0 12 1 0,0 12-1 15,8 8 0-15,1 9-1 0,1 7 1 16,-1 2 2-16,0 2-1 0,-5-1 2 16,4-3-2-16,-5-4 0 0,0-6 0 15,-1-5-1-15,-2-9 1 0,0-6-2 16,0-5 1-16,0-11 0 0,0-13 1 0,0-5-2 16,0-8-5-16,-3 0 0 0,0-17 0 15,-4-14 1-15,0-15 4 0,-1-14 4 16,1-6-2-16,-3-6 4 0,4-5-4 15,-3-3-4-15,2-5 3 0,0-3-1 16,3-1 3-16,1 3 3 0,3 3-2 0,0 5 1 16,1 8-3-16,7 7-2 15,-1 9 3-15,6 9-2 0,-3 9 3 16,4 7 0-16,1 7-1 0,5 9 0 16,3 5 0-16,6 7 1 0,4 1 0 0,6 4 0 15,6 8 1-15,4 1-1 0,2 4 0 16,5 0 0-16,2 0-1 0,-2-2 0 15,1 1 1-15,-1-1-1 0,-2-2-1 16,-2 2 5-16,-4 1-4 0,-3-3 4 16,-5 1-4-16,-5-3-1 0,-8-1-1 0,-5-3-2 15,-6-4-3-15,-8 1-10 0,-2-3-10 16,0 1-27-16,-6-2-48 16,0 0-147-16</inkml:trace>
  <inkml:trace contextRef="#ctx0" brushRef="#br0" timeOffset="32340.3">14494 6987 23 0,'0'0'25'0,"0"0"1"0,0 0 3 15,0 0-2-15,0 0-2 0,0 0-1 16,0 0-4-16,0 0-1 0,0 0-3 15,0 0-1-15,-17-27-2 0,15 25-1 16,2 2-5-16,-1 0 0 0,1 0 8 0,0 2 10 16,1 13 11-16,10 9 4 15,7 8-4-15,5 4-6 0,3 4-10 16,8 2-1-16,4 5-5 0,4 2-4 0,3 5 4 16,4 0-4-16,2 3-2 0,2 3 1 15,1 2-5-15,4 0 1 0,-2 1-1 16,0-2-1-16,0-1 4 0,-2 1-5 15,1-5 2-15,0-4-1 0,-4 0-5 16,-1-2 4-16,-3-4-4 0,-7-1 2 0,-4 0-3 16,-5-2-2-16,-7-4-9 15,-4-3-7-15,-4-4-26 0,-1-2-29 0,-5-5-47 16,-1 0-89-16</inkml:trace>
  <inkml:trace contextRef="#ctx0" brushRef="#br0" timeOffset="32548.78">15180 8190 390 0,'0'0'18'16,"0"0"7"-16,0 0 2 0,93 53-3 15,-50-38-5-15,6 2-8 0,2 2-6 16,3-3-1-16,1 3-4 0,-4-3-4 15,0 3-6-15,-2-2-15 0,-1-3-20 16,0-2-22-16,-6-4-25 0,-3-1-30 16</inkml:trace>
  <inkml:trace contextRef="#ctx0" brushRef="#br0" timeOffset="32787.74">15811 7853 344 0,'0'0'72'15,"0"0"-10"-15,0 0-24 0,0 0-16 0,0 0-8 16,0 0-3-16,0 0 9 0,0 0-1 16,0 0 1-16,0 0-5 15,-12 108-4-15,18-63-1 0,0 1-3 16,1 3-1-16,-1 3-5 0,0-1 2 0,-2 2-2 16,-1-3 1-16,1-3-2 0,-1-4 0 15,1-5-2-15,-1-5 1 0,0-4 1 16,0-5-5-16,0-7-5 15,-2-7-13-15,0 2-17 0,1-8-29 0,0 1-55 16,-1 0-125-16</inkml:trace>
  <inkml:trace contextRef="#ctx0" brushRef="#br0" timeOffset="36264.35">10580 2222 9 0,'0'0'19'0,"65"-111"7"16,-23 63 2-16,3 4 1 0,4 6-1 15,-1 6-12-15,2 10-6 0,-2 8-8 16,-2 14 5-16,-2 7 6 0,-2 25 2 15,-5 18 4-15,-3 18-7 0,-4 15 2 16,-3 13 1-16,-2 11 0 0,-2 4 3 16,0 5 0-16,0 1-4 0,0-2-3 0,3-4-8 15,3-11-1-15,3-12 3 16,1-11-2-16,4-14 2 0,0-11-1 0,0-11-4 16,0-11 4-16,-4-11-1 0,-2-6 1 15,-1-9 3-15,-1-4-3 0,-5-5 3 16,-3-11 0-16,-4-2-3 0,-4-4 1 15,-3 0 0-15,-6 5 0 0,-1 0 1 16,-3 7 0-16,0 4-1 0,0 1-4 16,0 5-2-16,0 0 1 0,-3 6-3 15,-1 13 6-15,-3 11-1 0,7 7 3 0,0 12-3 16,11 2-1-16,7 6 0 0,9 4-2 16,7 3 0-16,9-3 0 0,3 3 0 15,8-3 0-15,2 0 1 0,2-2-1 16,-2 0-2-16,1 2 3 0,-4 1-2 15,-1-1 2-15,-5 0-3 0,-6-2 3 0,-6-1-5 16,-9-5 4-16,-4-2 2 16,-12-3 0-16,-6-3 5 0,-4-2 0 0,-4-7 4 15,-10-4 1-15,-4-6 3 16,-4-4 4-16,-2-5 2 0,-2-3-2 0,3-5-3 16,-3-4-4-16,1-5-7 0,2 0-4 15,8 0-10-15,0-6-24 0,4-2-57 16,3 4-94-16,2-3-53 0</inkml:trace>
  <inkml:trace contextRef="#ctx0" brushRef="#br0" timeOffset="37572.87">16057 7263 207 0,'0'0'5'0,"-39"-91"5"0,33 44 10 15,6-1 9-15,9 2 3 0,11 0 2 0,9 5-3 16,4 6-3-16,6 8-8 0,3 10-7 16,-2 13-9-16,0 8 0 15,-3 18-2-15,0 12 0 0,-1 15 3 16,1 10 0-16,-4 12 6 0,-1 13-3 0,-3 10 1 16,0 11-2-16,-3 7-5 0,-1 1 2 15,3 0 2-15,0-5-2 0,0-8 1 16,3-7-1-16,1-11-2 0,1-9 0 15,2-10-2-15,0-11 3 0,-2-9-2 16,0-12 0-16,0-7 3 0,1-11-2 0,-1-9 0 16,0-4-1-16,-1-12 0 0,-2-7 0 15,-5-6 0-15,-2-2 0 0,-6-3-1 16,-5-1 0-16,-6 1 2 16,-5 3-1-16,-1 8 0 0,0 4-1 0,-1 6-2 15,-8 9-1-15,-3 2 0 0,-2 20 2 16,-2 15 1-16,0 13 1 0,4 12-1 15,7 9 3-15,2 8 2 0,3 9-3 16,11 2 2-16,9 6-3 0,8 0-2 16,9 0 3-16,7 0 1 0,7-4-1 0,3 1 0 15,7-4-1-15,0-3-2 0,-1-3 1 16,0-2-1-16,-5-4 1 0,-4-4 2 16,-6-5 0-16,-5-4 1 0,-5-6-2 15,-8-6-1-15,-5-5 0 0,-8-5-1 16,-5-6 1-16,-6-4 0 0,-3-6 1 15,-6-7-1-15,-9-4 2 0,-4-6-4 16,-2-6-1-16,-4-3-5 0,-4 0-12 16,1-3-33-16,-1-5-40 0,0-1-78 15</inkml:trace>
  <inkml:trace contextRef="#ctx0" brushRef="#br0" timeOffset="39724.45">13742 5161 226 0,'0'0'58'0,"0"0"-4"0,0 0-6 16,0 0-10-16,0 0-11 0,0 0-8 0,0 0-2 16,-69-95 0-16,69 75-2 0,8-6 3 15,5-2-4-15,3 2-4 0,4 1 0 16,-1 2-5-16,3 1-1 0,-2 8-4 15,-4 3 0-15,1 7 0 0,3 4-1 16,0 3 3-16,4 11-2 0,2 2 2 0,-3 7 0 16,-1 5-1-16,4 6 1 0,0 3-2 15,0 4 1-15,0 5 2 0,-4 1 2 16,4 3 0-16,-2 3 0 16,-1 1-3-16,-1 0-3 0,0 0 2 0,-1-3-2 15,1 1 3-15,-1-5-3 0,2-1 1 16,0-4-1-16,0-6 0 0,0-5 0 15,2-4-1-15,-2-5 0 0,-2-5-2 16,-2-3 0-16,-3-7-1 0,-1-4 2 16,0-3 0-16,0 0 3 0,4-10 2 0,-5-4 0 15,-1-4 0-15,-1-3 1 0,-2 1-1 16,-6-3 1-16,-1 6-1 0,-2-1 0 16,-1-1 0-16,0 2 1 0,-4-2-2 15,-4 6 0-15,3 6-1 0,1 2-1 16,-5 1-2-16,-1 4 1 0,-6 9 2 15,-4 6 0-15,8 7 2 0,-1 7 0 16,5 6-1-16,3 2 1 0,5 7 1 16,0 4 3-16,6 2-3 0,6 2 3 15,5 3-6-15,3 1 0 0,3 0 0 0,3-1-2 16,1 1 2-16,3-3-1 0,0-2 1 16,1-2 0-16,-2-2 0 0,-5-3 3 15,-1-2-3-15,-7-1 5 16,-5-5-5-16,-5-3 1 0,-6-4 0 0,0-5 1 15,-8-4 1-15,-8 0 1 0,-3-4-1 0,-4-3 0 16,-3-1 1-16,0-3 0 0,0-4 0 16,8-2 1-16,-3-1-3 15,1-2-3-15,5 0-5 0,-2-2-9 16,5-2-23-16,8-4-58 0,2 3-107 0,2-10-64 16</inkml:trace>
  <inkml:trace contextRef="#ctx0" brushRef="#br0" timeOffset="45385.92">20958 16565 358 0,'0'0'31'15,"0"0"0"-15,85-74-2 0,-33 45-8 0,11-6-5 16,9-2 0-16,6-2-3 0,6 0 1 16,-2 0-3-16,2 6-5 0,-9 4-6 15,-5 9-5-15,-11 6-6 0,-13 9-19 16,-11 5-23-16,-15 0-10 0,-14 10-14 15,-9 14 2-15,-20 8 11 0,-15 11 12 16,-13 3 21-16,-9 2 24 0,-11 2 20 16,-8 2 18-16,0 1 8 0,-5 1 8 15,4-2 11-15,1-5 3 0,6-2 4 16,9-10-6-16,11-7-10 0,19-10-23 0,17-9-13 16,11-5-6-16,15-4-1 0,15-16 1 15,18-3 1-15,18-12-3 0,15-1 0 16,12-9 3-16,11-3 4 0,6-3 2 15,9-3-2-15,0-1 4 0,1 0-4 16,0 4 2-16,-7 3-2 0,-5 5-3 0,-12 2-2 16,-13 7-5-16,-15 5 0 0,-13 5-2 15,-19 8-1-15,-13 5 0 16,-9 5-1-16,-8 2 0 0,0 0-2 16,0 0-5-16,0 0-9 0,-3 0-8 0,-11 5-19 15,-4 7-29-15,-9 3-57 0,5 2-121 16</inkml:trace>
  <inkml:trace contextRef="#ctx0" brushRef="#br0" timeOffset="62679.56">20721 16090 303 0,'0'0'23'15,"0"0"-3"-15,94 46-6 0,-41-37-6 16,9-9-2-16,8 0-4 0,8-5 1 15,5-11 0-15,7-2 5 0,3-6 12 16,1-4 10-16,1-3 8 0,-1-2-3 0,2-3-6 16,-1-1-10-16,-2 0-7 0,-1 1-2 15,-5 0-5-15,-5-2-1 0,-9 2-1 16,-7-1-1-16,-10-1 1 16,-6-3-2-16,-10-3 2 0,-7-3-1 0,-5-4 1 15,-8 0-2-15,1-5 2 0,-3-4-2 16,-2-4-2-16,-4-4 2 0,-2-3-1 15,-6-3 2-15,-4-4 2 0,0 3-4 16,-11-2 3-16,-6 6-1 0,-4-1 1 16,-8 4 0-16,-6 1-5 0,-9-3 2 0,-10-2-4 15,-8 3 4-15,-13-3 2 0,-9 5-5 16,-10 6 4-16,-6 5-2 0,-4 11 2 16,-9 8 1-16,-3 10 0 0,-5 12 1 15,-2 11-3-15,-3 6-1 0,-1 20-2 16,-7 14 3-16,-1 14-1 0,-3 19 5 15,0 12-3-15,4 17 3 0,3 14 3 16,10 10-2-16,10 7 1 0,17 4 0 16,18 0-2-16,22 0-2 0,20-5 0 15,20-4 0-15,16-5-5 0,23-6 3 0,20-9 1 16,16-12-2-16,13-9 2 0,12-13-1 16,7-10-2-16,4-7 0 0,2-11-2 15,0-4 2-15,-1-9-2 0,-5-7 1 16,-2-3-3-16,-9-11-4 0,-11-1-6 15,-10-5-5-15,-11-2-4 0,-11 0-5 16,-13 0-16-16,-6-2-26 0,-9-1-60 0,-7 1-98 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11T13:37:12.619"/>
    </inkml:context>
    <inkml:brush xml:id="br0">
      <inkml:brushProperty name="width" value="0.05292" units="cm"/>
      <inkml:brushProperty name="height" value="0.05292" units="cm"/>
      <inkml:brushProperty name="color" value="#FF0000"/>
    </inkml:brush>
  </inkml:definitions>
  <inkml:trace contextRef="#ctx0" brushRef="#br0">9166 5649 136 0,'0'0'19'15,"0"0"5"-15,0 0 0 0,0 0 6 16,0 0-3-16,0 0-5 0,0 0-2 16,123 35 5-16,-66-31 3 0,10-4 6 15,7 0 1-15,7-4-1 0,6-3-8 16,1-2-4-16,6 0-6 0,0-1-3 0,0-2-3 16,1 2 0-16,-1 0-2 0,-1-2 1 15,-1 3-2-15,-2-1-1 0,-3-2-1 16,-2-1 0-16,-4 1 2 0,0-3 0 15,-6 1 0-15,2-1-1 0,-5 0-1 16,-1 0 0-16,-3 2-1 0,-3-3 0 0,-4 1 0 16,-2 0-3-16,-5-1 1 15,-3 1 0-15,-4 0 0 0,-5 0 0 0,-2 0 1 16,-2-4-1-16,-2 1 0 0,-1 1-1 16,-3-5 2-16,2 0-1 0,-4 0-3 15,-4-2 4-15,1 4-4 0,-3-2 3 16,-1 2 1-16,-5-2 0 0,-3 2 1 15,-3-2 0-15,-2 2 2 0,-3-3-4 16,-2 0 1-16,2-1 0 0,-4-3-1 16,0-2 0-16,1-3-2 0,-4 2-1 15,0-1 1-15,0 1-1 0,-7 1 2 0,-3-1-2 16,-2 1 1-16,-2-3-1 0,-5 1 0 16,-4 0 1-16,-6-1-4 15,-6 0 5-15,-4 1-5 0,-4-1 3 0,-6 3 1 16,-4-2 0-16,-3 2 1 0,-2 2-1 15,-4 0-1-15,0 3 0 0,0 0 1 16,-2 3-2-16,-2 1 2 0,1 2-1 16,-2 1 0-16,-1 2 0 0,-3 2 1 15,-2 2 0-15,2 0 1 0,-3 2-1 0,3 2 0 16,2 1 0-16,0-1 1 0,2 2-1 16,0 1 0-16,1 1 1 0,1 1-1 15,1 2 1-15,-2 0-1 0,2 2 0 16,2 2 0-16,1 4-1 0,4 0 1 15,0 4-1-15,2 0 1 0,0 1 0 0,3 2 0 16,4 0 0-16,1 2-1 0,2 0 0 16,0 2 1-16,0 3-1 15,2 0 0-15,-2 2 1 0,4 1-2 16,4 0 2-16,-1 3-1 0,2 2 1 0,0 5 3 16,-1 1-3-16,0 6 2 0,0 0-3 15,-1 0-1-15,1 4 2 0,2 0-2 16,6 1 2-16,3 0-2 0,7 2 1 15,3 0-1-15,8 2 1 0,5-4-3 16,3-1 3-16,7-1 5 0,10-3-3 0,4-3 3 16,2 2-3-16,6-7-2 0,1-1 1 15,3-1 0-15,2-3 0 0,2-2 0 16,-2-3 1-16,1-2 1 16,-2-2 2-16,0-5 1 0,-2-1 0 0,0-4-1 15,-3-1-1-15,-5-3-2 0,-5 1 0 16,-3-3-2-16,-7-1 0 0,-4-2-2 15,1 1-3-15,-3 0-9 0,1 1-14 16,1-2-28-16,0 6-63 0,-3-2-148 16</inkml:trace>
  <inkml:trace contextRef="#ctx0" brushRef="#br0" timeOffset="6564.78">9191 6834 169 0,'0'0'32'16,"0"0"2"-16,0 0-2 0,0 0-6 15,0 0-13-15,0 0-7 0,0 0-2 16,0 0 7-16,0 0 10 0,13-5 6 0,47 0 2 16,22-2-4-16,17-4-5 0,21-1-1 15,19 0-3-15,13-1 0 0,14 1-1 16,9 0 0-16,8 2-2 0,8 3-2 16,0 0-3-16,0 2 0 0,-6 2-3 15,-7 1-1-15,-9-1 2 0,-13-1-2 16,-10 2 1-16,-13-5-3 0,-11 1 0 15,-11-1 0-15,-11 0-2 0,-12 2 1 16,-10-2-2-16,-11 4 1 0,-14 0-2 16,-12 0 0-16,-15 2 0 0,-13 1-4 0,-6 0-5 15,-7 0-1-15,0 0 0 0,0 0-3 16,-3 0-9-16,-10 6-20 0,-12 2-21 16,-9 7-18-16,-8-3-25 0,-4 3-46 15</inkml:trace>
  <inkml:trace contextRef="#ctx0" brushRef="#br0" timeOffset="7016.75">9594 7120 169 0,'0'0'25'16,"0"0"6"-16,0 0 2 0,0 0 3 0,0 0-6 16,148-20-6-16,-53 8-6 0,17-2 0 15,19-3 5-15,15 0 4 0,10 0 1 16,10-1-1-16,6 0-3 0,1-1-5 15,-2 3-3-15,0 0-3 0,-9 1-3 16,-4 3-2-16,-11 2 0 0,-7-1-1 0,-10 1-1 16,-11 3 1-16,-12 1-3 0,-11 2 1 15,-12-1-2-15,-11 1-1 0,-14 1 0 16,-11 0 0-16,-12 0 0 16,-11-1-2-16,-14 3 2 0,-4 1 1 0,-7 0-2 15,0 0 0-15,0 0-1 0,2 0 1 16,-1 0-1-16,1 0-2 0,-1 0-2 15,1 0-1-15,-1 0-4 0,1 0-6 16,-2 0-9-16,0 0-8 0,0 0-22 16,0 8-25-16,-8 5-41 0,-2 2-110 0</inkml:trace>
  <inkml:trace contextRef="#ctx0" brushRef="#br0" timeOffset="15844.95">13713 8358 155 0,'0'0'47'0,"0"0"2"15,0 0-6-15,93-9-4 0,-44 4-1 16,9-2-3-16,4 2-3 0,8-2-3 15,4 2-5-15,0-2-4 0,-3 0-3 0,0 1-1 16,-6-2-1-16,-5 1 0 0,-3-1-3 16,-8 1-2-16,0-1-2 15,-7 0 0-15,-2-1-2 0,-5 2-2 16,-12 2-1-16,-4 0-1 0,-6 3-2 0,-8 0-4 16,0 2-2-16,-5 0-7 0,0-1-8 15,0 1-10-15,-1 0-17 0,-13 0-24 16,-8 5-16-16,-12 5-15 0,-1 2-13 15</inkml:trace>
  <inkml:trace contextRef="#ctx0" brushRef="#br0" timeOffset="16128.7">13777 8483 165 0,'0'0'41'15,"0"0"14"-15,0 0 3 0,0 0-7 16,0 0-15-16,94 0-11 0,-39-4-5 16,8-2 0-16,9-3 0 0,2 1 2 0,4-1-3 15,1 1-1-15,-2 1-1 0,-3-1-3 16,-3 1 0-16,-6-3-3 0,-1 3 0 16,-7-3-3-16,-2 2-1 0,-7 0-2 15,-5 0-2-15,-6 0 0 0,-6 2-1 16,-11 3-2-16,-8-1 1 0,-3-1-2 15,-5 4-3-15,1-1-3 0,0 1-10 16,-5 1-14-16,0-1-32 0,0 1-50 16,0-3-136-16</inkml:trace>
  <inkml:trace contextRef="#ctx0" brushRef="#br0" timeOffset="17428.07">2267 8272 105 0,'0'0'30'15,"0"0"-3"-15,0 0-3 0,0 0 4 16,0 0-1-16,0 0-2 0,0 0-3 16,0 0 0-16,46 89 1 0,-17-79-3 15,6-3 1-15,1 0-1 0,3-2 0 16,6-5-1-16,3 0 0 0,5 0-3 15,2-5-2-15,3-2-3 0,1-5 0 16,-3 0-1-16,-1-2-1 0,-1-1-2 16,-2 0-1-16,-4-1-2 0,-2-1 0 0,-5-2 0 15,-4 1 1-15,-3-4-1 0,0 1 0 16,-1-3 0-16,-1 2 0 0,1-4 1 16,-1 0-1-16,0-2 0 15,-2-3 3-15,-1-1-1 0,-1-2-2 0,-4 2 3 16,-5-2-2-16,-4-1-3 0,-1 1 4 15,-4-2-3-15,-6 3 2 0,-4-1 2 16,0 0 0-16,0-1-2 0,-7 0 0 16,-4-3 1-16,-4-2-5 0,-1 3 5 15,-1-2-2-15,-3 0 0 0,-2 3-1 0,-2-1-1 16,0 2-1-16,-2 3 0 0,-1-2-2 16,-1 2-3-16,-2 3 2 0,0 0-3 15,-4 3 5-15,-2 2-1 0,-3 2 1 16,-3 0 0-16,-7 2-1 0,-4 4 0 15,-5-1 0-15,-9 4 1 0,-2 3-3 0,-5 4 3 16,-1 3 0-16,1 3 0 0,2 7 0 16,-1 8-2-16,3 9 1 15,-4 4-1-15,2 10 2 0,-1 6 5 16,0 10-5-16,9 5 5 0,5 7-5 0,8 9-4 16,5 7 4-16,14 4-1 0,6 2 2 15,10-4 3-15,9-6-3 0,7-7 2 16,7-9-2-16,9-6-2 0,9-8 0 15,5-3 0-15,8-8 1 0,6-5 0 16,4-6 1-16,3-6 0 0,1-3 0 0,-4-7 0 16,-5-1 0-16,-4-4-2 0,-6 0 0 15,-10-4 0-15,-2-1-4 0,-4 0-8 16,-4 0-15-16,0 0-40 16,-3 4-89-16,-4-1-104 0</inkml:trace>
  <inkml:trace contextRef="#ctx0" brushRef="#br0" timeOffset="19895.87">1664 9531 163 0,'0'0'23'0,"0"0"3"0,0 0 1 16,0 0 2-16,0 0 2 0,0 0-3 0,113 86-2 16,-67-79 0-16,8 1-6 15,8-4 2-15,10-1-2 0,5-3-3 16,4 0-3-16,1-3-3 0,1-4-3 0,-1-3-1 16,2-1-3-16,1-4-2 0,-5-2 3 15,-2-2-3-15,-6-3 1 0,-4-2 0 16,-5-1-1-16,-4-1 1 0,-6-3-1 15,-4 0 0-15,-4-3 1 0,-4-2-2 16,-6 1 4-16,-4-2 0 0,-8-1-2 16,-7-1 4-16,-6-1-4 0,-4 0 2 0,-6-1-1 15,0-2 1-15,-6-2-2 0,-4 1-2 16,-3-1 2-16,-4 3-2 16,-1 0 2-16,-4 6-2 0,-1 0 1 0,-1 3-1 15,-2 2 2-15,-3 5-1 0,3 3 1 16,-6 3-2-16,-4 3-1 0,0 3 0 15,-5 2-2-15,-5 1 1 0,-2 5 0 16,-7 0 0-16,-4 4 0 0,-3 0-2 16,-2 10 2-16,-2 2 1 0,-2 2-2 15,-3 4 1-15,-3 3-2 0,-4 5 1 0,-4 4-1 16,-1 6 2-16,-2 8-1 0,7 3 0 16,6 8 1-16,2 3 2 0,8 1-3 15,6 0 3-15,4-1 3 16,8 0-4-16,10 0 2 0,10-4-4 0,8-1-2 15,12-3 2-15,4-1-1 0,12-1 1 0,10-4 0 16,8-4 2-16,3-5 0 0,4-4 1 16,4-6 1-16,3-2 1 15,-4-6 0-15,3-2 1 0,-2-5-1 16,1 0 0-16,-5-3 0 0,0 1-1 0,-4-4 0 16,-4 2 0-16,-8-3 1 0,-3 0-1 15,-7-1 0-15,-5-2 0 0,0 1 0 16,-6-1 2-16,0 0 0 0,0 0 1 15,0 0 1-15,3 2-3 0,-3-2 0 16,3 0-3-16,-2 0-4 0,-1 0-4 0,0 0-14 16,2 0-32-16,-2 0-53 0,1 4-93 15</inkml:trace>
  <inkml:trace contextRef="#ctx0" brushRef="#br0" timeOffset="23964.7">14771 9707 129 0,'0'0'34'0,"0"0"-5"16,0 0-5-16,0 0-6 0,0 0-5 16,0 0-1-16,0 0 1 0,0 0 2 15,0 0 3-15,0 0-3 0,-4 2 0 16,15 3-2-16,9 2 2 0,5-2-4 15,3-3 1-15,2 1-2 0,3-3-1 16,2 0-1-16,3 0 3 0,0 0 3 0,0 0 1 16,0-5 1-16,0 0-2 15,3-2-2-15,-1 0 0 0,2-3-1 16,1 2-1-16,0-4-1 0,2 0-1 0,-2-4-1 16,-2 3-1-16,-1-4-2 0,-2 2 1 15,-5-2-1-15,-1-1-2 0,-2-1 1 16,-1 0-1-16,-1-1 0 0,-3-2-1 15,-2 2 3-15,-2-4-2 0,-1 2 2 16,-2-2 2-16,2 0-3 0,-1-2 0 0,0-1 0 16,1-2-3-16,0 2 1 0,-2-1-1 15,-6 1-3-15,-3 0 5 0,-4 0-4 16,-4-2 6-16,-1 2 0 0,0 0 0 16,-1 0 0-16,-5-1-1 0,-2 2 1 15,-3-3-3-15,-2-3 2 0,-3 3-1 16,0-3 0-16,-3 0-1 0,2 2 1 15,-3-1-1-15,-2 1 1 0,2 2-1 16,-2 1 0-16,-2 1-1 0,-1 2 0 16,-1 1 0-16,1 2 0 0,-2 1 0 0,-1 1 0 15,-2-1 1-15,0 4-3 0,-2 0 2 16,-2 1-3-16,-1-1 3 0,-2 1-1 16,3 3 1-16,-1 1-1 0,0-2 1 15,0 2-1-15,0 1 1 0,1 0 2 16,1 1-2-16,-2 1 1 0,0 1-1 15,1 2-2-15,-1 3 2 0,-2-1-2 16,2 0 1-16,2 2 1 0,-1 1 0 16,1 0 1-16,0 0-1 0,-1 0-1 15,3 0 1-15,-4 4 0 0,3 1-1 0,0 2 1 16,2 1 0-16,-3-1 0 0,3 2 0 16,-2 1 1-16,0 0 0 0,3 2-2 15,-1 0 2-15,3 1-3 16,0 1 2-16,0 1 0 0,5 3 0 0,2 2 3 15,1 4-4-15,5 0 2 0,0 5-2 0,2-1-1 16,4 6 2-16,-1 1-1 0,2 6 1 16,0 5-1-16,1 3 2 15,-1 3-2-15,1 0 2 0,-1 2-4 16,0-4 5-16,1-2-4 0,2-2 4 0,2 0 2 16,2-4-5-16,0 1 4 0,6 0-5 15,3-4 0-15,7 0 1 0,2 1-2 16,1-1 3-16,4 0-1 0,0 0 1 15,3-3 0-15,0-3 0 0,1-3-1 16,-1-3 1-16,-2-5 0 0,-1-1 0 0,-2-6 0 16,2-2 1-16,1-3 4 0,2-2 2 15,0-2 0-15,-1-1-1 0,1-2 1 16,-7-2-6-16,-9-1 1 0,1 2-2 16,-5-2-2-16,-2 0 1 0,2 0-6 15,-6 0-7-15,0 0-16 0,4 2-33 16,0 2-62-16,1 0-134 0</inkml:trace>
  <inkml:trace contextRef="#ctx0" brushRef="#br0" timeOffset="26624.39">16552 7088 137 0,'0'0'31'15,"0"0"7"-15,3-91 2 0,7 61-5 0,8-1-8 16,4 4-4-16,7 0-3 0,2 4-4 16,5 5-1-16,-1 3-5 0,-2 7-5 15,-2 5-3-15,-5 3-2 0,0 9 0 16,-6 11 0-16,-3 9 3 0,-2 10 0 15,-4 10 4-15,-2 7 2 0,-4 11 3 0,-4 8 5 16,-1 11-2-16,0 8-2 0,0 8-5 16,-4 6-5-16,4-3 1 15,-2-1 1-15,2-5-1 0,2-9-1 16,5-5-1-16,4-11-3 0,2-8 1 0,2-7 0 16,-1-8 1-16,3-9-2 0,3-8 2 15,0-6-2-15,0-9 2 0,-1-5 2 16,-4-9-2-16,2-3 1 0,1-2-1 15,1-7 2-15,4-9-2 0,-3-2 1 16,-2-6 0-16,-5-1-4 0,-4-4 0 0,-6 0 0 16,-3-1-2-16,0 1-2 15,-9 5-3-15,-4 4 3 0,0 6 1 0,-5 11 3 16,-3 3 5-16,-2 12-1 16,-6 12 0-16,3 10-1 0,1 5 4 0,6 9-1 15,3 5-1-15,5 8 4 0,4 4-5 16,5 6 0-16,2 5-1 0,0 0-3 15,4 1 2-15,4 0-1 0,5-4 1 16,0-2-1-16,-2-4 2 0,1-2 2 16,-4-5-2-16,0-1 1 0,-5-1 1 0,-3-4-3 15,0-1 1-15,-8-3 0 0,-5-4 1 16,-2-4 2-16,-4-6 3 0,0-5 0 16,-1-9 2-16,2-3 1 0,4-9 0 15,-2-3-2-15,-1-7 0 0,-3 0-3 16,0 0-4-16,5 0 0 0,0-5-3 15,-1-2-2-15,5-2-9 0,-4 1-16 16,7 3-37-16,6 3-63 0,2 2-119 16</inkml:trace>
  <inkml:trace contextRef="#ctx0" brushRef="#br0" timeOffset="124546.63">10219 5559 240 0,'0'0'22'0,"0"0"-2"16,82 4 1-16,-37-4 0 0,7 0 5 15,6-4 6-15,7-4 0 16,11-11-25-16,7-23-5 0</inkml:trace>
  <inkml:trace contextRef="#ctx0" brushRef="#br0" timeOffset="127469.94">10349 5489 161 0,'0'0'9'16,"0"0"2"-16,87 62 8 0,-53-54 12 15,5-8 10-15,5-7 10 0,5-11 0 16,2-7-5-16,6-9-14 0,1-3-7 0,-3-4-9 15,0-1-5-15,-7-4-4 0,-4 1-3 16,-6-3-3-16,-5-4-1 0,-5-3 1 16,-5-3-1-16,-8-5 1 15,-6-2 1-15,-6-3 0 0,-3 0 1 0,-3 1-2 16,-11-1 1-16,-4 1 0 0,-4 0-2 16,-7 5 6-16,-3 6-2 0,-7 10 2 15,-6 8 1-15,-7 11-4 0,-9 15-3 16,-5 10-1-16,-7 7 1 0,-3 16 1 15,1 11 0-15,0 11 3 0,1 10 5 0,3 10-4 16,0 8 3-16,6 8 0 0,4 8-4 16,8 5 2-16,11 3-4 0,9-2 2 15,15-2-2-15,11-3-2 0,7-5 0 16,10-5-1-16,15-6-4 0,7-9 2 16,11-8-1-16,5-11 2 0,7-10-2 15,4-7 0-15,2-10-6 0,1-6-11 16,-6-5-33-16,0-1-71 0,-8-4-126 15</inkml:trace>
  <inkml:trace contextRef="#ctx0" brushRef="#br0" timeOffset="146984.09">12162 4957 415 0,'0'0'18'15,"101"-38"5"-15,-23 19 1 0,15-4 2 16,13-1-2-16,10 0-1 0,8 2-4 0,7 1-4 15,5 1-4-15,-2 2 0 0,1 2-2 16,-5-1-2-16,-5 2 0 0,-7-1-3 16,-7 3-3-16,-10 1 0 15,-11 0-3-15,-14 5-2 0,-17-1-3 0,-19 6-1 16,-20-1 1-16,-11 3-4 0,-11-2 0 16,-13-1-2-16,-15-2 0 0,-15 1 7 15,-6-2 4-15,-5-2 3 0,0-1 2 16,3-3 1-16,7 0 1 0,6-1 3 15,11-2 0-15,10 5-3 0,8 3 1 0,8 4-8 16,3-1 4-16,0 1 0 0,5 1 1 16,18-2 1-16,1 4 1 0,11 4 2 15,1 5-2-15,2 4 2 0,0 4-3 16,-3 0-2-16,-1 0 0 0,-4 3 0 16,-7 0-1-16,-5 3 0 0,-11-1 1 15,-3 6-1-15,-4 1 0 0,-16 4-2 16,-8 3-2-16,-7 4-9 0,-2 2-18 15,-3 2-50-15,0 0-101 0,-2-4-86 16</inkml:trace>
  <inkml:trace contextRef="#ctx0" brushRef="#br0" timeOffset="147566.15">15425 3946 429 0,'0'0'66'15,"0"0"-22"-15,0 0-11 0,0 0-1 16,0 0 0-16,14 130-8 0,2-56-7 0,0 5-10 16,4 3 2-16,1-2-4 0,0-1-4 15,4-4 1-15,-2-7-5 0,6-5-5 16,-2-5-7-16,2-5-17 0,1-4-20 16,-2-8-58-16,-1-7-64 0,-8-14-86 15</inkml:trace>
  <inkml:trace contextRef="#ctx0" brushRef="#br0" timeOffset="147778.16">15698 4010 561 0,'0'0'52'16,"0"0"-13"-16,0 0-13 0,0 0-11 16,0 0-10-16,0 0-1 0,0 0 2 15,0 0-1-15,0 0 0 0,0 0-2 16,4 117-2-16,12-62-2 0,3 2 1 0,1 0-2 15,-2 4 1-15,-1 0 1 0,2 1-6 16,0-1-4-16,-3-2-10 0,0 0-16 16,1 2-27-16,-4-7-52 15,5-4-71-15,-4-11-76 0</inkml:trace>
  <inkml:trace contextRef="#ctx0" brushRef="#br0" timeOffset="148211.64">15919 3967 493 0,'0'0'48'0,"0"0"-20"0,0 0-12 16,0 0-3-16,0 0 1 0,0 0 1 15,22 82-5-15,-6-39-3 0,0 2-5 16,4-2 0-16,0-2-3 0,2-3 2 15,-2-6-3-15,0-5 1 0,1-6 0 16,-4-3-2-16,-3-10 1 0,-2 1-1 0,-3-7 1 16,-1-2 3-16,1 0 0 0,-2-11 1 15,-1-7 2-15,-2-6-3 0,-2-3 3 16,-2-2 0-16,0 0 0 0,0 0 1 16,0 9 0-16,0 9-1 0,0 6 2 15,0 5-2-15,0-7-1 0,0 4-3 0,0-7 0 16,6 3-1-16,2 3 0 15,8 0 1-15,2 0 0 0,-1 4 1 16,0-4-1-16,1 1 2 0,2-2 2 16,5-3 2-16,-4 1 4 0,-4-4 3 0,-2-2 0 15,-5-2 0-15,-3-4-2 0,-4 0-4 16,-3-4-1-16,-1 0-4 0,-9-6-1 16,-3 0-6-16,-3 0-15 0,0-2-10 15,-3 0-27-15,5 3-31 0,-1 1-76 16,6 6-113-16</inkml:trace>
  <inkml:trace contextRef="#ctx0" brushRef="#br0" timeOffset="148404.88">16405 3512 569 0,'0'0'37'16,"0"0"-7"-16,0 0-6 0,0 0-2 15,0 0-4-15,0 0-2 0,73 77-4 16,-50-37-5-16,1 2-1 0,2 5-4 15,1 1 0-15,0 2 1 0,2 0-6 0,1 0-1 16,-1-2-9-16,1 1-9 0,-2-2-4 16,-1-2-11-16,-2 0-16 0,-4-6-50 15,-2-1-63-15,-3-8-95 0</inkml:trace>
  <inkml:trace contextRef="#ctx0" brushRef="#br0" timeOffset="148622.13">16749 3430 642 0,'0'0'43'0,"0"0"-7"0,0 0-15 16,0 0-10-16,0 0-7 0,0 0-2 16,0 0-1-16,0 0 3 0,5 112-2 15,24-53 0-15,2 3-1 0,4 0 0 0,-2 1 0 16,0-1-7-16,-1 2-5 15,0-4-17-15,0-1-18 0,1-4-24 16,-1 0-71-16,-1-3-139 0</inkml:trace>
  <inkml:trace contextRef="#ctx0" brushRef="#br0" timeOffset="148924.31">15556 5314 639 0,'0'0'9'0,"0"0"3"16,0 0 9-16,80-74-2 0,5 22-5 15,30-10 0-15,22-11-5 0,23-9 3 16,14-5 2-16,9-5-3 0,5 0-1 15,-3 5 3-15,-4 0-3 0,-14 4 2 0,-14 5 1 16,-16 6-3-16,-21 9-1 0,-23 11-2 16,-18 13-4-16,-22 10-2 0,-17 11 0 15,-14 7-6-15,-12 6-14 0,-6 4-23 16,-4 1-45-16,-14 13-128 0,-12 11-104 16</inkml:trace>
  <inkml:trace contextRef="#ctx0" brushRef="#br0" timeOffset="149371.44">16921 5066 594 0,'0'0'23'0,"0"0"6"0,0 0-3 15,0 0-8-15,86-81-5 0,-56 79-5 16,-4 2-5-16,-4 8-2 0,-2 8 1 0,-8 6-1 15,-1 8 1-15,-7 3-1 0,-4 5 4 16,0 2 2-16,-3-1-4 16,-3 1 3-16,0-7-7 0,4-4 1 15,2-5 1-15,8-7 0 0,10-6 4 0,7-8 2 16,6-3-2-16,9-8 2 0,6-5-2 16,7-7 0-16,1-2 0 0,4 0 0 15,-2 0 0-15,-3-2-3 0,-5 2-1 16,-5 1-4-16,-6 3 0 0,-6 3-10 15,-9 6-9-15,-7-2-23 0,-4 7-47 0,-8-1-135 16,0 2-72-16</inkml:trace>
  <inkml:trace contextRef="#ctx0" brushRef="#br0" timeOffset="154917.52">8263 15030 277 0,'0'0'22'0,"0"0"6"0,0 0 9 16,113-73 4-16,-36 40-3 0,20-7-6 16,19-3-3-16,16-5-5 0,11 0-4 15,10-6-3-15,5 1-4 0,-1-2 0 16,-1-2-2-16,-2 1 1 0,-8 1-1 15,-9 7-4-15,-13 4-4 0,-17 5-3 0,-21 10-2 16,-20 9-2-16,-21 5 0 16,-19 7-3-16,-16 7-1 0,-11 1-6 0,-24 15-5 15,-16 9-2-15,-16 5-7 0,-16 5 0 16,-12 1-9-16,-9 5-5 0,-7 2-3 16,-9 4-4-16,-3 2 6 0,-5 0 12 15,-3 0 12-15,-1 1 12 0,2 2 7 16,5-3 5-16,3 1 1 0,5 2 3 0,7-3 5 15,10-1 6-15,14-5 9 0,12-6 5 16,19-8-7-16,19-11-4 0,19-6-6 16,13-6-3-16,24-5 8 0,21-4 0 15,15-8 0-15,18-11-1 0,16-7-2 16,11-7 0-16,12-6 1 0,12-6-1 16,3-4 0-16,4-1-3 0,3-1 0 15,-4 2-3-15,-5 2 0 0,-7 3-3 16,-10 6-6-16,-14 2 1 0,-18 8-5 15,-17 5 2-15,-16 7 0 0,-15 6-2 0,-14 6 0 16,-14 4-1-16,-5 3-2 0,-6 1-4 16,0 0-8-16,-3 0-10 0,-8 5-16 15,-10 8-21-15,-7 6-41 16,-4-1-64-16,-3 1-67 0</inkml:trace>
  <inkml:trace contextRef="#ctx0" brushRef="#br0" timeOffset="160034.51">4041 14524 174 0,'0'0'26'0,"0"0"3"16,0 0 2-16,0 0 1 0,0 0 0 16,0 0 4-16,0 0 0 0,84-51-3 0,-15 27-7 15,11-5-8-15,13-3 2 0,13-4-1 16,4-3-3-16,9-4 0 0,2 0-2 16,1 1 0-16,-1-1-1 0,-4 2-4 15,-3 4-1-15,-5 6-4 0,-14 2-1 16,-5 7-3-16,-16 3 0 0,-14 6-2 0,-12 1-2 15,-18 3-3-15,-12 6-4 0,-11 3-3 16,-7 0-5-16,0 0-7 16,-12 10-12-16,-15 9-12 0,-12 9-12 15,-16 2 0-15,-9 2 2 0,-10 4 12 0,-9 1 10 16,-7 4 12-16,2 0 16 0,-5 2 4 16,-1-2 8-16,2 1 0 0,-2 0 1 15,3-1 3-15,4-1 6 0,6-2 2 16,9-1 4-16,8-4 4 0,14-4-3 15,13-5 1-15,13-9-7 0,11-7 2 0,13-1 1 16,4-4 8-16,22-3 7 0,10 0-2 16,12-3-4-16,10-11-6 0,7-4-1 15,9-6-1-15,0-5-1 0,8-2 4 16,-1-8-2-16,-3 1 1 0,2-2 0 16,-2 0-4-16,-5 2-3 0,-5 3-4 15,-7 4-4-15,-11 8-1 0,-12 6-2 16,-15 6 0-16,-8 7 0 0,-9 2 2 15,-6 2 1-15,0 0-2 0,0 0-2 16,0 0-1-16,-3 0-1 0,-15 0-1 0,-5 3-1 16,-9 6-4-16,3 0-8 0,2 4-18 15,1-3-35-15,3 5-41 0,3 0-122 16</inkml:trace>
  <inkml:trace contextRef="#ctx0" brushRef="#br0" timeOffset="162248.74">1739 7221 235 0,'0'0'22'16,"0"0"-7"-16,-36-84-2 0,16 60-3 0,-6-1 1 15,0 4 0-15,-3 3 2 0,-3 4 2 16,-4 4 0-16,-2 7-4 0,-3 3-4 16,-1 0-4-16,-2 11-1 0,0 5-3 15,7 4 1-15,1 1 0 0,7 2-1 16,1 1 1-16,7 0 0 0,2 1 3 15,6 2 1-15,3 0 0 0,7 3 0 0,2 3-3 16,1 3 1-16,1 5 1 0,5 7 0 16,4 10-1-16,0 8 2 0,-1 7-3 15,-2 10 2-15,-3 4 2 0,-2 8-2 16,-2 4 3-16,-3 1-6 0,-7 1 0 16,-4-3 1-16,-4-5 0 0,-5-7 1 15,-3-10 2-15,0-9-2 0,3-9 1 16,-3-9-3-16,0-8-1 0,4-5 0 15,2-8 1-15,4-6 0 0,6-8 2 16,1-5-2-16,8-5 1 0,1-4-1 0,-2 0-1 16,2 0 2-16,0 0 2 0,0 1 0 15,2 1 3-15,8-1-2 0,7 0 0 16,6 4-1-16,-1 0-3 0,0 3 2 16,1 4-2-16,-3 2 2 0,3 5 0 15,-5 3-1-15,0 3 2 0,-4 5-2 0,1 4 1 16,-5 6-2-16,-1 6 3 0,-2 7-1 15,-4 7 2-15,-3 8-1 16,0 6-3-16,-10 7 1 0,0 2 0 16,-3 3 1-16,0-1 4 0,1-4-1 0,1-7 2 15,8-5-2-15,3-8-3 0,3-7 2 16,11-5 0-16,8-5-1 0,4-5-1 16,6-4 1-16,10-6-2 0,1-8 0 15,5-4 1-15,1-8 0 0,0-6-1 16,0-3 1-16,-6 0-1 0,-3-3-1 0,-6-3-1 15,-9 0-4-15,-2-3-18 0,-7 3-42 16,-9 1-135-16,-1 5-40 0</inkml:trace>
  <inkml:trace contextRef="#ctx0" brushRef="#br0" timeOffset="179040.92">7917 16455 66 0,'0'0'25'0,"0"0"0"15,0 0 4-15,0 0 0 0,0 0-4 16,104 17 1-16,-75-22-6 0,1-3 3 0,1-2 2 16,-4 0 1-16,5-2-3 0,-6 0-2 15,2-3-9-15,-1 1 0 0,-1-4-3 16,0-1 1-16,0 1 0 0,0-5 3 16,0 1-3-16,-4-3 1 0,1 0 1 15,-3-2-1-15,-4-1 4 0,0-1-1 0,-3-2-1 16,-2 1 0-16,0-2-2 0,-4 2-2 15,-1 1 4-15,-2-1-5 16,-1 2 0-16,-3 1-2 0,0 0-4 16,0 0 2-16,0 2-4 0,-4-5 2 0,1 2 1 15,-3-2-1-15,3 1 1 0,-3-1-2 16,2 0 1-16,-6 1-2 0,6 2 2 16,-5 3 0-16,-1-1 0 0,1 1-1 15,-3 5 0-15,-2 0 1 0,-2 0 0 16,0 3 1-16,-3-3-2 0,-2 5 0 0,-2-2-1 15,-2 3 0-15,-1 1 1 0,-2 2 0 16,-2 3 0-16,1 2-2 16,-3 5 0-16,-4 0 0 0,-1 2 0 15,-2 6 1-15,-2 4-1 0,-1 5 1 0,3 0 0 16,0 7-2-16,4 0 1 0,-2 3 0 16,5 3-1-16,-1 2 2 0,1 2-1 15,2 5 1-15,1-1-2 0,3 3 1 16,2 1-2-16,4 2 3 0,2 2 4 15,3 1-4-15,4 0 3 0,2 2-5 0,3 0 1 16,5 0 0-16,1 0-2 0,0-2 3 16,4-3-2-16,6-3 2 0,3-6-2 15,2-1 2-15,2-5-2 0,-1-1 1 16,4-4 1-16,2-3 0 0,2-1 0 16,-2-2 0-16,2-3 4 0,0 0-4 15,-1-3 6-15,-3 0-4 0,2-5-2 16,-5-2 0-16,-2-3 1 0,5-2 0 15,-1 0 1-15,5 0 0 0,-7 0-1 16,-2-2-2-16,-4 0 1 0,-6 1-1 0,1 1-1 16,-6 0 0-16,3 0-7 0,4 0-9 15,-4 0-26-15,5 0-48 0,-8 0-97 16,6 0-52-16</inkml:trace>
  <inkml:trace contextRef="#ctx0" brushRef="#br0" timeOffset="189486.26">15850 7632 133 0,'0'0'2'16,"0"0"-1"-16,0 0 0 0,0 0-3 15,0 0-7-15,0 0-22 0,0 0-63 16</inkml:trace>
  <inkml:trace contextRef="#ctx0" brushRef="#br0" timeOffset="189945.36">16522 9048 341 0,'0'0'-34'0,"0"0"-51"0,0 0-108 15</inkml:trace>
  <inkml:trace contextRef="#ctx0" brushRef="#br0" timeOffset="206239.82">15588 7599 69 0,'0'0'25'0,"0"0"0"15,0 0-3-15,0 0-1 0,0 0 0 16,0 0-1-16,0 0 1 0,0 0-1 16,0 0-4-16,-23-45-1 0,23 44-1 15,-1 0-1-15,1-1 0 0,0 1 0 16,0-1-1-16,0 2-1 0,0-2 1 15,0 2-1-15,0 0 3 0,0 0-2 16,0 0 0-16,0 12 1 0,3 8 0 0,0 5 1 16,0 1 0-16,0-1 0 0,-1 3-4 15,-1-3 2-15,1 1-5 0,-2-2-1 16,3-5 1-16,0-4-1 0,1 2-3 16,-1-7 3-16,4 4-1 0,0-9 4 15,4-1-1-15,9-3 1 0,2-1-1 0,15-8-3 16,2-6 2-16,6-6-4 15,4-4 1-15,6-5-1 0,4-6 1 16,5-5 2-16,4-3 1 0,3-3 1 16,2-3 4-16,0-1-3 0,0 2 1 0,1 1 0 15,3-1 0-15,-5 2-3 0,-2 2-4 16,-7 4 2-16,-10 4-6 0,-8 5 3 16,-13 3 1-16,-11 6-2 0,-7 7 0 15,-8 6-1-15,-4 6-2 0,-2 3-8 16,0-2-10-16,0 2-14 0,0 0-13 0,0 0-24 15,-2 6-34-15,-7 12-37 0,-2 7-86 16</inkml:trace>
  <inkml:trace contextRef="#ctx0" brushRef="#br0" timeOffset="207217.3">16276 9003 82 0,'0'0'22'0,"0"0"-3"16,0 0-4-16,0 0 2 15,0 0 1-15,0 0 2 0,0 0-2 0,0 0 0 16,0 0-1-16,0 0-1 0,0-17 0 16,0 16 0-16,0-1 2 0,0 0 0 15,0 2 0-15,0-3-2 0,0 1-1 16,0 2 0-16,0-2-3 0,0 1 2 15,0-1-3-15,0 0-1 0,0 1-2 0,0-1-1 16,0 2-3-16,0-2-1 0,0 2-1 16,0 0-2-16,0 0 1 0,0 0 1 15,0 0 3-15,0 0 2 0,0 12 1 16,2 5-1-16,1 5 0 0,0 1-2 16,0-4 0-16,-1 2-2 0,1-5 0 15,2-1-1-15,-1 0 1 0,2-4-1 16,0 2-1-16,2-1 3 0,4-3 3 15,2 1-2-15,4-5 0 0,6-5 1 16,5 0-5-16,6-12 2 0,5 0 1 0,4-8-2 16,6-4 2-16,8-3 1 0,6-5 2 15,3-6 1-15,7-3 2 0,0-2 0 16,4-6 1-16,0 5-2 0,3-1 2 16,-1 4-2-16,2 4 0 0,-2 0-1 15,-5 4 0-15,-4 2-1 0,-3-1-4 0,-9 3 2 16,-7 3-4-16,-4 3 4 0,-11 6-2 15,-6 3-1-15,-11 5 0 16,-10 5-2-16,-5 2 1 0,-5 2 1 16,0 0-1-16,0 0 0 0,1 0-1 0,-1 0-1 15,0-1 1-15,0 1-2 0,0 0 0 16,0-2-2-16,0 2 1 0,0 0-5 16,0 0-4-16,0 0-6 0,-4 0-6 15,-5 2-10-15,-3 5-18 0,-4 4-36 16,3 1-42-16,-1 3-86 0</inkml:trace>
  <inkml:trace contextRef="#ctx0" brushRef="#br0" timeOffset="208370.51">8296 16770 136 0,'0'0'45'0,"0"0"-6"0,0 0-2 16,-84 20-6-16,77-16-5 0,4-3-7 15,3-1-3-15,0 4 0 0,7-1 6 16,19 0 3-16,19-2 0 0,20-1-7 0,19-7-4 15,17-5-2-15,18-2 0 0,12-3 7 16,11 1 2-16,10-5 1 16,0-1 0-16,5 2-5 0,-2-4 0 15,-5 2-5-15,-4-1 2 0,-3-4-1 0,-7 2-2 16,-4-3-3-16,-11 4-7 0,-11 2 1 16,-16 6-7-16,-16 5 4 0,-17 1-4 15,-21 5-3-15,-18 2-3 0,-12 3-6 16,-10 0-8-16,-3 0-11 0,-14 8-18 15,-15 7-27-15,-17 4-10 0,-10 1-12 0,-12 1-6 16,-13-1-17-16</inkml:trace>
  <inkml:trace contextRef="#ctx0" brushRef="#br0" timeOffset="208668.05">8102 17302 212 0,'0'0'12'0,"0"0"5"0,0 0 8 0,0 0 24 16,0 0-9-16,139-5 8 0,-55-14-11 15,14-5-14-15,19-6 6 0,10 1-11 16,11-4 7-16,8-1-2 0,6 0-2 16,1 0-4-16,0 0-4 0,-5-2-1 15,-2 0-4-15,-10 1 3 0,-6-6-2 0,-9 3 0 16,-8 1 1-16,-11 4-3 15,-6 6-2-15,-11 3-1 0,-11 4-2 16,-13 6 0-16,-11 3-1 0,-19 7 0 16,-13-1-1-16,-10 5 0 0,-8 0-3 0,0 0-11 15,0 0-15-15,-5 0-47 0,-13 8-81 16,-13 2-117-16</inkml:trace>
  <inkml:trace contextRef="#ctx0" brushRef="#br0" timeOffset="-126052.23">1569 13479 135 0,'0'0'7'0,"0"0"3"0,0 0 6 0,0 0-2 16,29 89 3-16,-12-52 0 0,2 1 2 15,8 1 4-15,2 0-2 0,3-1-1 16,7-6-2-16,6-1 2 0,4-7 6 16,8-4-7-16,7-6 4 0,7-6-5 15,5-3-4-15,3-5-3 0,3-6-2 0,-2-9 0 16,5-6-5-16,-1-7 7 0,1-8-1 15,-3-5 4-15,1-6 3 0,-4-3-4 16,-6-3-3-16,-1 3-1 0,-7 2-2 16,-7 5-4-16,-7 4 0 0,-9 0-2 15,-8 3 1-15,-6-2-3 0,-11-3-1 16,-5-3 2-16,-12-3-4 0,0-1 6 16,-9 2 1-16,-10-2-3 0,-5 3 2 15,-5 4-2-15,-6 2 0 0,-3 5 1 16,-3 7 0-16,-5 5-1 0,-1 5 2 0,1 4-2 15,-2 4 1-15,3 3 0 0,2 2 0 16,10 4-1-16,2 0-1 0,11 0 1 16,4 0-2-16,3 7 1 0,3 3-1 15,0 5-1-15,7 4-3 0,1 5-2 16,2 1-13-16,5 7-10 0,5 1-21 0,4 5-19 16,1-1-17-16,2 2-23 15,1-1-49-15</inkml:trace>
  <inkml:trace contextRef="#ctx0" brushRef="#br0" timeOffset="-125504.62">3055 12787 123 0,'0'0'19'0,"0"0"-4"0,0 0 1 15,-100-44 0-15,61 39 0 0,-4 4 1 16,-12 1-1-16,-3 0-1 0,-7 10-2 16,-4 5-1-16,-7 7-1 0,0 8 3 15,-9 10-1-15,-5 8 1 0,-4 8-3 0,-6 7-1 16,3 2 4-16,3 3 0 0,6 0-1 15,9-4 1-15,9-2-7 0,12 1-1 16,9-1-5-16,10-1-1 0,9-5-1 16,10-3-2-16,8-7 0 0,9-9 1 15,6-4-3-15,10-8 1 0,9-6-1 16,5-8 0-16,5-7-1 0,10-4-4 16,4-11-2-16,9-10-9 0,3-6-6 15,4-9-7-15,3-3-3 0,2-6-1 16,3-6-1-16,1-3 1 0,-4-3 2 0,-1-2 3 15,-2-1 9-15,-3-4 4 0,-5 0 12 16,-1-2 8-16,-7 2 10 0,-8 3 19 16,-5 7 10-16,-9 10 12 0,-10 16 10 15,-6 12-7-15,-6 10-10 0,-4 6-13 16,-11 10-11-16,-7 14-3 0,-9 17 1 0,-8 12 3 16,-2 11-1-16,-7 7-5 0,-1 7-3 15,-5 2-6-15,1 7-7 16,-2 4-2-16,5-1-8 0,1 0-9 15,4-6-20-15,5-8-15 0,3-11-12 0,4-12-10 16,-1-11-13-16</inkml:trace>
  <inkml:trace contextRef="#ctx0" brushRef="#br0" timeOffset="-125324.09">1928 13260 281 0,'0'0'38'0,"122"-43"-4"15,-52 27 4-15,5 4-5 0,-1 6-4 16,2 2-9-16,-2 4-6 0,4 9-8 0,-6 4-2 16,3 8 1-16,-1 2-4 0,-3 4 0 15,0 4-7-15,-5-1-16 0,-2 0-25 16,-6-1-33-16,-5 2-51 0,-5-3-75 16</inkml:trace>
  <inkml:trace contextRef="#ctx0" brushRef="#br0" timeOffset="-119487.12">14024 8110 3 0,'0'0'3'15,"97"-11"2"-15,-57 5 1 0,-3 2 0 16,-6-1 0-16,0 0-1 0,-5 1-1 16,1 1 0-16,-4 0-2 0,-5 2 3 0,-1-3-3 15,-7 4 2-15,-5 0 1 0,1 0-2 16,-1-3 3-16,-1 2 1 0,1-1-1 15,-1 2-2-15,-4 0-1 16,0-1-1-16,0 1-2 0,0 0 0 0,3-1-2 16,-2 1 0-16,1-2 2 0,-2 2 1 15,3-2 0-15,-1 2-1 0,0-1 3 16,-1 1-3-16,1-2 0 0,-1 2 0 16,-1 0-1-16,2 0 2 0,-2 0-1 15,1 0 0-15,-1-2-3 0,2 2 1 0,-2 0-1 16,1 0 0-16,-1 0 2 0,2 0 1 15,-2 0 0-15,0 0 1 0,1 0 0 16,-1 0 3-16,0 0-1 0,1 0 2 16,-1 0 0-16,0 0-3 0,0 0 1 15,0 0 0-15,0 0-2 0,0 0 2 16,0 0-2-16,0 0 1 0,0 0 1 16,0 0-1-16,0 0 1 0,0 0-1 15,0 0 2-15,0 0-2 0,0-2 0 16,0 2 1-16,0 0-2 0,0 0 1 0,0 0 1 15,0-1-1-15,0 1-1 0,0 0 2 16,0-2-2-16,0 2 1 0,0 0 0 16,0-2 1-16,0 2-1 0,0 0-1 15,0-1-1-15,0 1 3 0,-1-2-1 16,1 2 2-16,-1-1-2 0,1 1-1 0,-2-1 2 16,2 1-1-16,-1-3-1 15,1 3 2-15,-2 0-2 0,2 0 0 16,-1 0 0-16,1 0 1 0,-2-3-3 15,2 3 0-15,-1 0 0 0,1 0-5 0,0 0 1 16,-2 0-2-16,2 0-6 0,0 0-17 16,-5 0-27-16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11T13:45:01.421"/>
    </inkml:context>
    <inkml:brush xml:id="br0">
      <inkml:brushProperty name="width" value="0.05292" units="cm"/>
      <inkml:brushProperty name="height" value="0.05292" units="cm"/>
      <inkml:brushProperty name="color" value="#FF0000"/>
    </inkml:brush>
  </inkml:definitions>
  <inkml:trace contextRef="#ctx0" brushRef="#br0">6538 7420 257 0,'0'0'57'0,"-35"82"1"16,24-32-8-16,6 4-12 15,4 2-7-15,1-3-8 0,9-1-6 0,9-8-4 16,5-6-5-16,6-8-2 0,2-7-2 16,11-8 2-16,4-9-2 0,2-6 0 15,2-1-2-15,-2-13 0 0,1-4 3 16,0-7-4-16,-4-1 4 0,0-9-2 16,-6-4 1-16,-4-3 6 0,-4-7 1 0,-6-1 5 15,-2-2-1-15,-10 1-1 0,-4 0-5 16,-9 1-2-16,-3-2-3 0,-12-3 0 15,-12-1-1-15,-6-2-1 0,-12-1-2 16,-3 5-2-16,-7 5 1 0,-5 11 0 16,2 12-2-16,-4 13-1 0,4 13-2 15,1 13-2-15,5 20-3 0,2 18-7 16,2 14-19-16,7 9-29 0,5 12-53 16,3 6-96-16</inkml:trace>
  <inkml:trace contextRef="#ctx0" brushRef="#br0" timeOffset="546.09">3201 10564 438 0,'-41'79'68'0,"7"10"-15"0,11 1-17 16,10-3-4-16,7-4-11 0,6-13-3 0,19-10-4 15,11-14-7-15,12-14 1 0,13-15-4 16,7-15-1-16,12-10 3 0,2-18-4 15,3-13 4-15,-1-10-1 0,-6-5 0 16,0-8 2-16,-8-8-2 0,-8-2 1 16,-5 0-2-16,-9-3 2 0,-6 1-1 15,-16 1-3-15,-14 2 2 0,-11-2-4 16,-22 1 0-16,-11 1 2 0,-12 3-4 16,-11 10 1-16,-7 10-2 0,-1 14-2 15,-5 19-3-15,3 15-8 0,-4 25-11 0,7 16-22 16,6 22-46-16,7 12-132 0,6 12-44 15</inkml:trace>
  <inkml:trace contextRef="#ctx0" brushRef="#br0" timeOffset="1666.54">6837 12407 342 0,'0'0'56'0,"-87"69"3"0,48-22-4 0,4 10-16 15,12 7-11-15,8 6-8 0,12 0-8 16,6 1-4-16,20-4-5 16,12-9-1-16,15-9-2 0,8-10 3 15,7-14 3-15,7-11 2 0,5-11 2 0,1-5 3 16,4-16-1-16,-1-9-2 0,-1-10 0 15,-2-9-4-15,-9-5 4 0,-8-3-4 16,-5-3 2-16,-12-1-2 0,-11 3 0 16,-13-1 0-16,-12-2-6 0,-10-1 3 15,-21-1-5-15,-16-6 1 0,-17 2-2 0,-12 5-3 16,-12 11 0-16,-8 16-1 0,-2 20 1 16,-1 16-7-16,1 26-3 0,-1 21-6 15,3 13-10-15,6 15-7 16,6 11-46-16,10 10-69 0,14 5-96 0</inkml:trace>
  <inkml:trace contextRef="#ctx0" brushRef="#br0" timeOffset="-8599.09">12873 5651 307 0,'0'0'9'16,"0"0"10"-16,0 0 10 0,0 0 6 16,0 0 3-16,123 2-6 0,-42 1-6 15,23 2-2-15,19 0-3 0,17 3-9 0,18 1-3 16,10 1-3-16,7 1-3 0,9 0 0 16,3-1-1-16,3 0-1 0,2-2 2 15,0-1 0-15,-1 0 2 0,-5-2-2 16,-3-4 1-16,-6-1-1 0,-3-3 0 15,-5-7 4-15,-4-4-3 0,-2-6 1 0,0-3-2 16,-1-2 0-16,-2-4-2 0,-4 0-1 16,-8 2 0-16,-7 1 1 0,-8 3 0 15,-10 2 1-15,-12 1 0 16,-13 2 1-16,-9 1 0 0,-12 2 1 0,-7-2-1 16,-9 0 1-16,-4 0-1 0,-5-3 2 15,-4-2-2-15,-3-2 1 0,0-2 0 16,-2-3-3-16,1-4 0 0,-1-2-2 15,-4-3 3-15,-3-3-2 0,-7-1 2 16,-7-4 0-16,-6-2-2 0,-13-2 2 0,-3-1-2 16,-13 2 2-16,-13 0-2 0,-12 2 2 15,-10 1-1-15,-8 2 0 0,-12 2 0 16,-7-1-5-16,-9 1 4 0,-4 0-4 16,-6 0 2-16,-5 1 3 0,-6-2-2 15,-8 3 1-15,-7-2-1 0,-7 2 0 16,-11 3-1-16,-10 2 1 0,-16 4 0 15,-8 2 1-15,-13 2 0 0,-8 8 1 16,-9 4-1-16,-4 4 1 0,-5 8-1 16,-2 3 0-16,-1 0 1 0,4 11-1 0,4 4 2 15,6 6-2-15,5 9 1 0,6 4-1 16,3 9 2-16,9 5-1 0,2 10 2 16,10 4 0-16,3 8 1 0,9 5 3 15,7 3-4-15,4 6 1 0,12 2-1 16,10 0-4-16,15 1 2 0,19-10-3 15,23-4 1-15,22-5 0 0,18-6-1 0,23 3 2 16,10-3 0-16,22 2-2 16,11-3 3-16,14-4-2 0,8-1 1 15,6-5 0-15,5-6 0 0,-2-7 0 0,4-5-2 16,-7-6-3-16,-6-5-4 0,-6-3-11 16,-8-6-10-16,-12-2-21 0,-4-3-34 15,-12-1-56-15,-9-2-121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11T13:48:27.070"/>
    </inkml:context>
    <inkml:brush xml:id="br0">
      <inkml:brushProperty name="width" value="0.05292" units="cm"/>
      <inkml:brushProperty name="height" value="0.05292" units="cm"/>
      <inkml:brushProperty name="color" value="#FF0000"/>
    </inkml:brush>
  </inkml:definitions>
  <inkml:trace contextRef="#ctx0" brushRef="#br0">21319 3962 165 0,'0'0'31'15,"0"0"-1"-15,0 0-5 0,0 0-3 16,-24-80-3-16,34 52-2 0,9-1 2 16,4 2-5-16,4 0 0 0,5 5-5 15,0 3-3-15,-1 2-5 0,3 3 0 0,-4 3-1 16,-1 5-1-16,-3 3 1 0,-4 3-2 16,1 0 0-16,-3 5 1 0,-1 4 2 15,1 8 1-15,-3 7 0 0,-5 6 4 16,-3 9 2-16,-6 12-2 0,-3 8 4 15,-6 9-6-15,-6 8 0 0,-5 8-2 16,1 0-2-16,-1 4 0 0,7-7 3 16,2 0-2-16,4-8 2 0,4-5-3 15,1-5-2-15,13-5 2 0,2-4-1 16,5-4 0-16,4-7-1 0,2-4 1 0,4-9-3 16,0-6 2-16,3-9-1 0,-1-7 0 15,5-8 2-15,0-2 0 0,2-10 1 16,-1-6 1-16,-2-2 0 0,1-3-1 15,-7 4 2-15,-5 0-4 0,-9 6 5 16,-10 6 0-16,0 5-1 0,-7 2 2 0,0 0-3 16,-9 2 0-16,-7 13 0 0,-10 9 1 15,-3 8 1-15,-4 5-1 0,3 8-1 16,1 3 1-16,6 5 2 16,7 5-3-16,3 5 2 0,7 3-3 0,5 4-2 15,1 5 1-15,1-1 0 0,6 2 2 16,3-1-2-16,1 0 2 0,-3-3 1 15,-2-2-2-15,-2 1 2 0,-4-1-2 16,-2-3 0-16,-10-3 2 0,2-3-1 16,-8-7 2-16,-1-5-2 0,-4-6 1 0,-1-7 2 15,-4-5-2-15,3-8 7 0,-3-4-2 16,1-6-1-16,-2-6-1 0,5-2-3 16,0-5-4-16,1 0-11 15,8-5-16-15,1-5-47 0,4 3-70 0</inkml:trace>
  <inkml:trace contextRef="#ctx0" brushRef="#br0" timeOffset="16372.72">16201 10549 154 0,'0'0'16'0,"0"0"3"15,0 0 11-15,0 0 6 0,0 0 11 0,0 0 6 16,16 82-10-16,-7-24-10 16,1 12-12-16,4 13-3 0,0 10-5 0,0 8-1 15,-1 9 2-15,0 8-5 0,1 10 2 16,1 6 3-16,-4 4 0 0,3 6 1 15,0 3 0-15,-2 3-4 0,3 7 2 16,-2 3-4-16,2 4 0 0,-4 3 1 16,0 2-4-16,-2 1 1 0,-2 0 1 0,0-2-5 15,-3-1 1-15,-2-2-2 0,-2-5 0 16,0-3 0-16,0-1 0 0,0-6-1 16,0-3 1-16,-3-4 0 0,0-6-3 15,-4-2 3-15,2-7 1 0,-3-8-1 16,-1-4 0-16,-2-8-1 0,-1-5-3 15,-1-9 1-15,-3-8 3 0,1-8-1 16,-3-10 3-16,1-5-4 0,-1-11 0 16,-1-5 0-16,2-8 0 0,-2-4 0 15,3-7 0-15,-1-4 0 0,2-3 0 0,4-6 0 16,0-5-2-16,6-1 4 0,0-6-2 16,1-1 0-16,4-2 0 0,0 0-3 15,0 0 0-15,0 0 0 0,0 2 2 16,3-2 2-16,13-2 0 0,10-6 0 15,14-5 0-15,12-4-3 0,11-5 3 16,11-1-2-16,11-2 2 0,13-2 0 0,9-2 0 16,13 0-1-16,10 2 0 15,12 0 1-15,12 1 0 0,11 0 2 16,12 2-2-16,12-1 1 0,9 3-3 0,12 0 3 16,7 1-4-16,6 0 2 0,6 0 2 15,4 1-1-15,8 1 1 0,2 1 0 16,4 0 2-16,-1 2 1 0,0 0 1 15,-5 2 3-15,-4-1-5 0,-7 1 0 16,-4 2-1-16,-11-1-3 0,-10 2 2 0,-11 3 0 16,-14-1 0-16,-15 4 1 0,-14-3-1 15,-11 2-1-15,-15 0-1 16,-13 1 0-16,-15 1-1 0,-11 0-4 16,-18 0-7-16,-9 1-14 0,-18 0-21 0,-14 1-35 15,-13 0-98-15,-8 2-97 0</inkml:trace>
  <inkml:trace contextRef="#ctx0" brushRef="#br0" timeOffset="17708.65">16278 13672 224 0,'0'0'30'0,"0"0"-2"0,0 0-2 16,0 0 9-16,68-89-2 0,-15 40 1 15,13-3-6-15,17-7 0 0,11-6-3 16,12-10-4-16,14-7-2 0,14-6-3 15,9-8-2-15,12-2 1 0,8-3-4 16,8-2-4-16,8-3 0 0,5-4 2 16,8-6 2-16,5-3 6 0,5-2-3 15,6-3 1-15,3-1 0 0,3-1-4 0,0 2 0 16,-2 3 0-16,-2 8-5 0,-7 4-4 16,-8 8 1-16,-10 3-1 0,-11 4 0 15,-12 4 3-15,-11 7-3 0,-12 5 3 16,-6 6-1-16,-10 4-4 0,-7 4 2 15,-11 3-3-15,-8 4 2 0,-7 1 1 0,-11 5-2 16,-9 3-2-16,-11 4-4 16,-8 10-9-16,-12 6-14 0,-13 12-17 15,-14 7-48-15,-4 6-37 0,-8 6-47 16,-12 16-71-16</inkml:trace>
  <inkml:trace contextRef="#ctx0" brushRef="#br0" timeOffset="18524.49">16552 15220 278 0,'0'0'11'0,"0"0"10"16,0 0 4-16,99-87-2 0,-44 54 0 15,10-5-2-15,13-9-2 0,9-6 1 16,14-8-1-16,13-6 0 0,10-4-3 16,11-8 3-16,11-4-5 0,10-10-1 0,11-8 1 15,9-7-1-15,12-5 1 0,10-4-2 16,8-4 2-16,8-5-1 0,9-3 1 15,9-1 2-15,4-3-3 0,3 1-3 16,4 1-2-16,-3 3-1 0,0 2-3 16,-4 5 1-16,-7 7-2 0,-9 4-4 0,-12 5 2 15,-12 4-2-15,-14 5 1 0,-9 5 3 16,-14 8-3-16,-13 7 5 0,-14 3-4 16,-12 6-4-16,-10 3 2 0,-16 3-5 15,-8 7 0-15,-15 5-6 0,-11 7-11 16,-13 4-18-16,-10 8-43 0,-10 9-84 15,-14 8-98-15</inkml:trace>
  <inkml:trace contextRef="#ctx0" brushRef="#br0" timeOffset="19350.38">16398 14272 422 0,'0'0'15'0,"0"0"11"0,0 0-2 15,0 0-10-15,0 0-14 0,82-74-19 16,-50 52-31-16,4 0-39 0,1-2-43 16,1 2-79-16</inkml:trace>
  <inkml:trace contextRef="#ctx0" brushRef="#br0" timeOffset="19481.57">17117 13779 486 0,'0'0'31'0,"0"0"-5"0,0 0-8 15,0 0-8-15,88-63-9 0,-65 51-15 16,4-1-28-16,1-1-52 0,5 1-68 16,-1-4-75-16</inkml:trace>
  <inkml:trace contextRef="#ctx0" brushRef="#br0" timeOffset="19594.64">17724 13450 547 0,'0'0'27'0,"0"0"-9"15,0 0-9-15,0 0-13 0,94-85-20 0,-64 66-37 16,6-1-57-16,2 0-99 0</inkml:trace>
  <inkml:trace contextRef="#ctx0" brushRef="#br0" timeOffset="19710.62">18484 12971 573 0,'0'0'25'0,"0"0"-8"16,0 0-8-16,0 0-13 15,90-82-22-15,-61 62-50 0,8 1-68 16,2-3-114-16</inkml:trace>
  <inkml:trace contextRef="#ctx0" brushRef="#br0" timeOffset="19826.59">19375 12610 516 0,'0'0'42'0,"0"0"-11"0,0 0-14 16,79-41-23-16,-48 26-37 0,2-1-68 15,6-3-111-15</inkml:trace>
  <inkml:trace contextRef="#ctx0" brushRef="#br0" timeOffset="19953.71">20296 12101 573 0,'0'0'46'16,"0"0"-15"-16,0 0-12 0,0 0-12 16,0 0-11-16,79-91-15 0,-52 72-18 0,8 1-35 15,1-2-57-15,8 2-90 0</inkml:trace>
  <inkml:trace contextRef="#ctx0" brushRef="#br0" timeOffset="20069.39">21081 11651 591 0,'0'0'47'15,"0"0"-14"-15,0 0-10 0,0 0-12 16,0 0-6-16,82-93-11 0,-63 74-16 16,6 1-22-16,3-1-52 0,7 2-68 15,3-3-103-15</inkml:trace>
  <inkml:trace contextRef="#ctx0" brushRef="#br0" timeOffset="20186">21864 11242 661 0,'0'0'33'0,"0"0"-10"15,0 0-14-15,0 0-5 0,82-82-13 0,-58 64-12 16,2-2-19-16,4 3-46 16,4-1-91-16,5 1-100 0</inkml:trace>
  <inkml:trace contextRef="#ctx0" brushRef="#br0" timeOffset="20322.6">22587 10872 599 0,'0'0'48'0,"0"0"-15"0,77-58-13 15,-45 37-12-15,1 2-7 0,5-1-8 16,0 2-8-16,2 0-11 0,-3 3-19 0,0-1-29 16,3 4-39-16,-4 0-35 0,-1 4-15 15</inkml:trace>
  <inkml:trace contextRef="#ctx0" brushRef="#br0" timeOffset="20426.61">23183 10607 60 0,'0'0'123'0,"0"0"0"0,0 0-15 0,100-54-18 15,-73 37-32-15,1 0-18 0,-1-1-20 16,-2 1-6-16,-3 0-9 0,-2 4-3 15,-3-1-4-15,-5 4-10 0,-3 2-14 16,-3 1-29-16,-3 3-64 0,0 1-141 16</inkml:trace>
  <inkml:trace contextRef="#ctx0" brushRef="#br0" timeOffset="21489.79">22291 9883 462 0,'0'0'48'0,"0"0"-12"0,0 0-13 16,0-99-3-16,11 75-6 0,8 2 1 15,4 0-1-15,2 3 0 0,5 7 0 16,2-1-2-16,0 9-2 0,1 4-2 15,-3 2-3-15,-3 15-1 0,-3 7-1 0,-4 7 1 16,-2 8 4-16,-4 7-4 0,-1 5 2 16,-1 4-3-16,-1 1-2 15,2 2 1-15,0-1-2 0,5 0 0 16,2-4-1-16,4-4 1 0,5-7-3 0,2-7 3 16,2-8-5-16,0-8 2 0,2-7-1 15,0-9 0-15,1-3 2 0,-3-10-1 16,-1-7 2-16,-3-3 1 0,-5-4 1 15,-6 2 0-15,-3-1 1 0,-7 8 0 16,-4 6 0-16,-1 4 1 0,-3 5 0 0,0 0 0 16,0 0 0-16,0 0-1 0,0 0-1 15,0 2 2-15,3 18-1 0,3 9 0 16,5 10-2-16,4 4 0 16,2-2 3-16,1 5-3 0,0 2 3 0,1-2-3 15,-2 2-1-15,-1-3 2 0,-3 1-2 16,-4-1 3-16,0-2 0 0,-9-1 2 15,0-1 1-15,0-2 3 0,-11-3 0 16,-2-2 1-16,-5-2-3 0,-3-4 1 16,-2-4-2-16,0-4 0 0,0-6-2 0,7-3 0 15,-1-4-3-15,8-6 0 0,2-1-4 16,-4 0-6-16,6-7-19 0,-2 0-21 16,-1-8-66-16,7 5-176 0,-2-2-1 15</inkml:trace>
  <inkml:trace contextRef="#ctx0" brushRef="#br0" timeOffset="22467.95">18793 11068 486 0,'0'0'43'16,"0"0"-11"-16,0 0-2 0,0 0-8 0,0 0-3 15,41 103 0-15,-17-69-3 0,-2 1 2 16,2 1-6-16,1 1-1 0,-2-3-3 15,-3 0-4-15,-2-2-1 0,-3-2-3 16,-1-2 1-16,-2-2-1 0,-1-5-1 16,-4-4-2-16,-2-4-5 0,-1-3-10 0,-2-6-13 15,-1 1-32-15,-1-5-44 0,0 0-77 16,0 0-77-16</inkml:trace>
  <inkml:trace contextRef="#ctx0" brushRef="#br0" timeOffset="22872.42">18737 11006 502 0,'0'0'57'0,"0"0"-18"0,0 0-12 16,0 0-13-16,0 0-6 0,0 0-2 16,0 0 1-16,0 0 0 0,0 0 1 15,-76 96-4-15,71-67 0 0,1 1 1 16,-1 1-4-16,1-1 3 0,1-3-3 15,-1-9-2-15,3-6 1 0,1 1-4 0,0-7-1 16,0 0-3-16,0 0-1 0,0-6 0 16,0 0 4-16,0 0 3 15,9-6 3-15,2-9 3 0,3-10 0 16,-2-5-3-16,-4-4 6 0,0-6-6 0,-1-2 5 16,-1-1 2-16,-1 0-1 0,0 3 6 15,-2 1 3-15,1 4 0 0,2 5-1 16,-2 6-2-16,2 2-4 0,3 7-1 15,-3 5-3-15,6 0 2 0,1 6-5 16,6 3 1-16,6 1 1 0,1 0-2 0,0 8 2 16,1 4-1-16,1 1-2 15,-1 1 1-15,1-1-2 0,-2 2 0 16,0-1-1-16,-2 1-4 0,-4-2-6 16,-1 1-13-16,-6-4-17 0,-3-5-30 0,-2 2-79 15,-4-2-138-15</inkml:trace>
  <inkml:trace contextRef="#ctx0" brushRef="#br0" timeOffset="23530.92">20656 12899 622 0,'0'0'50'15,"0"0"-10"-15,0 0-13 0,0 0-12 16,0 0-8-16,0 0-3 0,0 0 3 16,0 0 2-16,0 0 2 0,0 0-4 0,82 81-1 15,-50-47-4-15,0-2 0 0,-2-1 0 16,-1-1-1-16,-3 2 3 0,-4-2-5 16,-1 1 2-16,-1-2-7 15,-5-4-6-15,-1-2-7 0,-2-3-13 0,-5-6-12 16,-3-6-17-16,-2 3-28 0,-2-2-40 15,-2 3-35-15,-6 4-61 0</inkml:trace>
  <inkml:trace contextRef="#ctx0" brushRef="#br0" timeOffset="23863.88">20739 13358 531 0,'0'0'57'0,"0"0"-23"16,0 0-7-16,0 0-3 0,0 0-4 15,0 0 0-15,0 0-6 0,89-66-1 16,-59 66-4-16,-1 0-4 0,1 0 0 15,-3 9-3-15,0 2 0 0,-1 1-1 0,-2 3-1 16,-2 1-3-16,1-1-1 16,-1-1-7-16,-2-2-6 0,-1-2-12 15,-3-2-6-15,-1-6-12 0,2-2-10 16,-4 0-15-16,4-8-6 0,-4-6 10 0,-3-5 18 16,-3-3 28-16,-2-2 22 0,-2-4 16 15,-3 1 19-15,0-3 23 0,0 3 8 16,0 1 2-16,-2 7-7 0,-2 2-15 15,0 7-2-15,3 4-9 0,0 1-6 16,1 5-10-16,-1-1-8 0,1 1-6 0,-2 0-3 16,1 0-1-16,-4 6 2 15,1 9 1-15,-2 7-3 0,2 3-1 0,-1 3-7 16,1-1-10-16,0 0-13 16,-1-1-25-16,3-1-55 0,-1-1-113 0,1 0-53 15</inkml:trace>
  <inkml:trace contextRef="#ctx0" brushRef="#br0" timeOffset="31679.57">19627 10352 394 0,'0'0'66'0,"0"0"-15"0,0 0-19 0,0 0-7 16,0 0-5-16,0 0-1 0,0 0-3 15,0 0-3-15,0 0-5 0,0 0-5 0,22-55-1 16,-26 50-2-16,-10 0 1 16,-4 5 2-16,-6 5 2 0,-5 6 2 15,0 8 1-15,-3 1 0 0,0 2-1 16,2 0-2-16,1 2 0 0,6-4-2 0,4 1 0 16,9-8-4-16,4-5-1 0,6 1 2 15,0 0-2-15,9 2 3 0,7-1-1 16,4-5 0-16,6-5 1 0,3-2-3 15,0-4 3-15,-2-1-5 0,-7 0 5 16,-2 5-2-16,-5 2 1 0,-3 0 0 0,2 0 0 16,-4 4 5-16,-2 8-3 0,-3 4 6 15,-3 2-3-15,0 5-2 16,-7-1 2-16,-1 0-2 0,-3-3-1 16,1 1 1-16,-4 0-1 0,5 1 0 0,-3 0 1 15,-1 1-1-15,1 3 2 0,2-2-3 16,0 0 0-16,4-7 0 0,4 1-2 15,0-4-1-15,2-3 1 0,2 3 0 16,2-5 0-16,8 0 2 0,2-5 0 16,5-3 1-16,3-3 0 0,2-6-1 0,-1-3-1 15,-1-2 2-15,-2 3-2 0,0-2 2 16,-2 1-1-16,-5 5 1 0,-2-1-1 16,-1 3 2-16,-6 1 1 0,4 0-1 15,-4 3 0-15,-1-1 0 0,1 1 0 16,-4 1-1-16,4 0 1 0,1 0-1 15,2 5-1-15,2 8 1 0,-2-2 2 16,0 1-2-16,-1 1 0 0,0 2 0 16,0 2 0-16,0 6-1 0,1-2 1 15,-4 0-1-15,0 3 0 0,0-3 1 0,-2-1-1 16,0-3 0-16,1 1 0 0,-2-1 0 16,1-5-1-16,-1 6 1 0,0-7 1 15,0 0-1-15,0-1 1 0,-4 0-2 16,-3 1 0-16,-3-1-2 0,-3 2 0 15,1-2-3-15,-4 2-12 0,4-7-11 0,4 0-27 16,4-2-78-16,4-3-159 16</inkml:trace>
  <inkml:trace contextRef="#ctx0" brushRef="#br0" timeOffset="33209.5">21580 12609 363 0,'0'0'64'0,"0"0"-16"15,0 0-13-15,0 0-10 0,0 0-2 0,0 0-4 16,0 0-7-16,0 0 3 16,-8-80-7-16,-9 80-3 0,-9 1 3 15,-2 13-4-15,-1 4 2 0,1 3 1 16,0 1-2-16,4 2 0 0,5-2-3 0,3-2-1 16,7-6-2-16,5-1 0 0,4 0-4 15,6-2 1-15,7-1 0 0,5-4 1 16,5-4 2-16,1-2 0 0,2-2 1 15,-2-3 0-15,-2 0 0 0,-6 0 1 16,-7 2-1-16,-4 1 1 0,-5 2 1 0,0-1 2 16,0 1 0-16,2 0 0 0,-1 0-2 15,1 0-1-15,-2 0 0 0,0 0 2 16,0 8 2-16,-10 5 1 16,-1 4-1-16,1 0-1 0,1-2 1 0,1-3-2 15,2 3-1-15,-1-1-1 0,4-4-2 16,-1 7 1-16,2-5-1 0,2 0-1 15,0 3 1-15,2-4 0 0,5 3-1 16,2-5 1-16,-2-4 0 0,7-1 1 16,2-4 0-16,2 0 0 0,3-4 1 0,0-6 0 15,-1-2 0-15,-2 0-1 0,-1-1 0 16,-2-1 1-16,-5 4 0 0,1 0 1 16,-4 5 0-16,-4 1 0 15,4-2 2-15,-4 3 0 0,0-1 0 0,0 2 0 16,-3 2 1-16,0 0-2 0,0 0 0 0,1 0 0 15,-1 0-2-15,2 0-2 16,-2-2 0-16,0 2-1 0,1 0 0 16,-1 0 1-16,0 0 2 0,2 0 2 15,-1 4 1-15,3 6 1 0,2 5 0 0,1 4-1 16,2-3 1-16,2 1-1 0,1-2-1 16,-2 2 1-16,3-2-2 0,-6-3 1 15,-1 0 0-15,-1-3 0 0,-1 1 1 16,-1 0 0-16,-3 0 0 0,0 4 0 15,-6-2-2-15,-4 3 3 0,-2-2-4 0,1-4-1 16,-2-3-2-16,4-3-6 0,2-2-6 16,-6-1-13-16,-3 0-26 15,3-1-67-15,-7-7-164 0,8 2 5 16</inkml:trace>
  <inkml:trace contextRef="#ctx0" brushRef="#br0" timeOffset="39129.88">17970 12787 523 0,'0'0'42'0,"0"0"-13"16,0 0-12-16,0 0-5 0,-30 92-6 16,33-74-2-16,7-1-2 15,5-5-1-15,5-1 1 0,3-5-1 0,2-3 0 16,1-3 1-16,2 0 0 0,-2-6 3 15,-3-3 0-15,-3-3 4 0,-8-2 3 16,-2 3 1-16,-3-4 1 0,-5 0 2 16,-2 1-6-16,-1-6 0 0,-9 4-2 15,-3 6-3-15,-3 0-1 0,5 5-2 0,-8 3 0 16,0 2-6-16,-4 2 0 0,-5 8-9 16,2 5-12-16,7 4-20 15,4 2-40-15,4 1-111 0,7 1-81 16</inkml:trace>
  <inkml:trace contextRef="#ctx0" brushRef="#br0" timeOffset="41324.79">21562 11714 285 0,'0'0'87'0,"0"0"-4"16,0 0-13-16,0 0-14 0,0 0-13 0,0 0-9 16,0 0-9-16,0 0-6 0,0 0-2 15,0 0-2-15,-40 1-3 0,27 21-1 16,1 0-3-16,-1 1-2 0,3 3 2 15,3-2-7-15,-2-1 3 0,5 2-7 16,1-1-7-16,1-6-9 0,2 0-18 0,-1 2-22 16,1-7-57-16,-2 7-68 0,0-5-87 15</inkml:trace>
  <inkml:trace contextRef="#ctx0" brushRef="#br0" timeOffset="41486.97">21263 11879 623 0,'0'0'49'0,"0"0"-16"16,0 0-4-16,0 0-11 0,0 0-6 16,0 0-2-16,79-74-4 0,-47 74-2 0,1 1-1 15,4 7-3-15,0 3-2 0,1 0-5 16,-2 1-12-16,0 0-20 0,-2 0-36 16,-4-5-99-16,0 3-113 0</inkml:trace>
  <inkml:trace contextRef="#ctx0" brushRef="#br0" timeOffset="44826.75">17194 9661 540 0,'0'0'14'0,"0"0"3"0,0 0 1 16,0 0-4-16,0 0-5 0,0 0-11 0,-2 104-10 16,2-74-17-16,4 0-48 0,0-8-60 15,-1 0-106-15</inkml:trace>
  <inkml:trace contextRef="#ctx0" brushRef="#br0" timeOffset="44980.09">17040 9682 590 0,'0'0'42'16,"0"0"-14"-16,0 0-7 0,0 0-5 16,0 0-1-16,0 0-1 0,0 0-6 0,0 0-3 15,105 98-4-15,-64-78-3 0,4-1-10 16,7 1-21-16,5-3-50 0,7 1-121 16,-2-2-86-16</inkml:trace>
  <inkml:trace contextRef="#ctx0" brushRef="#br0" timeOffset="45601.65">20868 9085 497 0,'0'0'27'16,"0"0"0"-16,0 0 0 0,0 0-8 0,-24 101-12 15,16-61-2-15,4 0-8 0,1-1-9 16,0-5-11-16,1-5-19 0,-1-7-25 16,3-9-16-16,0-6-1 0,0-7 4 15,-2 0 23-15,-4 0 25 0,-5-5 20 16,-7-7 36-16,-1-8 28 0,1-2 29 15,2-3 7-15,9 9-5 0,1-1-14 16,4 7-24-16,1 5-14 0,1 1-9 16,0 4-6-16,15 0-5 0,9 0-3 15,9 9-7-15,4 5-7 0,1-1-24 0,2 3-53 16,3 1-119-16,0-1-67 0</inkml:trace>
  <inkml:trace contextRef="#ctx0" brushRef="#br0" timeOffset="46068.72">17513 11318 356 0,'0'0'89'0,"0"0"-28"16,0 0-16-16,0 0-14 0,-79 65-6 16,52-38-10-16,0 3-5 0,1-1-7 0,3-1-1 15,3-3-4-15,3-4 1 0,7-6-1 16,4-8-2-16,5-3-1 0,1-4-1 16,-6 0 1-16,-1-2 1 15,0-7 5-15,-2-2 5 0,2-1 7 0,3 3 5 16,2 2 6-16,1 2-3 0,1 5-4 15,-2 0-8-15,2 0-5 0,0 0-1 16,9 0-1-16,10 12-2 0,9 2-9 16,6 4-14-16,5-4-26 0,7-3-71 15,2-4-159-15</inkml:trace>
  <inkml:trace contextRef="#ctx0" brushRef="#br0" timeOffset="46485.65">19235 9359 561 0,'0'0'35'0,"0"0"-15"16,0 0-11-16,0 0-3 0,0 0-4 16,0 0 0-16,0 0 0 0,0 0-3 0,-74 88 1 15,65-75-3-15,2-1-2 0,2-5 0 16,3-4-2-16,-1 1-3 0,3-4-2 15,-5 0-1-15,-5-5 5 0,0-7 8 16,-2-4 6-16,4 3 9 0,2 1 1 16,2 2 5-16,2 6-2 0,1 0-4 0,1 4-6 15,-2-2-6-15,2 2-1 0,10 5-2 16,10 5-3-16,10 7-18 0,10 3-27 16,8 1-92-16,7 4-137 0</inkml:trace>
  <inkml:trace contextRef="#ctx0" brushRef="#br0" timeOffset="46926.59">21231 14712 624 0,'0'0'5'0,"0"0"1"15,0 0 3-15,0 0 4 0,0 0 4 16,0 0 2-16,0 0-2 16,111 42-5-16,-69-60-3 0,-4-2-4 0,-6 2-2 15,-12 4 0-15,-7 6 0 0,-6 6-2 16,-7-3-2-16,-11-2-5 0,-11 3-4 15,-10 1-7-15,-7 3-9 0,-1 9-15 16,-2 6-23-16,6 2-70 0,7 2-130 16</inkml:trace>
  <inkml:trace contextRef="#ctx0" brushRef="#br0" timeOffset="47192.09">22292 14182 621 0,'0'0'23'15,"0"0"-4"-15,0 0-6 0,0 0-5 0,0 0-3 16,0 0 0-16,0 0-2 0,110 73-2 16,-68-73-1-16,-1-4-1 0,-5-4-1 15,-3-4 2-15,-5-1 0 0,-8-1 4 16,-9 3 0-16,-5-5 3 0,-6 1 1 15,-13 0-3-15,-6-2 0 0,-9 4-5 0,-3 1-4 16,-5 3-7-16,0 1-13 16,-2-1-21-16,5-1-67 0,2 0-163 15</inkml:trace>
  <inkml:trace contextRef="#ctx0" brushRef="#br0" timeOffset="47461.56">23559 13103 697 0,'0'0'18'16,"0"0"-4"-16,0 0-7 0,0 0-1 0,0 0-2 15,0 0-1-15,91-45-2 0,-54 33-3 16,-1 0 2-16,-2 0 0 0,-8-1 0 15,-3-1 1-15,-10 3 1 0,-7-5 1 16,-6-3-1-16,-2-1 2 0,-8-7-2 16,-7 1-2-16,-4 2-3 0,-3 0-14 0,-4 0-16 15,-2-1-31-15,0 1-68 0,2-2-148 16</inkml:trace>
  <inkml:trace contextRef="#ctx0" brushRef="#br0" timeOffset="47693.1">24079 12066 722 0,'0'0'37'0,"0"0"-10"0,0 0-6 0,0 0-6 16,21-84-5-16,-3 64-2 0,2 2-4 15,-4 4-1-15,-3 2-1 0,-5 7 0 16,-5 1-1-16,-3 4-1 0,0-1 1 15,0 1-3-15,0-2-2 0,1 2-5 0,-1-1-8 16,-1 1-11-16,-10 4-15 16,-6 9-23-16,-3 8-54 0,2 3-166 15,4 8 8-15</inkml:trace>
  <inkml:trace contextRef="#ctx0" brushRef="#br0" timeOffset="47961.73">24272 13896 603 0,'0'0'20'16,"0"0"5"-16,0 0 0 0,91-4-5 15,-70-8-4-15,-3 3-4 0,-4-1-5 16,-7 4 6-16,-4 3-6 0,-3 3 0 16,0-4-6-16,-3-4-10 0,-4 2-11 0,-7 0-17 15,-4 3-31-15,-5 3-87 0,-7 3-124 16</inkml:trace>
  <inkml:trace contextRef="#ctx0" brushRef="#br0" timeOffset="48329.98">19253 15008 544 0,'0'0'32'0,"0"0"3"0,-48 92-11 15,47-75-6-15,1-7 2 0,17-7 0 16,7-3 1-16,6-9-3 0,7-12-7 15,1-4-4-15,-2-8-2 0,-2 2-4 16,-10-1 2-16,-7 1-2 0,-12 5-2 0,-5 4-6 16,-17 6-10-16,-9 9-13 0,-11 7-24 15,-5 2-62-15,-4 11-161 16</inkml:trace>
  <inkml:trace contextRef="#ctx0" brushRef="#br0" timeOffset="70344.27">5809 14812 35 0,'0'0'28'15,"0"0"2"-15,0 0-3 0,0 0 0 16,0 0-5-16,0 0-2 0,74 78 0 15,-41-67 2-15,3 1-1 0,8 1-1 16,4-3-3-16,5-2 2 0,8-2-1 0,2-2-2 16,8-2 1-16,2-2-2 0,4 0 0 15,2-2-1-15,1-4-1 16,1 0 0-16,-4-2-3 0,1 1 0 16,-4-1-3-16,-3 0-3 0,1-2-2 0,-4 0-1 15,0-1 2-15,-3-1 0 0,-1-1-2 16,2-1 1-16,-4-3 1 0,1 0 0 15,1-3 1-15,0-1 0 0,0 0 2 16,-2-2 0-16,0-1 0 0,-3 1-1 16,-3-2-2-16,1-2-1 0,-4 0 0 0,-3 0-1 15,-1-2-3-15,-3 1 3 0,0-1-1 16,-2 3 1-16,-1-2 2 0,-1-1 0 16,-2 2-2-16,-2-1 3 15,-3-3 0-15,0 1 1 0,1-3 1 0,0 2-3 16,3 0 2-16,-2 1-2 0,3 0-1 15,-2-1 0-15,0 0-1 0,3 0 1 16,-2-3-1-16,1 2-1 0,1-2 2 16,-2-2-2-16,1 2-3 0,-2-1 3 15,-4 2-3-15,0 1 4 0,-5 1 1 0,-3 0 0 16,-3 3 0-16,-4-2 2 0,1-2-1 16,0-2-1-16,-1 0 1 0,-2-2-1 15,2 1 1-15,-5 0 1 0,1-1-1 16,2 0-2-16,-1-2 1 0,-2-3 0 15,2-3-5-15,-2-1 3 0,0-3-3 16,-3 1 2-16,-2 0 2 0,-4 1-1 16,-2-2 2-16,-3 1-2 0,0 0 2 15,0 3-2-15,-6 2 2 0,0-1-1 16,0 4 1-16,0 0-1 0,-2-2 1 0,3-1-1 16,-1-2-4-16,-1-1 2 0,0-3-2 15,-3-3 1-15,0-2 4 0,-6-2-4 16,3-3 2-16,-7 3 0 0,-5-2 0 15,0 4-2-15,-7 0 3 0,-5 0-2 16,-3 2-3-16,-8-1 3 0,3 0-4 0,-5 0 3 16,-1 2 2-16,-1 2-1 0,-1-1 2 15,2 3-2-15,0 2 2 16,-1 2-2-16,2 4 1 0,2 3-1 16,-1-1 1-16,1 4-1 0,-3 0 1 0,-2 2-1 15,-6 1-3-15,1 1 2 0,-5-1-3 16,-3 2 4-16,2 0 1 0,-1 3-1 15,2 0 1-15,2 1 0 0,2 1-2 16,-2 3 0-16,-1 2 1 0,-2 2 0 16,-8 1 0-16,1 6 0 0,-8 0 0 0,-1 3 0 15,-2 1 0-15,-1 4 1 0,-1 0 1 16,-4 5-1-16,1 2 0 0,-2 6 0 16,-4 1-3-16,1 3 3 0,1 2 0 15,1 3 0-15,0 2-1 0,-1 2 2 16,-1 3-1-16,1 3 0 0,1 6 4 15,8 1-3-15,3 4 1 0,4 1-2 16,4 5-2-16,1 5 1 0,3 1-1 16,4 7 2-16,2 1-2 0,5 3 2 15,5 5-2-15,2 0 3 0,7 5 2 0,0 7-5 16,9 8 5-16,-1 7-6 0,4 3-2 16,3 4 3-16,4 2 1 0,2 4 1 15,2 1-1-15,5 2 0 0,1 4-2 16,6-1 3-16,4-2 2 0,3 0-2 15,10 3 2-15,7-3-3 0,2 0-1 16,4-6 2-16,2-4 2 0,4-7-2 16,1-3 2-16,6-6-4 0,3-5-1 15,6-6 1-15,3-8 0 0,5-4 1 16,5-11 2-16,1-2-1 0,1-8 4 0,-1-7-4 16,-1-3 0-16,-3-6 1 0,-2-4-1 15,-1-1 2-15,-3-5-1 0,-4-2 0 16,-3-3 1-16,-4-4-1 0,-6-1 0 15,-4-3 0-15,-10-1-2 0,-7-3 2 16,-6-2 0-16,-5 0-1 0,0 0 1 0,0 0-1 16,1 0-1-16,1 3-2 0,-1-3-7 15,-1 0-16-15,3 0-30 0,-3 0-30 16,3 0-47-16,3 1-81 0</inkml:trace>
  <inkml:trace contextRef="#ctx0" brushRef="#br0" timeOffset="75800.55">11164 15358 95 0,'-7'0'27'0,"4"0"-7"0,3 0-4 15,-1 0-3-15,1 0-1 0,-2 0-5 0,1 0-2 16,-1 0 1-16,2 0 1 0,2 0 6 16,14-3 1-16,12-1-1 0,16-1-3 15,7-1-2-15,8 0 0 0,7-3 7 16,11 0 9-16,7-2 7 0,5-1 4 15,8 1 0-15,5-1-6 0,4 0-2 16,5-1-4-16,3 1-2 0,0 4-6 16,1-1-1-16,-3 0-2 0,-1 2-2 15,-4 1 1-15,-7-1-2 0,-6 3-4 16,-10 1-3-16,-10 2 0 0,-9-1-1 0,-13 2-1 16,-3 0 0-16,-12 0 0 0,-12 0 0 15,-6 0 0-15,-6 0 0 0,-8 0-1 16,1 0-3-16,-6 0-1 0,0 0-6 15,0 0-9-15,2 0-30 0,-2 0-32 16,0-2-26-16,-11 2-26 0,-10 0-46 0</inkml:trace>
  <inkml:trace contextRef="#ctx0" brushRef="#br0" timeOffset="76228.88">11062 15628 247 0,'0'0'11'0,"0"0"12"16,0 0 13-16,0 0 2 0,104 0-6 16,-39-8-9-16,16 0-4 0,11-3-2 15,12-3 3-15,8-1 1 0,8 0 1 0,4-2-2 16,3 2-1-16,3 1 0 0,-3 1-5 16,1 2-3-16,-5 0-3 0,-3 3 0 15,-6 1-1-15,-8-1 1 0,-7 0-2 16,-9 0 0-16,-9 0-1 0,-6-1 0 15,-10 1-1-15,-9 1-1 0,-9 0-1 16,-6 0 0-16,-11 3 0 0,-9 0 0 16,-9 1-2-16,-8 3 1 0,-4 0 1 15,3-2-4-15,3 0-2 0,-3-1-4 16,1 1-13-16,-4 2-20 0,0-1-56 0,0 1-66 16,0-4-96-16</inkml:trace>
  <inkml:trace contextRef="#ctx0" brushRef="#br0" timeOffset="80181.4">13830 14127 167 0,'0'0'51'0,"0"0"-3"0,0 0-4 15,0 0-4-15,0 0-10 0,0 0-6 16,0 0-7-16,0 0 2 0,0 0 3 16,0 0 3-16,-4-12 0 0,31 2-8 15,11-4-3-15,8 2-1 0,2-5 2 0,10-1 0 16,1-4 1-16,0 1-1 0,-1-2-1 16,-2 0-4-16,-5 2-3 0,-5 3-4 15,-8 4-1-15,-6 4-1 0,-12 3-2 16,-8 5-1-16,-8-1-3 0,-4 3-5 15,0 0-10-15,0 0-14 0,0 0-23 0,-7 3-25 16,-9 6-19-16,-12 4-15 16,-4 3-46-16</inkml:trace>
  <inkml:trace contextRef="#ctx0" brushRef="#br0" timeOffset="80440.74">13829 14277 193 0,'0'0'46'0,"0"0"-8"16,116-24-6-16,-63 6 2 0,1-2 5 0,5-2 3 16,0-3 2-16,0 1-3 0,1 0-7 15,-3 0-5-15,-2 4-7 0,-7 1-8 16,-6 6-6-16,-10 1-4 16,-11 5-2-16,-12 3-2 0,-2 2 1 0,-7 2-1 15,0 0 2-15,0 0 0 0,2 0-2 16,-1 0 0-16,1 0-4 0,-1-1-1 15,0 1-4-15,-1-2-5 0,0 2-7 16,2-1-10-16,-2 1-17 0,0 0-11 16,0 0-19-16,0 0-14 0,0 0-24 0</inkml:trace>
  <inkml:trace contextRef="#ctx0" brushRef="#br0" timeOffset="107580.5">10785 10401 293 0,'0'0'63'0,"0"0"0"15,0 0-3-15,0 0-13 0,0 0-17 16,-41-76-12-16,41 77-3 0,0 17 2 16,0 14 1-16,7 17 3 0,1 12-1 0,4 9-8 15,0 13 1-15,2 6-3 0,-1 7-5 16,-1 6 6-16,-2 0-3 0,0-3-2 16,0-1 1-16,-1-5-3 0,-1-3-3 15,-1-1 1-15,-1-6-2 0,-1-4 2 16,-2-4 3-16,0-8-5 0,-3-3 4 15,0-6-4-15,0-6-1 0,0-8 1 16,1-5-4-16,-1-7-1 0,4-6-12 16,0-9-12-16,-3-9-15 0,3-3-17 15,-1-5-36-15,0-3-35 0,4-9-49 0</inkml:trace>
  <inkml:trace contextRef="#ctx0" brushRef="#br0" timeOffset="107821.53">10482 11679 306 0,'0'0'51'15,"0"0"6"-15,0 0-1 0,0 0-10 16,0 0-16-16,0 0-5 0,81 82-7 0,-61-47 0 16,-1 1 2-16,0 4-6 0,4-1 1 15,0 0-5-15,1 1-6 0,1-3 0 16,1 0-2-16,0-1 0 0,2-3-3 15,-4-2 0-15,-1-4-3 0,-2 0-5 16,-2-5-11-16,0-3-12 0,-2-6-18 0,-5-4-32 16,0-6-29-16,7-3-28 15,-5-5-80-15</inkml:trace>
  <inkml:trace contextRef="#ctx0" brushRef="#br0" timeOffset="108098.31">11267 11530 389 0,'0'0'66'16,"0"0"-6"-16,0 0-17 0,0 0-11 0,0 0-9 15,0 0-9-15,0 0 0 0,0 0 0 16,0 0 5-16,0 0-2 0,-32 74 0 16,10-14-2-16,-2 1-2 0,-2 0 2 15,-2 1-4-15,1-2 0 0,5-3-3 16,-1-3-2-16,0-1-1 0,5-3-4 15,1-1 1-15,4-5-2 0,0-5 1 16,6-5-2-16,1-10-1 0,3-11-4 16,3-2-5-16,0-5-10 0,0-1-14 15,0 1-20-15,2-6-49 0,6-2-122 0,6-7-50 16</inkml:trace>
  <inkml:trace contextRef="#ctx0" brushRef="#br0" timeOffset="110688.83">10444 13855 518 0,'0'0'24'0,"0"0"3"0,0 0 2 15,0 0-8-15,117-48 1 0,-63 24-3 0,7-4-4 16,5-2 0-16,8-4-1 0,-2 0-1 16,3-3-2-16,-5 2 0 0,-5 1-5 15,-6 5 0-15,-7 5-4 0,-11 6-2 16,-8 5-2-16,-13 4-1 0,-9 4-6 15,-6 3-9-15,-5 2-12 0,-1 0-14 16,-14 8-14-16,-14 12-21 0,-13 6-16 16,-10 10-12-16,-9 6-15 0,-7 2-8 15</inkml:trace>
  <inkml:trace contextRef="#ctx0" brushRef="#br0" timeOffset="110880.7">10345 14062 307 0,'0'0'57'0,"0"0"-4"0,0 0-1 16,0 0-7-16,0 0-3 0,0 0-8 15,0 0-10-15,115 5-5 0,-44-33-2 16,7-6 3-16,10-3 0 0,0-5-1 0,2 1-1 16,-3 1-7-16,-6 0 1 15,-2 4-1-15,-8 2-4 0,-7 5 0 16,-9 5-5-16,-12 3-2 0,-8 4-1 16,-15 7-2-16,-9 3-5 0,-5 6-8 0,-6 1-15 15,0 0-36-15,0 0-80 0,-3 0-137 16</inkml:trace>
  <inkml:trace contextRef="#ctx0" brushRef="#br0" timeOffset="137523.95">10758 13735 203 0,'0'0'44'0,"0"0"2"0,0 0-5 16,0 0-4-16,0 0-1 0,0 0-2 15,0 0-5-15,0 0 2 0,0 0-10 0,77 75-3 16,-43-75-3-16,4-7-2 0,2-5 0 16,6-7 0-16,2-3-1 0,3-5-2 15,1-5 1-15,2-4 0 0,-1-4-3 16,0 0-2-16,-2-1 2 0,-6 0-5 15,-4 1 1-15,-4-2 0 0,-7-2-2 16,-5-4 0-16,-3-5-5 0,-7-3 1 16,-3-7-1-16,-6-3 2 0,-5-3 3 15,-1-3-3-15,-4-1 3 0,-6 2-3 16,-7 3 3-16,-6 1-3 0,-2 2-3 0,-11 2 3 16,-3 5-3-16,-5 0 2 0,-5 4 5 15,-1 3-3-15,-3 3 2 0,-2 5-4 16,1 5 2-16,-4 7 0 0,-1 8 2 15,4 4-2-15,-5 10 0 0,4 5-2 16,-3 4 1-16,4 17 1 0,-2 12-2 0,4 14 2 16,-2 11-1-16,6 16 2 0,-2 12 2 15,3 11 0-15,2 8 1 16,8 9-2-16,8 2-3 0,11 2 4 16,12-3 0-16,7-5-2 0,5-6 2 0,16-8-2 15,6-7-2-15,8-7 2 0,6-11-2 16,3-8 1-16,3-10 1 0,2-12 0 15,0-6 1-15,0-9-1 0,0-5 1 16,-4-7 1-16,0-5 1 0,-3-5 0 16,-4 0 1-16,-2-7-1 0,-3-1 0 0,-5-4-2 15,-3 0 0-15,-5 2-2 0,-5 1 1 16,-6 6 0-16,-3-4 0 0,-2 5 2 16,-1-3-2-16,0 3-1 0,-3 2-1 15,0-6-2-15,0-1-5 0,0 2-8 16,0 0-20-16,0 5-42 0,3-4-70 15,0-1-125-15</inkml:trace>
  <inkml:trace contextRef="#ctx0" brushRef="#br0" timeOffset="147166.16">20131 10162 130 0,'0'0'38'16,"0"0"-6"-16,0 0-6 0,0 0-3 0,0 0 0 16,-15-81 2-16,23 62 1 0,2 2 0 15,1 3-2-15,-2 2-6 0,2 4-6 16,-3 6-3-16,1 2 0 16,5 0 3-16,-2 9 4 0,3 9 0 0,-3 6-2 15,0 5-5-15,-1 6-2 0,-2 2-2 16,0 2-2-16,0 0-2 0,-1 2 1 15,1-4-1-15,-1-2-1 0,2-5 0 16,-1-1-1-16,2-5 1 0,1 0-1 16,0-7 3-16,0 0-4 0,-3-6 3 0,0-4-3 15,-1-2 1-15,-3-3 1 0,2-2 0 16,-2 0 1-16,2-4-2 0,0-2 2 16,-4-3-4-16,1 0 3 0,-4 5 1 15,0-7 0-15,0 5 0 0,0 1-1 16,0 0-3-16,0 5-3 0,-3 0 4 0,-3 1 0 15,-1 13 9-15,2 5-3 16,5 10 0-16,0 2-1 0,3 5-5 16,6-1 2-16,2 1 0 0,-1 2 2 15,1-4-4-15,-2 3 1 0,-1-3 0 0,-1-1 1 16,-4 0 0-16,1-3 1 0,-4 1-1 16,0-4 1-16,-4 0 1 0,-6-5 1 15,2-2-2-15,-5-5 1 0,6-4 0 16,-3-3-3-16,2-4-2 0,3-3-12 15,-5-1-25-15,5 0-32 0,-2-3-52 0,1-1-101 16</inkml:trace>
  <inkml:trace contextRef="#ctx0" brushRef="#br0" timeOffset="147773.5">20206 10315 69 0,'0'0'28'0,"0"0"-11"0,0 0-9 0,0 0-4 16,0 0-2-16,0 0-1 0,0 0 2 15,-13-79 0-15,19 67 1 0,-2 5 1 16,-1 4 3-16,-3 3 6 0,0-2 2 15,0 2 8-15,0 0-2 0,0 0 1 16,0 0-3-16,-1 2-4 0,-5 6 0 16,1-1-3-16,1-4-9 0,1 1-7 15,3-4 0-15,-1 0 2 0,1 0 3 0,13 0 5 16,3-1-1-16,8-7-4 0,-1 0 2 16,-8 3-3-16,2-2-1 0,-8 6 2 15,-2 1 4-15,5 0 9 0,-8 13 8 16,0 3 4-16,-4 7 1 0,0 2-5 15,-1 3-5-15,-6 1-5 0,-1-4-5 16,0 1-1-16,1-7-5 0,7-2-5 16,0-7 0-16,0 0-3 0,7 0 0 15,9-3 3-15,5 1-4 0,3-4-3 16,-1-2-2-16,-5-2 0 0,0 1 0 0,-7 1 4 16,-2 1 2-16,1 2-2 0,-6 4 4 15,2 6-3-15,-6 3 5 0,0 6-5 16,-6-2-12-16,-1 0-18 0,-1 0-44 15,0-5-98-15</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11T13:52:13.155"/>
    </inkml:context>
    <inkml:brush xml:id="br0">
      <inkml:brushProperty name="width" value="0.05292" units="cm"/>
      <inkml:brushProperty name="height" value="0.05292" units="cm"/>
      <inkml:brushProperty name="color" value="#FF0000"/>
    </inkml:brush>
  </inkml:definitions>
  <inkml:trace contextRef="#ctx0" brushRef="#br0">1446 2687 54 0,'0'0'-5'16,"0"0"9"-16,0 0 2 0,126 50-1 15,-64-38 1-15,19-3-1 0,8 2 0 0,11-4 2 16,7 2 3-16,9 0 0 15,1 2 5-15,6-3 2 0,10 2 4 16,4-1 0-16,9 1 0 0,6-5-1 16,9 0-3-16,8-3-1 0,4-2 2 0,11 0 0 15,4 0 1-15,4-3 1 0,6-6-4 16,2 1-3-16,5-3-2 0,-1-2-5 16,2-1 0-16,-3-3-2 0,0-1-1 15,-3-2-1-15,-2-2 1 0,-3-5-1 16,-4-2 0-16,-1-7-4 0,-4-3-3 15,-5-4 3-15,0-4-3 0,-8 0 5 16,-8-1 4-16,-3-3-2 0,-12-1 4 16,-8-4 0-16,-6 2-1 0,-12-1 1 15,-15 5 0-15,-13 1-1 0,-16 2 3 0,-16 2-10 16,-15-1 1-16,-13-3-3 0,-12-6 0 16,-9-3 8-16,-11-5 0 0,-4-3-1 15,-10-1 2-15,-10-3-1 0,-11 1 0 16,-10-5-2-16,-10 2-10 0,-14-3 1 15,-10 2-2-15,-13 6 0 0,-15 3 9 0,-14 4-3 16,-11 9 2-16,-16 7 1 0,-12 6 2 16,-12 6 2-16,-11 5 3 0,-5 2 0 15,-8 4-3-15,-6 2 3 16,-3 0-2-16,-6 5 0 0,-1-1 0 0,-3 3-3 16,-3 5-1-16,-3 2-1 0,2 2 1 15,-4 3-1-15,0 1-1 0,-1 8-1 16,-1 3 1-16,-1 1-2 0,-1 3 2 15,2-2 1-15,5 2-1 0,1 2 1 16,4 0-1-16,5 3 0 0,8 1 2 0,9 7-1 16,12 0 2-16,13 7 2 0,13 6-2 15,15 5 0-15,9 11 1 0,18 6 7 16,12 10-2-16,14 7-2 0,16 3-2 16,11 4-11-16,11 2 0 0,12-4-1 15,11 0-1-15,12-3 11 0,10-2-2 0,13-4 0 16,12 0 0-16,9 1-9 15,7-3 4-15,12-3 2 0,6-4 0 16,8-3 3-16,4-10 1 0,5-3 1 16,1-6 8-16,4 0-12 0,-1-6-2 0,-2-1-23 15,1-4-49-15,-1-2-37 0,0-8-111 16</inkml:trace>
  <inkml:trace contextRef="#ctx0" brushRef="#br0" timeOffset="15882.95">8362 9192 227 0,'0'0'33'0,"0"0"7"16,0 0 4-16,0 0 1 0,0 0-2 15,0 0-5-15,129-25-4 0,-46 18-9 0,24 0-3 16,17 1-5-16,15-3-3 0,12-1-1 16,9 0-2-16,6-2-1 0,0-4-2 15,3 3 1-15,0-2-2 0,-1 0 0 16,-5-1-3-16,-2 3 0 0,-8-1-2 16,-7 0 1-16,-7 0 1 0,-12-1-3 15,-11 3 1-15,-11-5 1 0,-13 3-1 16,-9-1 2-16,-8 1-3 0,-11 0 1 15,-9 2-2-15,-12 1-1 0,-6 3-1 16,-13 3-1-16,-10 2-3 0,-8 1-5 0,-6 2-8 16,0-2-14-16,0 2-9 0,-14 0-14 15,-11 0-14-15,-11 0-11 0,-7 5-9 16,-10 2-13-16,-3 3-30 0</inkml:trace>
  <inkml:trace contextRef="#ctx0" brushRef="#br0" timeOffset="22225.09">8562 9018 14 0,'0'0'17'0,"0"0"3"16,0 0 3-16,0 0-2 0,0 0-2 0,0 0-1 16,0 0-7-16,0 0-5 0,0 0 3 15,-35 0 0-15,35 0 3 0,3 0 2 16,17 0-5-16,12 0-2 16,14 0-1-16,4-3 1 0,9-4 4 0,6 0 4 15,10-4 4-15,7-1 5 0,8-2 0 0,7-1 3 16,3-2-1-16,4 0-3 15,3 3-3-15,4-1-2 0,-1 1-7 16,1 3-1-16,-1 1-2 0,-1 2-3 16,-1 2 1-16,-2 1-2 0,0 2-1 0,-1 0 0 15,0 2 0-15,-4 0 1 0,-1-1-1 16,-4 1 0-16,-1-1 0 0,-8-1 2 16,-3 1-2-16,-6 1-1 0,-6 1 0 15,-4 0 1-15,-2 0-2 0,-8-2 0 16,-1 2 1-16,-7-1-1 0,-2 0 0 0,-8-1-1 15,-2 0 0-15,-8 1 1 16,-8-1-1-16,-4 2 1 0,-6-1 0 0,-7 1 0 16,1 0 1-16,-6 0-2 15,0 0-4-15,0 0 0 0,0-2-1 0,0 2 0 16,0-2 3-16,-14 2 1 0,-7-3 0 16,-8 3-4-16,-3 0 0 0,-1 0-8 15,-5 0-9-15,-5 0-10 0,-2 5-4 16,-5 0-2-16,-7 1 4 0,-1-2 6 15,-4 3 8-15,-3-2 2 0,-3 1 2 0,-3 2 3 16,-1 0 1-16,-2 1 3 0,-2-2-2 16,2 3-2-16,-3-1-5 0,2-1-2 15,-1 0-4-15,-1-1-2 0,-1 2 1 16,-3-2 4-16,-2-1 3 0,-2 1 11 16,1-2 4-16,3 2 4 0,0-3 4 15,2-1-1-15,1 0-1 0,0-1 1 16,1-2 1-16,-1 2-1 0,4-2 2 15,2 0 0-15,4 0 2 0,6 0 0 16,0-4 0-16,2 3 1 0,3-1-1 0,2 2-1 16,1 0 1-16,6 0 1 0,4 0 0 15,5 0 2-15,4 2 0 0,10-1 0 16,12 1-4-16,7 0-5 0,6-2 1 16,0 3 4-16,10 1 3 0,15 4 3 15,14-1-4-15,15-1-3 0,11-2-2 0,10-2-3 16,13-2 0-16,12 0 0 15,6 0 3-15,9 0 4 0,8-5 4 16,6 0 4-16,2-2 6 0,8 0-3 16,3 0 1-16,1 0-2 0,3 1-4 0,-2 2-3 15,-2-1-3-15,-6 2-1 0,-7-1-2 16,-12-1-2-16,-7 2-1 0,-15-2 1 16,-10 2-1-16,-11-1-2 0,-12 2 1 15,-7-1-1-15,-9 1 1 0,-8 0-2 16,-5-1 3-16,-10 1-2 0,-4 0 1 0,-6 1 1 15,-7 1-1-15,0 0 0 16,-6 0 0-16,0 0 0 0,0 0-1 0,1 0-1 16,1 0-2-16,-1 0-2 0,1 0 0 15,-1 0 1-15,0 0 2 0,2 0 0 16,-1 0 4-16,-2 0 0 0,1 0-1 16,-1 0 0-16,2 0-3 0,-2 0-2 15,1 0 0-15,-1 0-2 0,1 0-2 16,-1 0-2-16,0 0-5 0,2 0-3 15,-2 0-2-15,0 0-4 0,0 0-6 0,0 0-7 16,0 1-2-16,-2 3-4 0,-3 3-5 16,-7 2-1-16</inkml:trace>
  <inkml:trace contextRef="#ctx0" brushRef="#br0" timeOffset="29904.05">13829 4526 59 0,'0'0'8'15,"0"0"-3"-15,0 0-1 0,0 0 7 16,0 0 7-16,0 0 1 0,-25 120 6 15,25-61 1-15,0 11-1 0,5 12-4 0,3 9-3 16,1 7 0-16,-1 10-6 0,2 7 0 16,-2 8-1-16,-2 5-3 0,-2 8 5 15,0 4 4-15,-1 10-1 16,0 3 1-16,0 3-4 0,-3 3-2 0,0 1 0 16,0-1-1-16,0-2 3 0,0 2-1 15,-3-4 1-15,2-2-2 0,1-3-5 16,0-4 0-16,-2-6-3 0,2-6 1 15,-1-7-2-15,1-9 0 0,-2-5 0 16,0-10 0-16,-1-6 0 0,-3-8-1 0,1-6 0 16,-1-8-1-16,0-5 1 0,1-6-2 15,2-10 1-15,0-5-1 0,0-10 1 16,3-5-1-16,-1-13-2 16,1-2-1-16,1-2 1 0,7-5 0 0,4 3 2 15,6-3 4-15,7-5-3 0,8-2 3 0,10-3-2 16,12-2 0-16,12 0-1 15,11-4-1-15,10-4 1 0,10-1 1 16,13-4 0-16,15-3-1 0,10-1 0 16,15-3 1-16,9-3-2 0,8 0 0 0,8-3-1 15,8-1-1-15,8 0 0 0,8-1 2 16,5 0 0-16,4 1 1 0,4-1 0 16,3 1 1-16,3-1 0 0,3 3 2 15,4-1-1-15,0 1 0 0,7 3-1 16,1-1 1-16,0 2-1 0,5 1-1 0,-4 2 0 15,-5 1 3-15,-4 2-5 0,-11 2 2 16,-5 5 0-16,-9-1-2 16,-12 4 4-16,-8 0 0 0,-12 0-1 15,-7 0-2-15,-9 0 2 0,-9-1 2 0,-5 2-1 16,-5-3-1-16,-7 1 1 0,-4 0-5 16,-9-3 6-16,-7 0 0 0,-7 0 2 15,-9-2-1-15,-6-2 1 0,-7 1-1 16,-9-2-1-16,-8 0 0 0,-7-1-1 15,-11 0 2-15,-5-4-2 0,-6 0 1 0,-5-4 1 16,-2-4-2-16,-4-1 0 0,-3-6-1 16,0-2 0-16,1-3 0 0,-1-3 0 15,0-3 0-15,0-5-1 0,-1-4-2 16,2-7 1-16,-3-6-1 0,-1-9 2 16,-1-6 1-16,-4-8 0 0,0-6 1 15,-4-6-1-15,-2-7-1 0,-1-5 0 16,0-4-1-16,0-5 1 0,0 0 3 15,2-3-3-15,0-2-2 0,2-2 2 16,1-2-2-16,1-3 3 0,0 2-1 0,-3-3 0 16,0 2 0-16,-2-3-1 0,-3 4 4 15,-1-2-3-15,0 1-1 0,-5 2 2 16,-5 2-2-16,2 2 2 16,-5 3 0-16,0 7-1 0,-3 0-1 0,0 4 1 15,-4 5 4-15,-1 7-3 0,-2 8 0 0,-1 6 2 16,-3 8-1-16,-1 3 3 15,-2 6 3-15,-2 5-4 0,-3 3-1 16,-2 6-3-16,-5 8 0 0,-2 6-4 16,-5 5 2-16,-4 4-1 0,-6 9 1 0,-6 6-1 15,-3 4 1-15,-8 7 1 0,-6 3 1 16,-6 5 0-16,-7 2 0 0,-6 7 0 16,-5 5 0-16,-7 1 0 0,-7 2 0 15,-4 3 0-15,-8 1 0 0,-8-1 1 16,-4 4-1-16,-7-2 1 0,-8 3 0 0,-5 0 0 15,-9 1-1-15,-3 2 2 0,-9 1-4 16,-1 2 4-16,-3 1-2 0,-4 0 0 16,-3-2-2-16,-1 0 1 15,-1-1 1-15,-1 0-2 0,-1-3 5 0,1 2-3 16,1-3 3-16,-2 0-2 0,4-1-2 16,-1-2 1-16,2 0-1 0,1-1-1 15,2-3 1-15,4 1 1 0,4-4-1 16,4 0 1-16,2-1-1 0,3-2 1 15,6-2 0-15,4-1 0 0,5-2 0 0,9-2 0 16,5 0 0-16,10-3 0 0,9-2 0 16,7 0 1-16,7 0 0 0,7-2 0 15,7-3 1-15,9-2-2 0,10-3 2 16,8 2 0-16,12-1 0 0,7-2 2 16,6 2-2-16,8 0 1 0,5 0 0 15,7 1-2-15,8 2 1 0,6 1-1 16,3 1-1-16,6 3 1 0,1-1 0 15,3 2-2-15,-2-1 0 0,2 1-1 16,-1 0-3-16,0 0 0 0,-2 0 1 0,-2 6 1 16,1 13 2-16,1 13 3 0,3 14-1 15,0 13 1-15,0 11-1 0,4 10 2 16,4 10-1-16,2 9-4 0,1 5-15 16,5 12-51-16,4 5-150 0,4 5-45 15</inkml:trace>
  <inkml:trace contextRef="#ctx0" brushRef="#br0" timeOffset="32627.13">7881 8606 95 0,'0'0'-2'0,"0"0"-4"0,0 0 4 15,0 0 3-15,0 0 13 0,0 0 2 0,85 12-4 16,-23-8-1-16,12-1-3 0,13-2-1 16,11-1 0-16,11 0 1 0,8 0 6 15,7 0 3-15,8-6 4 0,3 0 2 16,6 0 0-16,6-3 2 0,4 0-1 15,3-2-3-15,7 2 0 0,0-1-4 0,5 0-4 16,-1 0-3-16,1 3-1 0,-3 0-3 16,-3-1-3-16,-3 1 3 0,-4-1-3 15,-1 2 4-15,-2 0 0 0,-4 1-1 16,-8 2-2-16,-1 2-1 0,-10 0 0 16,-10 1-2-16,-9 0 0 0,-11 0 1 15,-10-2 1-15,-13 2 1 0,-9-3 1 16,-9 0 3-16,-8 0 0 0,-8-2 0 15,-8-1 2-15,-4 0-1 0,-12 3 0 16,-2-5-2-16,-4 1 2 0,-1-4-4 0,-1-6-1 16,-2 0-1-16,-1-5-2 0,-1-4 0 15,-1-3-1-15,1-4-2 0,0-4 1 16,-1-7-2-16,0-2 1 0,0-6 0 16,0-4 2-16,0-6-3 0,0-2-1 15,3-6 1-15,-2-8-2 0,-1-4 3 16,0-4 2-16,-2-5-2 0,2-1 3 15,0-4 0-15,-1-4-2 0,-1 0 2 16,1-6-3-16,2-1 2 0,-1 2 2 16,2 1-2-16,1 2-1 0,0 2 1 0,0-1 0 15,0 2 0-15,-1 4 3 0,1 3-3 16,-3 3-2-16,1 4 2 0,-1 5-2 16,-3 0 2-16,0 0 1 0,0 5-2 15,0 0 1-15,0 5 0 0,-3 5 2 16,-3 4 0-16,1 6-5 0,-5 2 3 0,1 4-3 15,-1 5 1-15,-5 1 2 0,2 4-2 16,-4 3 0-16,-2 5 0 16,-1 1 0-16,-2 3-1 0,-4 4-1 15,-4 1 2-15,-3 5-1 0,-2 4 1 0,-4 2-1 16,-8 1 3-16,0 6 0 0,-8 1 0 16,-4 1 0-16,-6 2 2 0,-7 0-2 15,-1 2 0-15,-6 1 0 0,-2 1 0 16,-5-1 1-16,-5-1 1 0,-4 1-1 15,-4 1 1-15,-2-1-2 0,-1-1-1 0,-4-2 1 16,-2 0 0-16,-5 0 0 0,-1 0 1 16,-3-7-1-16,1 2-1 0,-1-4 0 15,-2 1 1-15,1-2-1 0,-1 1 1 16,4-1 0-16,3-3 0 0,1 3 0 16,3-2 0-16,3-2 0 0,4 2 0 15,0-2 1-15,6 0-1 0,2 1 0 16,2 1-3-16,1 1 2 0,4 2 1 15,2 2 0-15,7 1 1 0,12 1 2 16,7 2-2-16,9-1 1 0,11 3-1 0,11-1 0 16,15 2-2-16,-3 0 0 0,13 0-2 15,-4 0-5-15,2 0 2 0,1 0-1 16,-1 2 3-16,1 8 0 0,-3 6 3 16,4 2 1-16,2 11 0 0,0 5 1 15,0 6 2-15,5 10-2 0,1 8 1 0,1 11-1 16,-1 4 1-16,0 13 3 15,1 7-1-15,0 11 1 0,-3 8-3 16,2 4-4-16,-3 5 4 0,3 4 1 16,-3 1-1-16,2 4-1 0,-3 2 1 0,1-2-1 15,-3 2 0-15,0-4 3 0,0 2-2 16,0-2-1-16,-2 0 3 0,-2-2 2 16,-2-2-2-16,-1-1 1 0,4-6-1 15,-1-6-1-15,-1-5 2 0,1-9 1 16,4-5-2-16,-2-6 0 0,2-3-1 0,-2-8-3 15,2-3 2-15,-3-6-3 0,-1-5 1 16,1-9 0-16,-3-3 0 0,0-5 2 16,-4-4-2-16,1-3 0 15,-1-4-6-15,0-1-11 0,0-2-32 0,1-3-60 16,0 2-136-16</inkml:trace>
  <inkml:trace contextRef="#ctx0" brushRef="#br0" timeOffset="66578.47">15288 13750 122 0,'0'0'34'0,"0"0"-4"16,0 0-9-16,0 0-8 0,0 0 0 16,0 0 0-16,0 0 6 0,0 0 4 15,0 0-4-15,108-17-2 0,-43 9-3 0,13-1 1 16,9-3 5-16,7 1 4 0,10-3 3 15,3-1-1-15,5-3-5 16,4 1-3-16,1 0-2 0,2 0-3 16,0 0-2-16,-1 2 0 0,-2-1-4 0,-8 3 0 15,-8 1-3-15,-10 5-1 0,-13 1-1 16,-14 2-3-16,-14 1 1 0,-17 1-1 16,-8 0 1-16,-9 2-3 0,-10-1-2 15,1 1-3-15,-6 0-1 0,0-1-4 16,0 1-5-16,-14 0-9 0,-8 1-19 0,-14 5-14 15,-10 1-21-15,-8 5-20 0,-8 0-23 16</inkml:trace>
  <inkml:trace contextRef="#ctx0" brushRef="#br0" timeOffset="66906.47">15208 13977 88 0,'0'0'41'0,"0"0"-4"15,139-19-8-15,-63 7-3 0,13-5-2 16,13 0 4-16,8 0 11 0,7-5 0 16,8 1 4-16,5-1-3 0,0 0-9 15,0 1-4-15,1 1-7 0,-3 3-4 16,-5 0-3-16,-8 0-1 0,-8 5-2 15,-10 1-2-15,-9 2-3 0,-15 1-3 16,-11 4-2-16,-16-1 1 0,-15 2-1 0,-14 1 0 16,-10 2 0-16,-7 0 1 0,0 0 0 15,0 0 0-15,1-1 0 0,-1 1-2 16,0 0-4-16,0-2-1 0,0 2-8 16,-7 0-15-16,-6-1-41 0,2 1-44 15,-2 0-105-15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11T13:53:48.618"/>
    </inkml:context>
    <inkml:brush xml:id="br0">
      <inkml:brushProperty name="width" value="0.05292" units="cm"/>
      <inkml:brushProperty name="height" value="0.05292" units="cm"/>
      <inkml:brushProperty name="color" value="#FF0000"/>
    </inkml:brush>
  </inkml:definitions>
  <inkml:trace contextRef="#ctx0" brushRef="#br0">8376 6826 14 0,'0'0'8'0,"0"0"-1"0,0 0 5 16,0 0 3-16,0 0 5 0,0 0 3 15,0 0-5-15,124 26-3 0,-55-26-2 16,15 0 2-16,10-8 2 0,7-2 5 0,5-3 1 16,5-1-1-16,3 1-4 15,-1 1-2-15,-9 0-7 0,-7 3-3 0,-9 2-4 16,-11 5 0-16,-11-1-5 0,-11 3 2 16,-10 0 1-16,-9 0-2 0,-13 0 0 15,-11 0-1-15,-5 0-4 0,-7 0-3 16,0 0 1-16,0 0 1 0,0 0-4 15,0 0-4-15,-10 5-13 0,-10 5-6 16,-13 3-8-16,-8-2-2 0,-8 4-3 16</inkml:trace>
  <inkml:trace contextRef="#ctx0" brushRef="#br0" timeOffset="976.04">8809 7054 50 0,'0'0'23'0,"95"0"-3"16,-34 0-2-16,9-5 0 16,5-2 0-16,4-3 2 0,5 1-3 15,0-1 2-15,-1 0-4 0,-4 3-5 0,-4 2-3 16,-11 1-3-16,-4 1-2 0,-10 1-1 16,-7 1 1-16,-10 1 0 0,-11 0-1 15,-2-2 0-15,-7 2 2 0,-7 0 0 16,4-1 2-16,-6 1 3 0,1-2 2 15,2 2 2-15,-7 0 1 0,0 0-1 0,0-1-2 16,1 1-1-16,1-2-2 0,-1 0-2 16,1 1 0-16,-2-1-2 0,0 1 0 15,1-1-1-15,-1 1 3 0,0 0-4 16,0-1 0-16,0 1 0 0,0-1 0 16,0 2 0-16,0-2-1 0,0 2 0 15,0 0-2-15,0 0 1 0,0-3 0 16,0 3 0-16,0-1-2 0,0 1 3 15,0-2 0-15,0 2 0 0,0-1 0 16,0 1 3-16,0 0-3 0,0-1 0 0,0 1 0 16,0 0 0-16,0 0 0 0,0 0 0 15,0-2 0-15,0 2 0 0,0 0 0 16,0 0 0-16,0 0 1 0,0 0-1 16,0 0 1-16,0 0-1 0,0-2 0 15,0 2 0-15,0 0-1 0,0 0 2 0,0 0-1 16,0 0 0-16,0 0 1 15,0 0-1-15,0 0 0 0,0-1 0 16,0 1 0-16,0 0 0 0,0 0 0 16,0 0 1-16,0 0-1 0,0 0 1 0,0 0-1 15,0 0 0-15,0 0 0 0,0 0 0 16,0 0 0-16,0 0 0 0,0 0-1 16,0 0 1-16,0 0 0 0,0 0 0 15,0 0 0-15,0 0 0 0,0 0 1 16,0 0-1-16,0 0 0 0,0 0 0 0,0 0-1 15,0 0 1-15,0 0 0 16,0 0 0-16,0 0-1 0,0 0 2 16,0 0-1-16,0 0 0 0,0 0 1 15,0 0-1-15,0 0 2 0,0 0-4 0,0 0 2 16,0 0 0-16,0 0-1 0,0 0 1 16,0 0 0-16,0 0 1 0,0 0-1 15,0 0 0-15,0 0 0 0,0 0-1 16,0 0 1-16,0 0-1 0,0 0 0 15,0 0 0-15,0 0 0 0,0 0 1 0,0 0 0 16,0 0-3-16,0 0 2 0,0 0 0 16,0 0 1-16,0 0 0 0,0 0 0 15,0 0 1-15,0 0-1 0,0 0 0 16,0 0 1-16,0 0-2 0,0 0 1 16,0 0 0-16,0 0 1 0,0 0-1 15,0 0 3-15,0 0-3 0,0 0 0 16,0 0-3-16,0 0 3 0,0 0 0 15,0 0-1-15,0 0 1 0,0 0 0 16,0 0 1-16,0 0-1 0,0 0 3 0,0 0-3 16,0 0-3-16,0 0 6 0,0 0-3 15,0 0 0-15,0 0 0 0,0 0 0 16,0 0 0-16,0 0 0 0,0 0 0 16,0 0-4-16,0 0 0 0,0 0-6 15,0 0-1-15,0 0-6 0,0 0-7 0,0 0-11 16,0 0-16-16,0 0-18 15,5 0-13-15</inkml:trace>
  <inkml:trace contextRef="#ctx0" brushRef="#br0" timeOffset="31000.02">7869 12446 48 0,'0'0'19'0,"0"0"3"0,0 0 3 16,0 0-2-16,0 0 0 0,0 0-8 16,0 0-4-16,0 0-5 0,0 0-3 15,-43-3-2-15,42 3 1 0,-1 0 1 16,2 0 1-16,0 0 4 0,6 3 3 0,16 4-3 16,8 0 0-16,12-2-3 15,6 0-4-15,12 0 0 0,4-1 0 16,3-1-1-16,6 2 0 0,2-3 3 15,3 1 0-15,2 1 2 0,2-3 1 0,1 2 1 16,-1 1-1-16,-2-1 1 0,-2 2-1 16,-3 1 0-16,3-1-1 0,-1-1 0 15,2-1 0-15,-1 0-3 0,-1-1-1 16,-1-1-1-16,-2 1 0 0,-4-1 1 16,-4 1 0-16,-1 0 2 0,-7-2 0 0,-4 1 1 15,-5 1 0-15,-3-1 5 0,0 0 3 16,-4 1 0-16,0-1-1 15,-3 2-5-15,-4-1-1 0,-4 0 1 16,-3-1 4-16,-8-1 0 0,-2 2 0 0,-7-2 0 16,2 0-1-16,0 0-1 0,-9 0 1 15,2 0 0-15,-6 0 2 0,0 0 0 16,0 0 1-16,2 0-4 0,-1 0-2 16,1 0-2-16,-1 0 1 0,0 0-1 15,1 0-2-15,-2 0-1 0,3-2 1 0,-3 1-4 16,1-6 3-16,1 2-4 0,-2-2 3 15,0-5 0-15,0 6 0 0,0-8 1 16,0-4-1-16,-3 1 0 0,-3-7-1 16,0 2 1-16,0-3 0 0,-3-2 0 15,0-4 2-15,-3-4-2 0,-1-4 1 16,-1-2 2-16,5 0-3 0,-4-2 2 16,3 3 0-16,-3-1-1 0,6 3-2 15,-2 2 2-15,0 0-3 0,2 1-1 16,0 1 0-16,-2-2 0 0,2 3 3 0,-2 0 1 15,1 2-2-15,-1-2 0 0,-1 1-2 16,0 0 1-16,-1-1-1 0,2 1 5 16,-2 3-2-16,1-1 0 0,3 2 0 15,0 4 1-15,-3 3 0 0,8 6 0 16,-5-1 0-16,4 8 1 0,-1-3-2 16,-1 2 0-16,1 0 0 0,-1 1 0 15,3 3-2-15,-3-2 4 0,2 5-2 16,-1-1 0-16,-3-4 0 0,4 4 1 15,-1 0-2-15,-4-1 2 0,4 1 0 0,-1 2-1 16,-3-2 1-16,4 2 0 0,-5-3 0 16,-1 1-1-16,0 1 2 0,1-2-2 15,-2 1 0-15,2 1 1 0,-3-4-1 16,-5 2 1-16,7 1-1 0,-9 0 0 16,2-1 0-16,4 1 0 0,-10 3 0 0,1 0 0 15,-1 0 0-15,-9 0 0 16,2 3-1-16,-2 2 0 0,-4 2 1 15,-2 1-2-15,-5-1 1 0,-2 2 1 16,-6 1-2-16,-1-2 1 0,-2 4 0 0,-5-3-2 16,-1-1 1-16,-4 1-1 0,-3 1 1 15,-3-3 1-15,2-1-1 0,-1 1 1 16,4 0-1-16,4-2-1 0,3 0 0 16,3 0-1-16,4-2-1 0,1 2-1 15,-1-4 2-15,5 2 0 0,-3-2 0 0,7-1 2 16,-3 2 0-16,5-2 0 0,-1 0 1 15,2 0 0-15,3 0 0 0,4 0 0 16,2 0 1-16,2 0-1 0,9 0 0 16,-1 0 1-16,7 0 0 0,2-2 0 15,-4 1 1-15,4-1-1 0,-1 1 0 16,0 0 1-16,-3-1-1 0,7 1 0 16,-3-1 1-16,7 0-1 0,-1 2 0 15,5 0 0-15,-2-1 0 0,2 1 0 16,-1 0 0-16,0 0 0 0,-1-2 1 0,1 2-1 15,-1 0 0-15,1 0 0 0,-1 0-1 16,1 0 0-16,-2 0 0 0,3 0 0 16,-1 0 0-16,-6 0 1 0,2 0 0 15,1 0-1-15,-5 0 2 0,5 2-2 16,-3-1 1-16,5 1 1 0,-5-2-1 16,4 2 0-16,-1-1 1 0,-1 1-1 15,5-2 0-15,-1 0 0 0,1 0 0 16,-2 1 1-16,1-1-1 0,-1 0 0 15,-1 1 0-15,2-1 0 0,0 2-2 0,-2-2-2 16,3 1 2-16,-1-1 0 0,-1 7 0 16,-1-3 1-16,3 10 1 0,0 5 0 15,0 5 1-15,6 8 0 0,4 2-1 16,-1 3 0-16,1 1 1 0,1 0-1 16,-2 1 1-16,0 0-1 0,1-1 1 0,-6 1 2 15,3-1 1-15,-1 1-1 16,-1-1-2-16,-1-1-1 0,3-1-1 15,-3 1 1-15,1 1-1 0,-1-1 0 16,-2-2 1-16,5 0-1 0,-4-1 2 0,2-2-2 16,-2-6 1-16,-1 0 1 0,2-3-2 15,-2-7 1-15,-1 1 2 0,2-2-2 16,-3-3 1-16,3 5-1 0,-2-5 0 16,1-4 0-16,-1 3-1 0,1-1 3 15,-1 0-3-15,-1-5 4 0,3-2-3 0,-3-3 0 16,0 0 2-16,0 0-1 0,0 2 0 15,1 0-1-15,-1-1 1 0,0 1-2 16,2 0 1-16,-2-2 1 0,0 2-1 16,0-1 1-16,0 1 0 0,0 0-1 15,0-1 2-15,1 1 0 0,-1-2 0 16,0 1 0-16,0-1-1 0,0 2 1 16,0-2 0-16,0 1 0 0,0-1 1 15,0 0-1-15,0 2 0 0,2-2-1 16,-2 0-1-16,0 1 1 0,0-1-1 0,0 0-1 15,0 0 1-15,0 2 0 0,0-2-1 16,0 0 0-16,0 0 1 0,0 1 0 16,0-1 0-16,0 0 1 15,0 0-1-15,0 0 1 0,0 0-1 0,0 0 0 16,0 0 1-16,0 0-1 0,0 0-1 0,0 2 2 16,0-2-2-16,0 0 2 15,0 0-1-15,0 0 0 0,0 0 0 16,0 0-1-16,0 0 1 0,0 0-6 15,0 0 4-15,0 0-2 0,0 0 1 0,0 0 4 16,0 0-3-16,0 0 1 0,1 0-1 16,-1 0-2-16,0 0 3 0,0 0-3 15,0 0 4-15,0-2-2 0,0 2 1 16,0-1 1-16,0 1-1 0,0-2 1 16,0 2 0-16,0-1 0 0,0 1 1 0,0-2-2 15,0 2 1-15,0-1-2 0,0 1 1 16,0 0 1-16,0 0-6 15,0 0-6-15,0-2-9 0,0 2-22 16,0 0-12-16,0 0-11 0,0 0-33 0</inkml:trace>
  <inkml:trace contextRef="#ctx0" brushRef="#br0" timeOffset="43968.02">7199 13416 47 0,'0'0'16'0,"0"0"-3"0,0 0-1 0,0 0 1 15,0 0-3-15,0 0-1 0,0 0 0 16,0 0-2-16,0 0 1 0,0 0 0 16,-45 8-2-16,43-6 1 0,1 0-5 15,1-1 2-15,0 3 5 0,3 3 4 16,7 0 1-16,13-1 1 0,3-3-2 0,12-3-2 15,5 0 0-15,5 0-1 0,7-6 2 16,4-3 2-16,3 1 0 0,2-1-1 16,1 1 0-16,1-2 0 0,-1 1 4 15,0 1-2-15,-1-1 1 0,0 1 1 16,-1-2-4-16,-1 1 0 0,2 2-4 16,-3-1 0-16,-2 0-5 0,0 2 0 15,-5 0 0-15,-1 0-2 0,-6 0 1 16,-3 1 0-16,-5 0-2 0,-4 0 1 15,-3 0 0-15,-5 2 1 0,-1 0 3 0,-1 0-2 16,-9 2 3-16,1-3-3 0,-5 4 1 16,1-1-2-16,-2-1 0 0,-5 2 0 15,0 0-1-15,-3 0 0 0,5 0-1 16,-2 0 1-16,0 0-1 0,-6 0 1 16,0 0 0-16,0 0 1 0,2 0 3 0,-1-1-1 15,-1 1 3-15,3 0-3 16,-2-2 0-16,5 0-2 0,-3-2-1 15,0 1 0-15,0-5-2 0,-3-4-4 16,0-3 6-16,-3-7-6 0,-3 1 8 0,-4 4-2 16,1-3 1-16,-1-1-1 0,-3 0 1 15,0-4 0-15,0 1-2 0,0-1 1 16,3-1 0-16,-3 1 1 0,1-1-1 16,1 0 2-16,2 0-4 0,0 3 1 15,1-1 0-15,-3 4 0 0,3-2 0 0,-1 3 0 16,1 0-2-16,-1 1 2 0,3-1-1 15,-1 1 1-15,0 0 0 0,1 4 0 16,3-1-1-16,-1-2 1 0,1 7-1 16,-3-6 1-16,2 4-2 0,1 2 1 15,-1 0 0-15,1-2-1 0,-2 4 0 16,2-1-3-16,-1-1 2 0,1 3-3 16,-2-1 4-16,4 4 1 0,-4-4 0 15,2 5-1-15,0 0-1 0,-6-2 1 16,8 1-3-16,-2 1 2 0,-6-2-2 0,5 5 1 15,-2-3 2-15,-3 1 1 0,2 2 1 16,-7 0 0-16,-8 0-2 0,2 0 1 16,-8 0-1-16,1 0 1 0,-1 0-1 15,1 0 1-15,-2 0 0 0,-1 0-1 16,-1 0 0-16,1 0-2 0,-3 0 1 16,-2 0 0-16,-3 0-1 0,-3 0 0 15,1 0-1-15,1 0 1 0,-2 0 0 16,4 0 0-16,0-2 2 0,0 2-1 15,1-1 0-15,-1-1 0 0,2 0-1 0,0 2 1 16,5 0 1-16,0 0 0 0,3 0-1 16,3 0 0-16,7 0 0 0,-5 0-2 15,3 0 1-15,0 0 1 0,-7 2-1 16,2 1-1-16,5 0 1 0,-3 1-2 16,1-2 0-16,-1 1 1 0,0 0-1 15,-2 1 3-15,4-1 0 0,2 2 4 0,-2 0-2 16,7-2 4-16,-3 1-4 0,6-2 1 15,-2 1 0-15,1-1-1 16,0-1 1-16,0 2-1 0,7-3 1 0,-1 1 0 16,5-1 0-16,-1 0 2 0,1 0-1 15,-2 0 1-15,1 0-1 0,-1 0 0 16,1 0-1-16,-2 0 0 0,3 0 0 16,-4 0-3-16,4 0 2 0,-1 0 1 15,-1 0 0-15,1 0 1 0,-1 0-1 0,1 0-2 16,-1 0 1-16,1 0-2 0,-1 0 2 15,1 0-4-15,-2-1 3 0,3 1 0 16,-2 0 0-16,1 0 3 0,-2 0-4 16,3 0 2-16,-1 0-2 0,-1 0 2 15,-5 0 0-15,3 0 3 0,-1 0-3 16,-2 4-1-16,4-1-1 0,0 1 2 16,-1 3 0-16,1-1-1 0,0 6 1 15,1 6-2-15,2 1 2 0,0 5 0 16,0 0 0-16,0 3 0 0,2-2 2 0,1 5-2 15,2 4 1-15,2 3-1 0,-4 4 3 16,4-1-1-16,-1 4-1 0,1 2 0 16,-3-2 1-16,-1 0 0 0,0 1 1 15,1-1 3-15,-1 2-4 0,0-1 4 16,-1-1-4-16,1-2-2 0,-2-1 1 0,-1-5-2 16,0-1 1-16,0-2 0 15,0-2 0-15,4-2-2 0,-1-4 0 16,-2-6 0-16,2-2 2 0,-1-6 0 15,1 0 0-15,-2-1 1 0,1-5-1 0,-1 1 1 16,-1-6 3-16,0 0-4 0,0 0 1 16,0 2 1-16,0-1-2 0,0 0 2 15,0 1 3-15,0-1-3 0,0 1 0 16,2-2 0-16,-2 0-4 0,0 2 2 16,0-2-2-16,0 0-2 0,0 0-6 0,0 0-13 15,0 0-15-15,0 0-20 16,0 0-16-16,0 0-25 0,0 0-49 15</inkml:trace>
  <inkml:trace contextRef="#ctx0" brushRef="#br0" timeOffset="52751.44">6565 15376 151 0,'0'0'35'0,"0"0"-3"0,0 0-4 0,0 0 1 16,0 0-2-16,0 0-9 16,0 0-5-16,0 0-3 0,0 0 4 0,0 0 8 15,6-3 1-15,43-7-2 0,13-4-4 16,12-3-2-16,11-1-2 0,5-3 0 16,10 2 1-16,0-1 0 0,2-1-4 15,-6 4-1-15,-2 5-2 0,-9-1-7 16,-11 2 0-16,-9 3-5 0,-10 4 0 0,-8 3-5 15,-12 1-13-15,-12 0-26 0,-10 0-23 16,-12 1-19-16,-3 8-26 0,-18 6-46 16</inkml:trace>
  <inkml:trace contextRef="#ctx0" brushRef="#br0" timeOffset="52992.37">6525 15652 94 0,'0'0'18'0,"0"0"7"16,131 11-5-16,-58-15 0 0,12-8 2 16,6-5 8-16,10-5 8 0,3 0 9 15,3-5 4-15,2 2-3 0,-4-2-5 16,-2 1-11-16,-7 2-9 0,-9 4-9 16,-11 3-7-16,-14 4-2 0,-10 4-3 0,-14-1-1 15,-14 5 0-15,-12 2-1 0,-4 3 1 16,-8 0-5-16,0 0-6 15,0 0-18-15,0 0-26 0,0 0-26 16,0 0-25-16,-10 8-64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11T13:55:42.838"/>
    </inkml:context>
    <inkml:brush xml:id="br0">
      <inkml:brushProperty name="width" value="0.05292" units="cm"/>
      <inkml:brushProperty name="height" value="0.05292" units="cm"/>
      <inkml:brushProperty name="color" value="#FF0000"/>
    </inkml:brush>
  </inkml:definitions>
  <inkml:trace contextRef="#ctx0" brushRef="#br0">6709 5574 16 0,'0'0'12'0,"0"0"2"0,0 0 4 16,0 0 2-16,0 0-3 0,0 0-2 0,95 17-2 15,-62-10-1-15,6-2 1 0,2 4-2 16,5-4 2-16,-2 0-1 15,4 2 1-15,-3-4 1 0,0 2-1 16,-3 0 0-16,4-1-1 0,-2 1-3 0,2-2-1 16,0 0-2-16,2 1 2 0,-2-4-1 15,3 0 2-15,-2 0 1 0,4 0-1 16,-1 0 2-16,-1-7-1 0,0 2 0 16,-3-2-2-16,-2-1-1 0,-1 1 2 15,0-3-1-15,-2 3 1 0,1-3 1 0,-2 1-1 16,-2-4-2-16,-1 1 2 0,1 0 0 15,-2-2-1-15,-3 2-1 0,1-2-3 16,-1 2-1-16,3-1-1 16,-1-1 0-16,-1 2-1 0,-1-1-2 0,-1-1 2 15,0-1-1-15,-1 1 2 0,-1-1 2 16,-3 1-3-16,1-1 1 0,-5 2 0 16,0-2 2-16,-1 1-1 0,-6 1-1 15,3-2 2-15,-6 0 2 0,-2-1-1 16,-5-1 5-16,3 0-4 0,-5-2-5 0,-1 4 3 15,1-2-5-15,-2 1 4 0,-1 4-1 16,-1-8 0-16,0 0-1 0,0 1-1 16,0-5 1-16,-7-1-2 0,0 4 1 15,-4-2 0-15,-3 1 0 0,0 0 0 16,-5-1 1-16,-4 1 0 0,4-2-1 0,-7 3 1 16,3-1 1-16,-3 2-2 15,1 1 1-15,-2 1-1 0,-1 0 0 16,-2 1-1-16,-2 2 1 0,-3 1 0 15,-3-1 0-15,-3 1-2 0,-3 4 1 0,-2 0 1 16,1 0 0-16,-4 3 0 0,2-1 0 16,-1 2-1-16,-1 0 1 0,1 0-1 15,-1 3 0-15,1 0 1 0,3 0 0 16,-2 1 0-16,2 2 0 0,-3 0 0 16,0 0-2-16,-1 0 2 0,-3 0 0 0,0 0 0 15,-1 3 0-15,-1 2 0 16,3 0 0-16,4 2-1 0,1 1 0 15,4 1 0-15,0-1 0 0,-1 1-1 16,2 1 0-16,-4 0 0 0,2 4 2 0,-2-2-1 16,-2 0 1-16,0-1 0 0,2 3 0 15,-1 1 0-15,1 0 0 0,-1 2 1 16,4 0-1-16,1-1 0 0,5 3 0 16,2-1 0-16,9 0 0 0,1 1-1 15,5 1-1-15,4 0 0 0,2 2 0 0,4 3 1 16,2 2 0-16,3 1 1 15,4 2-1-15,0 0 1 0,0-1 4 0,4 2-4 16,5-2 5-16,1-3-4 0,3 3-2 16,0-2 2-16,3-2-1 0,0 1 0 15,0-2-1-15,3 2 1 0,1-1-2 16,1-3 1-16,2 2 0 0,-1-4 0 16,1 2-1-16,3-3 2 0,-1 1-2 15,2-2-3-15,0 1-7 0,0-2-14 16,6-2-23-16,2-1-29 0,1 1-52 0</inkml:trace>
  <inkml:trace contextRef="#ctx0" brushRef="#br0" timeOffset="4164.74">11500 8695 85 0,'0'0'22'16,"0"0"-1"-16,0 0-2 0,0 0-3 0,0 0-4 15,0 0-5-15,0 0-2 0,0 0 0 16,0 0 2-16,-15 24 2 0,-2 5 2 16,2 5 2-16,-3 1-1 0,0 6 1 15,2 2-1-15,-2 0 0 0,0-1-1 16,-3-1-4-16,9-1-1 0,-6-3-1 15,4-1-2-15,1-4 1 0,0-3 0 0,0-1-4 16,3-4 1-16,1-8-1 16,2 0 1-16,3-8-1 0,1-3-1 0,2 0-5 15,1-5-3-15,-3 0 1 0,3 0 4 16,0 0 6-16,3-5 2 0,5-8 2 0,5-7-5 16,0-4 1-16,0-3-2 15,3-3 0-15,1-6 2 0,-2-1-2 16,4 0 1-16,-2-2 0 0,0-3 2 15,2 1 0-15,-3 4 1 0,3 0 2 0,-5 3-2 16,2 7 2-16,-4 2-1 0,1 3 1 16,-6 8 1-16,0 1-1 0,-2 6 1 15,-4 2 0-15,3 1-5 0,-4 4-1 16,0-1 0-16,0 1 3 0,0 14 1 16,-8 9 2-16,-4 8-1 0,0 7-2 0,-2 4-1 15,-2-1-2-15,-3 5-1 0,1-1-1 16,-1 0 1-16,0-4 2 15,0-2-2-15,2-2 2 0,4-6-2 16,1-6-2-16,5-7 0 0,4-7-9 0,2-7-6 16,1-4-13-16,0 0-2 0,0 0-1 15,0 0 5-15,1 0 7 0,12-4 1 16,6-10 4-16,4-7 6 0,0-5 5 16,0-4 4-16,-1-4 0 0,-2 0 1 15,2-3 2-15,-2-1 0 0,-2 0 1 0,0 1 0 16,-4-1 1-16,1 7 2 15,-6 4 3-15,1 8 3 0,-6 9 3 0,-1 7-2 16,-3 3-4-16,0-2-1 16,0 2 0-16,0 11 0 0,-4 7 3 0,-9 10-4 15,3 4-3-15,-4 0 0 0,0 6-2 16,-2-4-1-16,-1 1 1 0,-2-2-2 16,0 1 2-16,-1-3-2 0,3-2 2 15,1-4-1-15,6-7-4 0,3-8-4 16,5-5-13-16,2-5-5 0,0 0 3 0,0 0 3 15,10-3 10-15,6-10 4 0,5-10 2 16,3-5 0-16,-4-4 2 0,3-4 2 16,-2-3 2-16,-1-4-1 0,0 1 0 15,-3-3 1-15,-2 6 0 0,1 4 3 16,-6 8 2-16,-3 9 3 0,-2 8 3 0,-3 6-1 16,-2 4-5-16,0-1 2 0,0 1 0 15,0 3-1-15,0 15 3 16,-1 9-6-16,-5 8-4 0,-1 1-2 15,-2 0 0-15,-2 1-3 0,-1 0-4 0,-2 2-5 16,-1-2-11-16,0 4-17 0,0-4-24 16,-2 0-30-16</inkml:trace>
  <inkml:trace contextRef="#ctx0" brushRef="#br0" timeOffset="8100.45">17735 5668 14 0,'0'0'10'16,"0"0"-1"-16,0 0 2 0,0 0 5 15,0 0 4-15,0 0 0 0,0 0-3 16,0 0-2-16,0 0-4 0,0 0 2 16,67 33 2-16,-44-25 2 0,3 1 2 15,2-2-1-15,3-1-2 0,7 1 0 16,1-2-1-16,3 0-1 0,2-3 1 15,1 1-2-15,3 1-1 0,-3-3-1 16,1 1-3-16,-2 0-1 0,2-2-1 0,-3 1-1 16,2-1-3-16,-3 0 1 0,0 0 3 15,0-1-1-15,0-4 0 0,2-2 1 16,2 0 0-16,4-1 0 0,0-2-1 16,-2 1 2-16,1 0-1 0,-2 0-2 15,-1 0 3-15,-5 0-5 0,2 0-1 0,-5 1 3 16,-3-1-3-16,-1 0 1 0,-4-2 3 15,1 2-2-15,-3-1 0 0,1-2 1 16,2 0-1-16,-1-1 1 16,2-2 1-16,-1-1-1 0,-1 1 0 0,0 0 1 15,0 2 0-15,-4-2-1 0,-3 1 1 16,-4-1-2-16,-1 1 2 0,-4 1 1 16,-1-1-2-16,-6 4 2 0,1-4-1 15,-3 1-1-15,-1 4 1 0,0-8-1 16,0 1-1-16,-3 4-1 0,-1-8-3 0,0 0 4 15,0 1-2-15,0-8 1 0,-3 3 1 16,-3 0-7-16,-2 0 3 0,-1 0-2 16,-2 1 3-16,-4-1 1 0,1 0 0 15,-5 2 1-15,0-2-2 0,0 2 2 16,-2-2-2-16,-2 0 2 0,-1 0-2 16,-2 0 1-16,-1-1-1 0,1 1 0 15,-2 3 1-15,0-1-2 0,0 2 1 16,-1 2-1-16,-3 1-1 0,0 2 1 15,-4 2-1-15,-1-1 1 0,-6 4 0 0,-2-2 1 16,-5 3-1-16,1 2 1 0,-2-1-1 16,0 0 1-16,0 2 0 0,0 1 0 15,3 0-1-15,4 0 1 0,1 4-1 16,2 0 0-16,2 1 1 0,-3 0-1 16,3 0 0-16,-2 0 0 0,-2 0-1 0,1 4 1 15,-1 2 1-15,-5 3-1 0,1 1 0 16,-3 0-1-16,0 2 2 0,-1 2 0 15,2 0 0-15,4-1-2 16,5 1 2-16,-1 1-1 0,2 0 1 0,2 0 0 16,0 3 0-16,1 2-2 0,0 1 2 15,2 1-1-15,2 2 1 0,-1 0 0 16,1 2-2-16,1 0 2 0,1 0 0 16,5 0-1-16,1 1 0 0,2-1 0 15,3 1 0-15,3 2 3 0,2 3-2 0,4-1 4 16,2 3-3-16,0 2-2 0,4-4-1 15,1 3 1-15,3 0 1 0,0 1-2 16,1 0 2-16,9-2-2 0,2 1 1 16,2-2 0-16,5-1 0 0,3-3 0 15,2-1 1-15,1-3 0 0,4-2 1 16,1 0 0-16,1-2 0 0,-2 1-1 16,-1-5 1-16,-2 2 0 0,0-1 0 15,-3-1 5-15,-1-2-5 0,1 1 3 16,-3-5-4-16,-6-3 0 0,1-2 0 0,0-1 0 15,-4-2 1-15,5 0 1 0,-3-2-1 16,-1-1 2-16,0 0-2 0,0 0 0 16,2 0 0-16,-3 0 0 0,-1 0-2 15,-5-1 1-15,0 1-1 0,-5 0 0 16,0-2-3-16,0 2-3 0,2 0-13 0,5-3-28 16,-3 0-34-16,1 2-66 15,-1-1-76-15</inkml:trace>
  <inkml:trace contextRef="#ctx0" brushRef="#br0" timeOffset="18744.64">20177 7618 24 0,'0'0'18'15,"0"0"3"-15,0 0 1 0,0 0 0 0,0 0-3 16,0 0-1-16,0 0-5 0,0 0-5 16,0 0-2-16,0-14 0 0,0 14 3 15,-3 10 5-15,-3 9 2 0,-1 13 3 16,0 6 5-16,1 8 2 0,2 4 2 16,1 7-1-16,1 0-4 0,1 4-8 15,0 2-4-15,-1 1-2 0,1 0-3 16,-2-3 0-16,0-4-2 0,-1-4-1 15,-1-4 1-15,1-3-1 0,0-6 3 16,-1 0-3-16,1-4 2 0,-3-2-3 0,2-5-1 16,0-4-1-16,2-7-1 0,-2-1 1 15,4-6 0-15,-1-5 0 0,-1 4-1 16,1-5 1-16,1 0 0 0,0-1 0 16,1-4 0-16,-2 0 0 0,2 0 0 15,0 1-1-15,-2 1-3 0,2-1 0 0,0 1-3 16,0 0 0-16,0-1 1 0,0-1 3 15,0 2 4-15,0-2 2 0,0 0 1 16,0 0-4-16,0 0-2 16,0-8-3-16,5-6 1 0,3-2-2 0,-2-3-1 15,0 0-1-15,1-2 1 0,-3-1-1 16,2-7 4-16,-2 0-4 0,-1-2-2 16,0-6 2-16,0-1-3 0,-2-4 3 15,-1-4-1-15,0 1 4 0,0-4 1 16,0 3 3-16,0 3 1 0,0 0 0 0,0 2 0 15,0 2 1-15,0 1 0 0,2 1-1 16,1 2 3-16,1 2-2 0,-1 1-1 16,0 3 0-16,0 2-1 0,-1 1 2 15,1 2 1-15,0 1 2 0,0 0-1 16,0 2 1-16,-1 6-1 0,1-3 1 16,1 1 0-16,-3 6-3 0,2-5 3 15,-2 4 1-15,-1 8-1 0,2-1 2 16,-2 5-1-16,0 0-2 0,0 0 2 15,0-3-3-15,1 3 0 0,-1-2 1 0,0 0-1 16,0 1-1-16,0-1-3 0,0 0-1 16,0 2-2-16,0-1 0 0,0 2 10 15,-3 15 3-15,-1 12 7 0,-4 12 3 16,2 9 0-16,1 9 0 0,2 8 0 16,2 5-5-16,1 7-2 0,0 3-5 0,0-2-5 15,1 3 1-15,1-7-2 0,-1-4 2 16,-1-6 3-16,0-7-2 15,0-5 0-15,0-4-1 0,-4-5-2 16,0-6 1-16,-1-4 1 0,-2-5-2 0,3-3 0 16,0-9 1-16,-1-2-1 0,2-5 0 15,2-5-1-15,-1-1 1 0,2-4-2 16,-1 0 0-16,1 0-1 0,0 1-4 16,0 1 0-16,-3-1 3 0,3 1 3 15,0-2 4-15,0 0-1 0,0 0-3 0,0-13 0 16,0-6-1-16,0-6 2 0,4-3-1 15,1-1-1-15,-1-1 0 0,2-5 2 16,0-5-2-16,1-1-4 16,-1-7 4-16,-1-1-2 0,1 3 4 0,2-3 1 15,-3 3 0-15,1 0 0 0,-4 4-1 16,2 0 2-16,-4 1-2 0,1 1 1 16,-1 1 0-16,0 2 0 0,0 1-1 15,0-3 2-15,2 4-4 0,1-5-1 16,-3 2 2-16,4 1-2 0,-1 1 2 0,1 4 2 15,-1 4 0-15,0 2-1 0,0 2 0 16,-3 7 1-16,4 1-1 0,-2 4 1 16,-1 0-1-16,1 2 2 0,-2 3-2 15,1 2 1-15,-1 5 2 0,0 0-5 16,0 0-1-16,0-3-5 0,0 3-4 16,0-2 0-16,0 2 5 0,0 0 5 15,0 0 3-15,-3 13 2 0,-4 12 2 16,-2 8-1-16,1 8 0 0,0 3 2 15,1 5-1-15,1 2 0 0,-1 3-2 0,1 0-3 16,0 1 1-16,1-2-2 0,-1 0-1 16,-1-2 1-16,1-5 1 0,0-4 0 15,0-3 0-15,-1-7 0 0,0 0 0 16,0-5 0-16,1-3-2 0,0-9-2 16,1 0-1-16,0-6 0 0,4-4-5 0,-4 3-12 15,4-4-17-15,-1 1-16 0,1-1-26 16,1-4-20-16</inkml:trace>
  <inkml:trace contextRef="#ctx0" brushRef="#br0" timeOffset="-117993.77">7588 13659 207 0,'0'0'31'0,"0"0"-7"0,0 0-2 0,0 0-6 16,0 0 4-16,0 0 6 0,0 0 7 15,0 0 3-15,0 0-5 0,-11 83-6 16,11-46-4-16,2 7-2 0,1 8-2 16,0 6-4-16,1 7 1 0,0 6-2 15,-4 7-2-15,4 2 1 0,-2 2-3 0,-1 0 2 16,1-2 0-16,1 1-2 0,0 0 2 15,-1 4-4-15,3-2-1 0,-2 3 2 16,7 1-3-16,-3 0 1 16,3-1 1-16,3 3-4 0,2-2 2 0,2 2-3 15,2 3-3-15,2-1 2 0,0 1 3 16,-2 1-2-16,2 0 3 0,1 0-3 16,-3 2-2-16,0-3 2 0,4 1-3 15,-3-2 3-15,0-3 2 0,0-2-3 16,-3 2 4-16,3-4-3 0,-3 1 0 0,-3 3 3 15,-2-5-2-15,-1-2 3 0,-4 0 8 16,0-5-4-16,-6-4 4 0,0 0-2 16,-1-4-9-16,0-5 4 0,-1-2-1 15,-5-9-2-15,2-1-1 0,-2-6 0 16,0-6-4-16,1-2 4 0,2-12 0 16,1-4 3-16,1-6-7 0,1-1 0 15,0 1-7-15,0-8-20 0,0 0-21 16,0-7-75-16,0 0-129 0,0 0-18 15</inkml:trace>
  <inkml:trace contextRef="#ctx0" brushRef="#br0" timeOffset="-117344.97">7940 17754 206 0,'0'0'36'15,"0"0"-1"-15,0 0 1 0,0 0 0 16,0 0-2-16,0 0 0 0,0 0-4 16,0 0-7-16,96 12-3 0,-53-12-4 15,6 0 0-15,9 0-3 0,6-4 0 16,9 0 1-16,4 0-2 0,7 2 0 0,1-3-4 15,8 2-2-15,0 0-5 0,6-1-1 16,2-1 3-16,6 0 0 0,3-5 2 16,4-2 0-16,7-1 5 0,8 1 4 15,6-3-1-15,9 0 0 0,7 3-6 16,3-3-2-16,4 3-4 0,1 0-1 16,1 3 1-16,1-1-1 0,-3 0 1 15,1 1 1-15,1 1 0 0,-1-1 2 16,5 3 0-16,2 1 2 0,2 5-2 15,5-4 2-15,2 2-3 0,0 1 3 0,3 1 1 16,1 0-3-16,-1 0 1 0,-2 0-1 16,-1 0 1-16,-6 3-1 0,-1 1 0 15,-6-4-3-15,-7 0 0 0,-7 0-2 16,-6 0 1-16,-9 0 0 0,-8 0 0 16,-11 0 1-16,-6 0 0 0,-13 0-1 0,-12 0-2 15,-11-3-1-15,-16 0 0 16,-12-1-1-16,-15-1-4 0,-13 2-11 15,-11 3-20-15,-5-4-60 0,-9-4-114 16,-12-7-65-16</inkml:trace>
  <inkml:trace contextRef="#ctx0" brushRef="#br0" timeOffset="-115092.75">8542 16356 281 0,'0'0'64'16,"0"0"-3"-16,0 0-9 0,-80 24-9 15,71-18-13-15,5-6-6 0,-1 1-8 16,5-1-6-16,-1 0-4 0,1 0-1 16,0 0 1-16,10-4 3 0,15-9-1 15,14-9-2-15,13-9-2 0,16-6-1 16,13-12 1-16,14-10-3 0,14-11 1 15,19-9 0-15,13-7-2 0,14-10 1 16,14-8-1-16,8-1 1 0,7-7 3 0,4 4-3 16,0-2-1-16,4 0-1 0,-2 4 0 15,-4-4 2-15,-1 2 3 0,-4 2 0 16,-2 1-1-16,-3 2 0 0,-3 0 0 16,-6 4 3-16,-5 2 0 0,-5 3 0 15,-6 5 2-15,-5 4-1 0,-4 3-6 0,-8 5 3 16,-7 3-3-16,-6 1 1 0,-10 6 5 15,-8 7-4-15,-7 3 1 0,-10 8-1 16,-7 7 2-16,-8 3-2 16,-6 2 1-16,-7 5 0 0,-4 2-1 0,-5 1 0 15,-9 3-2-15,-5 2 1 0,-6 4-3 16,-5 3 3-16,-8 7 0 0,-8 3 0 16,-3 6-2-16,-5 1 2 0,0-1-2 15,0 1 1-15,2 0 1 0,-1-1-4 16,1 1-1-16,-2-2-2 0,0 2-6 0,0 0-7 15,-6 0-15-15,-10 10-29 0,-6 5-98 16,-5 6-119-16</inkml:trace>
  <inkml:trace contextRef="#ctx0" brushRef="#br0" timeOffset="-111679.75">8186 15527 279 0,'0'0'74'0,"0"0"-11"16,0 0-11-16,0 0-17 0,0 0-7 15,0 0-1-15,0 0 1 0,0 0-2 16,0 0-3-16,38-27-4 0,-10 7-2 16,6-6-1-16,5-3 2 0,3-5-1 15,4-2 0-15,-1 0-4 0,1-1-2 0,-4 0-4 16,-3 5-7-16,-4 6 3 15,-6 4-7-15,-5 5 3 0,-7 7 0 16,-3 1-2-16,-3 5-4 0,-7 0-6 16,5 1-7-16,-4 2-11 0,2-4-19 0,3 2-42 15,0-1-70-15,5-3-108 0</inkml:trace>
  <inkml:trace contextRef="#ctx0" brushRef="#br0" timeOffset="-111402.04">9231 14902 564 0,'0'0'34'16,"0"0"1"-16,0 0-3 0,0 0-9 15,0 0-7-15,0 0-4 0,96-97-6 16,-59 78 0-16,-4 1-2 0,1 1-3 15,-5 3 2-15,-2 2-3 0,-1 0 1 0,-1 2 1 16,-6-2-2-16,4 3 0 0,-3-2 0 16,-3-1-3-16,2 3 2 0,-4-4-4 15,2 4-3-15,-4-1-4 0,0 3-9 16,-3 1-7-16,0-3-22 0,-1 3-60 16,2-3-103-16,1-2-49 0</inkml:trace>
  <inkml:trace contextRef="#ctx0" brushRef="#br0" timeOffset="-111104.06">10331 14189 671 0,'0'0'19'0,"0"0"6"0,0 0-2 0,90-76-5 15,-61 56-7-15,1-1-4 0,1 1-3 16,-1 2-3-16,0 2 1 0,-2-1-1 16,-3 2-1-16,-1 0 0 0,-1 2-1 15,-2 1-1-15,-3-1-2 0,0 2-6 16,-7 3-8-16,2-1-11 0,-1 0-15 0,-5 3-27 15,5-1-63-15,2-1-127 0</inkml:trace>
  <inkml:trace contextRef="#ctx0" brushRef="#br0" timeOffset="-110827.13">11435 13541 621 0,'0'0'32'0,"0"0"4"15,0 0-3-15,0 0-9 0,98-80-9 16,-69 62-6-16,0 1-4 0,1 0-2 16,-1 2 1-16,-1 0-3 0,-4 1-1 15,2 2 1-15,-3 0-3 0,2 0 1 0,-3-1-3 16,-1 3-3-16,-2 0-7 15,-3 3-8-15,-4 0-11 0,-1 4-16 16,-1-4-33-16,-4 3-58 0,2-4-128 0</inkml:trace>
  <inkml:trace contextRef="#ctx0" brushRef="#br0" timeOffset="-110616.73">12496 12960 638 0,'0'0'38'0,"0"0"-1"15,0 0-8-15,84-67-9 0,-58 49-7 16,2 2-8-16,0-1-3 0,-2 3-1 16,3 2-4-16,-1 0-1 0,0-1-6 15,1 2-9-15,-1 1-13 0,1-1-18 16,-5-1-42-16,1 2-62 0,-3-2-118 0</inkml:trace>
  <inkml:trace contextRef="#ctx0" brushRef="#br0" timeOffset="-110471.64">13480 12465 540 0,'0'0'49'0,"0"0"-11"16,78-61-11-16,-55 44-13 0,-5 1-10 15,-5 5-8-15,-6 5-22 0,-4 3-94 0,-3 3-158 16</inkml:trace>
  <inkml:trace contextRef="#ctx0" brushRef="#br0" timeOffset="-109792.17">9322 16919 477 0,'0'0'56'0,"0"0"-9"16,81-63-6-16,-39 25-11 0,2 0-6 15,-1 3-9-15,2 4-5 0,-3 4-5 16,-3 2-1-16,3 6-3 0,-5-5-1 0,-2 6 0 16,-2 0-1-16,0 0-5 0,-2 0-4 15,-2-1-12-15,-2 2-22 0,5 0-32 16,1 0-79-16,2-1-111 0</inkml:trace>
  <inkml:trace contextRef="#ctx0" brushRef="#br0" timeOffset="-109572.64">11057 15909 641 0,'0'0'20'16,"0"0"0"-16,0 0 1 0,90-65-5 15,-68 50-1-15,5-2-4 0,1 0-6 16,2 0-3-16,5 0-1 0,-2 0 0 0,6-1-1 15,0 1-1-15,2-5-8 0,2 1-8 16,-3 2-16-16,-1-3-24 0,0 5-47 16,-5-3-75-16,0 4-89 0</inkml:trace>
  <inkml:trace contextRef="#ctx0" brushRef="#br0" timeOffset="-109353.07">12292 15254 616 0,'0'0'29'15,"0"0"-4"-15,0 0-6 0,85-74-10 16,-60 56-3-16,1 1-6 0,1 1 1 16,1 0-1-16,-1 1 0 0,2 3-3 0,-1-3-2 15,2 2-4-15,3-3-8 0,2 4-13 16,0-2-16-16,-2 2-30 15,0 1-40-15,-1 0-52 0,-2 0-67 16</inkml:trace>
  <inkml:trace contextRef="#ctx0" brushRef="#br0" timeOffset="-109110.51">13395 14679 545 0,'0'0'46'0,"0"0"-10"15,0 0-9-15,95-61-9 16,-70 44-7-16,1 2-1 0,-4-2-5 16,5 2-4-16,1-2 3 0,-2 1-7 0,4-3 3 15,3 2 1-15,-1 2-2 0,1-1 2 16,-1 1-2-16,0-2 1 0,-2 3-3 16,2-1-1-16,-3 1-6 0,-1 0-4 15,1 2-8-15,-2 2-10 0,-1-3-12 16,0 3-25-16,0-1-30 0,-1-1-23 0,1-1-17 15,0-1-2-15</inkml:trace>
  <inkml:trace contextRef="#ctx0" brushRef="#br0" timeOffset="-108956.7">14330 14193 74 0,'0'0'110'0,"0"0"4"15,80-39-13-15,-55 22-12 0,0 0-18 16,2 0-19-16,1-3-11 0,1 1-9 16,2-1-7-16,-3 1-7 0,0 1-6 15,0 3-4-15,-4 1-2 0,-2 3-4 16,-7 2 0-16,0 2-2 0,-6 2-2 15,0 0-1-15,1 2-8 0,-6 1-14 0,0 0-24 16,-4 2-71-16,0-1-113 0,0 1-50 16</inkml:trace>
  <inkml:trace contextRef="#ctx0" brushRef="#br0" timeOffset="-101253.17">13868 12172 262 0,'0'0'41'0,"0"0"-13"0,0 0-7 16,0 0-3-16,0 0-2 0,0 0-4 16,0 0-5-16,0 0-1 0,11 94-3 15,-8-80-1-15,0 2 1 0,0-7-2 16,-3-6 0-16,3 2-1 0,-3-5 1 16,0 0 4-16,0 0 1 0,0 2 8 15,1-1 1-15,-1-1-1 0,0 0 0 16,0 0-3-16,-1-11 0 0,-5-8 2 15,-4-7 1-15,3 1-1 0,1 1 2 0,2 8-2 16,1-3 3-16,0 9 0 0,1 4-1 16,2 0 0-16,0 0-5 0,0-1-2 15,0-1-2-15,0-3-4 0,8 5 1 16,3-3-1-16,7 3 0 0,3-1-1 16,1 5 0-16,1 0 1 0,-1 2-2 15,1 0-1-15,-3 0 0 0,-1 2-4 0,-3 3 1 16,-4 0-1-16,-2 5-4 15,0 0-2-15,-2 1-12 0,1 0-6 16,-6-3-9-16,0-3-8 0,-3-5-4 0,0 4-4 16,0 1 3-16,0 0 12 0,-9-3 11 15,-5-2 18-15,-4-1 10 0,-5-7 7 16,0-1 8-16,1-2 7 0,1 3 9 16,1-2 5-16,0 3 3 0,5 2 1 15,0 0-4-15,5 1-4 0,4 3-4 0,2 1-8 16,4 0-5-16,-1-2-7 0,1 2-2 15,0 0 1-15,0 0 3 0,0 14 4 16,7 7 0-16,9 10 2 16,-2-1-3-16,6 7-4 0,-1 0-1 0,3 3 1 15,2 1-5-15,1-2 4 0,-1-1-6 16,1-1 0-16,0-3 3 0,-1 0-4 16,-1-3 3-16,-4-1-3 0,2-4-2 15,-4-4 0-15,-3-2-2 0,1-1 0 16,-7-7-7-16,-3-5-7 0,-1-1-8 0,-1-2-10 15,0-1-12-15,-1 2-13 0,-2-2-26 16,-5 4-6-16,-2 0 1 0,-8 0 18 16,-2-4 27-16,0-3 19 0,-5 0 15 15,0-1 12-15,2-5 16 0,3-4 14 16,-2 3 17-16,6 1 20 0,0-2 13 16,4 5-3-16,4 0-7 0,3 2-21 15,2 1-18-15,-2 0-10 0,2 0-6 16,0 0-1-16,12 0 1 0,5 0-4 15,7 0-2-15,0 3-4 0,-1 4-1 0,2 3 0 16,-6 0-2-16,4 1 1 0,-3-1-2 16,-2-1-1-16,0 1-1 0,-6-3-2 15,1-2-3-15,-6 0-5 0,2-2-4 16,1 2-6-16,-6-3-5 0,0 0 0 16,-1-2 1-16,2 0 4 0,0-10 8 0,3-5 3 15,-7-3 4-15,0-7 4 0,-1 1 4 16,0 0 3-16,-1 0 4 15,-3 2 2-15,-1 3 8 0,3 2 3 16,0 7 3-16,1 3-1 0,1 2-1 0,0 5-7 16,0-1-5-16,0 1-5 0,0 0-4 15,0 0 1-15,0 0 0 0,0 13 0 16,0 7-1-16,0 6 0 0,0 1-2 16,4-2 2-16,3 1-6 0,-3-2-5 15,2 0-16-15,0 2-24 0,0 1-63 0,1 0-146 16</inkml:trace>
  <inkml:trace contextRef="#ctx0" brushRef="#br0" timeOffset="-100672.64">13328 11469 456 0,'0'0'62'0,"0"0"-18"0,0 0-12 15,0 0-6-15,0 0-6 0,0 0 1 0,0 0 4 16,0 0-5-16,24 94-3 0,-3-60-5 15,2-1-3-15,0 1-3 0,1-5-1 16,-4 0 0-16,3-3-3 0,-6-1-2 16,2-2-1-16,-4-4-6 0,1-1-5 15,-3-1-14-15,2 0-29 0,-4-5-71 16,0-2-157-16</inkml:trace>
  <inkml:trace contextRef="#ctx0" brushRef="#br0" timeOffset="-100193.85">13648 11641 537 0,'0'0'36'0,"0"0"-1"0,0 0-4 0,0 0-7 16,0 0-9-16,58-81-6 0,-26 54-2 15,2 1-6-15,1 4-3 0,-4 2-8 16,-5 5-13-16,-2 2-16 0,-7 4-42 16,-4 2-52-16,-5 2-90 0</inkml:trace>
  <inkml:trace contextRef="#ctx0" brushRef="#br0" timeOffset="-100032.72">13774 11355 559 0,'0'0'42'0,"0"0"-11"15,0 0-11-15,0 0-1 0,0 0-4 16,0 0 0-16,0 0-4 0,0 102-4 16,16-72-3-16,-2 2-1 0,5 0-5 15,0 0-1-15,3-1-9 0,1-4-11 16,0-4-19-16,2-1-38 0,-1-5-78 16,2-3-116-16</inkml:trace>
  <inkml:trace contextRef="#ctx0" brushRef="#br0" timeOffset="-99333.7">14320 10771 423 0,'0'0'43'0,"0"0"-8"0,0 0-10 16,0 0-7-16,0 0-3 0,0 0 1 0,-105-27 1 16,71 47 2-16,-2 5-2 0,0 3-2 15,2 2-1-15,2 2-3 0,4-3-2 16,9-2-4-16,4-2-2 0,6-9-3 16,6 0-2-16,3-7-1 0,6 1 1 15,11-3 1-15,5-2 1 0,4-5 2 0,3 0 0 16,0-2-2-16,-1-1 1 0,-9 0 0 15,2 2-1-15,-9 1 1 0,-4 0 0 16,4 0 2-16,-8 7 2 0,3 0 1 16,-7 5 3-16,0 6-1 0,0 0-1 15,-6 3-2-15,1-6 0 0,-1 0-2 16,0 1 0-16,3-6 3 0,-2 9-4 16,2-6 2-16,2-1-5 0,1 8 0 15,0-8-1-15,1 3 0 0,8-4 0 16,-1-5 0-16,5 0 0 0,3-2 2 0,0-4 0 15,7-2 1-15,-2-7 0 0,1-5-1 16,-3-1 1-16,0-2-5 0,-2 0 5 16,0 0-4-16,-1-2 5 0,-3 1-1 15,-1 0 0-15,-1 0 1 0,-3 5-1 16,-3 1 1-16,0 5 1 0,-4 2 1 16,1 2 1-16,-2 3 0 0,0 0-1 15,0 0-1-15,0-2-1 0,0 2-2 16,0 0-1-16,0 0 0 0,-5 10 2 15,2-2-1-15,0 9 1 0,3 2-1 0,0 1-1 16,6 6 4-16,6-1-3 0,2-4 4 16,3 0-4-16,3 1 1 0,0-3-1 15,0 1 0-15,-1 0 1 0,-1 2-1 16,-4 2 1-16,0 0 0 0,-8 3 1 16,0 2-1-16,-6 0 4 0,0-3-2 0,-3 1 2 15,-6-5-1-15,-5-2 0 0,8-8-1 16,-6-2-1-16,4-5-2 15,-3-3-1-15,1 1-4 0,-1-3-7 16,1 0-19-16,5-1-25 0,-2-7-74 0,7 4-166 16</inkml:trace>
  <inkml:trace contextRef="#ctx0" brushRef="#br0" timeOffset="-98465.87">13739 13485 489 0,'0'0'36'0,"0"0"-13"0,0 0-4 16,0 0-8-16,0 0-3 0,-86 15-5 16,74 2-2-16,-1 0-1 0,3 0-1 15,4-4 0-15,0 1 0 0,3-4 0 16,2-5-3-16,-2 2-1 0,3-7-2 0,-1 0 1 15,1 0 5-15,0 0 3 0,0 0 6 16,0-10 1-16,4-4 3 0,0-4 0 16,0 2 5-16,-2 1 3 0,1 6 0 15,-3 4-1-15,1 1-3 0,-1 4-3 16,3-4-4-16,0 2-3 0,7-1-1 16,6 1 0-16,6 2-2 0,7 5-1 15,1 5-2-15,0 2-2 0,1 2-3 16,-1 1-5-16,-1-1-8 0,-3 1-9 15,-3-2-11-15,-3 0-15 0,-6-2-38 0,-5 1-33 16,-5-3-30-16,-4 2-65 0</inkml:trace>
  <inkml:trace contextRef="#ctx0" brushRef="#br0" timeOffset="-98249.32">13753 13627 421 0,'0'0'66'0,"0"0"-18"15,0 0-11-15,-54-95-6 0,48 78 0 16,2 7-4-16,2 7-4 0,2 3-7 15,0-2-3-15,0 4 0 0,3 16 1 16,8 13 2-16,6 11 0 0,3 6-2 0,1 5-1 16,4 3-5-16,0-1 0 0,0 1-1 15,5 0-3-15,-2-1 1 0,3-2-3 16,1-2-3-16,1-2 0 0,-1 0-4 16,1-3-6-16,-1-4-8 0,-2-3-12 15,-2-2-16-15,-4-7-22 0,-5-3-54 0,-5-3-69 16,-5-9-75-16</inkml:trace>
  <inkml:trace contextRef="#ctx0" brushRef="#br0" timeOffset="-97950.63">13905 14314 614 0,'0'0'44'0,"0"0"-14"0,0 0-10 15,0 0-8-15,0 0-6 0,0 0 1 16,0 0-3-16,0 0-1 0,0 0-3 0,80 2-2 15,-47 8-4-15,2-3-5 0,1 0-6 16,-1-2-9-16,-3-3-6 0,-2-2-5 16,-1 0-2-16,-7-6-2 0,-4-5 7 15,-3-1 14-15,-7 2 10 0,-2-6 12 16,-4-1 9-16,-2-3 8 0,0-5 8 16,-3 7 5-16,-4 0 3 0,3 7-2 15,-2 1-1-15,1 1-6 0,2 6-7 16,1 0-6-16,0 3-6 0,-4 3-2 15,0 9-5-15,-1 6 2 0,4 6-4 0,3 4-2 16,0-1-10-16,0 7-19 0,5-3-46 16,0 1-119-16,-1 0-84 0</inkml:trace>
  <inkml:trace contextRef="#ctx0" brushRef="#br0" timeOffset="-97464.2">14183 13779 563 0,'0'0'52'0,"0"0"-13"0,0 0-12 16,0 0-10-16,0 0-9 0,0 0-2 15,0 0-2-15,0 0 0 0,0 0-2 16,1 42-1-16,10-20-1 0,3 3-7 15,0 0-7-15,2 1-14 0,-1 1-19 0,2-2-28 16,-2-2-55-16,0-1-65 0</inkml:trace>
  <inkml:trace contextRef="#ctx0" brushRef="#br0" timeOffset="-97306.07">14429 13893 613 0,'0'0'42'0,"0"0"-18"0,0 0-6 16,0 0-9-16,-15-77-5 0,15 57-4 0,7 3-5 16,4 2-7-16,2 1-10 0,2 1-22 15,3 1-36-15,1 0-61 0,1 3-123 16</inkml:trace>
  <inkml:trace contextRef="#ctx0" brushRef="#br0" timeOffset="-96517.72">14567 13150 423 0,'0'0'46'0,"0"0"-14"0,0 0-9 15,0 0-8-15,0 0-4 0,0 0 2 16,-96 0 2-16,73 14 5 0,5 5-4 16,1 1-2-16,4-1-6 15,5-4-3-15,2-7-2 0,6 3-2 0,0-1 0 16,0 4-1-16,11 2 0 0,2-5 2 16,3-4 0-16,-5 0 0 0,5-2 1 15,-2-2-1-15,-3-2 1 0,5 3-3 16,-7 0 4-16,-6-3-2 0,1 1 2 15,-2 0 2-15,1 1 1 0,-1 1 1 0,1 1-1 16,-3-5-1-16,0 3-1 0,1 2-2 16,-1 0-2-16,2 2-2 0,-2-7-1 15,0 0-2-15,0 0 3 0,1 0 1 16,5 0 3-16,0 0-2 0,5 2 0 16,-1 0 0-16,-2 1 0 0,2-1 0 15,-5 5 0-15,4 6 1 0,-4 1 1 16,1 9 1-16,-5 1 2 0,-1 2 0 15,0 0-1-15,2 1-1 0,0-3 0 16,1-2-2-16,6-3 2 0,1-5-2 0,4-3 2 16,4-5-1-16,3-5 1 0,2-1-1 15,2-2 0-15,0-10-1 0,0 0-2 16,-1-1 1-16,-3 3 0 0,-6 1 0 16,-5 6 0-16,-6 1 0 0,1 0 1 15,-1 1-1-15,0-1 1 0,2 2 2 0,-6 0-4 16,6 0 3-16,0 0-1 0,-2 0 0 15,2 0 0-15,-2 0-1 0,1 0-1 16,0 0 0-16,1 0 0 16,-6 0 0-16,0 0 0 0,0 0 0 0,1 0-1 15,1 0 1-15,-1 0 1 0,1 0 0 16,-2 0-2-16,3 0 1 0,-3 0 0 16,0 2 0-16,1-2 1 0,-1 0-1 15,0 0 0-15,0 1-1 0,0-1 1 16,0 2 0-16,0 5 0 0,2 8 1 0,5 2 2 15,4 6-1-15,4-2 4 0,1 2-4 16,-1-3 1-16,3 2-1 0,-3-1-1 16,-1 1-1-16,-5 0-1 15,-2 3 1-15,-6-1 0 0,-1 2 1 0,-2-2-5 16,-7-2-4-16,-4-1-9 0,-5-3-10 16,0-2-13-16,-3-5-32 0,0 0-91 15,-4-5-125-15</inkml:trace>
  <inkml:trace contextRef="#ctx0" brushRef="#br0" timeOffset="-93168.84">10336 12730 684 0,'0'0'16'0,"0"0"3"0,0 0-2 16,0 0-5-16,84-103-4 0,-44 69-5 0,5-1-12 15,-3 1-9-15,-3 1-27 0,-1 4-35 16,-4-2-77-16,-5 4-124 0</inkml:trace>
  <inkml:trace contextRef="#ctx0" brushRef="#br0" timeOffset="-93008.18">10524 12104 635 0,'0'0'36'0,"0"0"-4"16,0 0-4-16,0 0-7 15,-18 94-2-15,30-52-7 0,3 4-3 0,5 3-4 16,-1-2-2-16,5 0-3 0,1-4-4 16,2 1-8-16,4-7-15 0,2-2-18 15,3-6-47-15,-2-7-112 0,3-3-82 16</inkml:trace>
  <inkml:trace contextRef="#ctx0" brushRef="#br0" timeOffset="-92835.65">11407 11705 718 0,'0'0'3'0,"0"0"-3"0,75-83-3 15,-47 56-14-15,2 1-21 16,-1 4-35-16,-3-3-67 0,-1 4-133 0</inkml:trace>
  <inkml:trace contextRef="#ctx0" brushRef="#br0" timeOffset="-92689.89">11465 11275 664 0,'0'0'40'0,"0"0"-10"16,0 0-5-16,-33 80-10 0,33-51-7 15,10 3-5-15,7 0-1 16,6 0-6-16,0-1-5 0,7 1-13 16,0 0-14-16,0-9-26 0,5 0-56 0,-4-8-146 15,4-1-8-15</inkml:trace>
  <inkml:trace contextRef="#ctx0" brushRef="#br0" timeOffset="-92344.34">12230 10749 746 0,'0'0'3'15,"0"0"-2"-15,91-94-1 0,-54 65-5 16,-1-3-11-16,-2 6-12 0,-4-2-17 15,-4 2-13-15,-7-1-25 0,-6 1-9 0,-7 0 6 16,-6 1 15-16,-3-1 38 0,-10-1 29 16,-2 5 46-16,-3 2 33 0,-3 4 20 15,0 4 3-15,4 5-20 0,-1 5-21 16,-1 2-14-16,5 9-11 0,-2 12-8 16,7 6-1-16,8 10-8 0,1 5-1 0,11 3-4 15,8 1-6-15,7 0 1 0,3-3-7 16,3-1-1-16,1-1-6 15,3 0-14-15,-1 0-15 0,-5 2-31 16,-1-1-69-16,-6 0-157 0</inkml:trace>
  <inkml:trace contextRef="#ctx0" brushRef="#br0" timeOffset="-91748.77">12437 11953 696 0,'0'0'23'16,"0"0"1"-16,102-31-8 0,-56 5-12 16,6-5-4-16,0-1-22 0,-1-1-13 0,-5 1-22 15,-7 3-40-15,-10-2-35 0,-9 3-29 16,-8 2 12-16,-10 2 52 0,-2 3 84 15,-9 1 69-15,-10 6 65 16,-2-1 23-16,-4 5-7 0,-3 3-24 0,1 4-37 16,2 3-21-16,4 10-17 0,6 8-11 15,5 9-7-15,6 10-4 0,4 7-3 16,3 2-3-16,8 5-1 0,4-1-6 16,2-1-6-16,2-3-11 0,2-4-17 15,1 0-18-15,-4-1-43 0,-1 1-108 0,-8 2-97 16</inkml:trace>
  <inkml:trace contextRef="#ctx0" brushRef="#br0" timeOffset="-91376.7">10794 12472 567 0,'0'0'42'0,"0"0"-10"0,0 0-10 16,0 0-9-16,0 0-5 0,0 0-5 16,0 0-5-16,-3-92-2 0,18 78-9 0,2 1-19 15,10-1-57-15,1 0-108 0,5 1-78 16</inkml:trace>
  <inkml:trace contextRef="#ctx0" brushRef="#br0" timeOffset="-90911.65">13110 16670 721 0,'0'0'9'0,"0"0"7"16,0 0 2-16,0 0-3 0,0 0-2 15,98 8-10-15,-48-20-12 0,9-1-20 16,3-2-37-16,5-2-88 0,0-3-151 16</inkml:trace>
  <inkml:trace contextRef="#ctx0" brushRef="#br0" timeOffset="-90703.11">14780 16608 726 0,'0'0'13'16,"0"0"2"-16,0 0 0 0,103-4-3 15,-75-1-3-15,0-5-6 0,7-2-12 16,0-4-16-16,2-5-35 0,-1-1-67 16,2-5-173-16</inkml:trace>
  <inkml:trace contextRef="#ctx0" brushRef="#br0" timeOffset="-90443.02">16478 16377 742 0,'0'0'20'0,"79"-16"5"15,-37 8-2-15,3-4-11 0,1 2-4 16,2-5-4-16,-1 1-3 0,0-1 0 15,-5 1-2-15,-5 1-1 0,-7 1-6 0,-5 2-7 16,-4 0-9-16,-6 2-14 0,-8 4-17 16,-2 1-53-16,-5 3-102 0,0-7-78 15</inkml:trace>
  <inkml:trace contextRef="#ctx0" brushRef="#br0" timeOffset="-90141.77">16860 14902 696 0,'0'0'17'0,"0"0"3"15,100-73-2-15,-59 53-5 0,-2 4-5 16,-3 3-6-16,-3 2-9 0,-11 5-14 16,-3 6-23-16,-6 0-68 0,-6 0-175 15,2 6-7-15</inkml:trace>
  <inkml:trace contextRef="#ctx0" brushRef="#br0" timeOffset="-86352.66">9405 15226 118 0,'0'0'21'0,"0"0"6"0,0 0 8 0,0 0 18 16,0 0 16-16,0 0 6 0,0 0-4 16,0 0-11-16,0 0-17 0,-15-6-11 15,14 6-9-15,-1 0-6 0,-2 0-4 16,-6 6 0-16,3 8-1 0,-4 8-1 16,2 0 0-16,3 2-3 0,0 2-2 15,-1-1-3-15,7-1 0 0,-3-5-3 0,1 1-1 16,2-1-5-16,0-6-15 15,0 6-33-15,-1-8-76 0,-5-2-153 16</inkml:trace>
  <inkml:trace contextRef="#ctx0" brushRef="#br0" timeOffset="-86167.88">9136 15378 615 0,'0'0'32'0,"0"0"-1"0,0 0-9 15,0 0-6-15,0 0-4 0,0 0-5 16,0 0-1-16,98-38 0 16,-69 49-3-16,1 1-3 0,4 0-3 0,2 1-9 15,0 1-12-15,2-1-20 0,0-2-29 16,-5 0-65-16,1-2-131 0</inkml:trace>
  <inkml:trace contextRef="#ctx0" brushRef="#br0" timeOffset="-85825.73">9084 15282 511 0,'0'0'47'0,"0"0"-11"0,-19 113-14 16,25-74-10-16,11-3-3 0,8-5-7 15,5-5 2-15,6-5-1 0,5-7 0 0,6-7 0 16,2-6-2-16,2-1 2 0,-2-8-1 16,-5-4 4-16,-5-8 1 0,-3-2 4 15,-7-2 1-15,-6-3-1 0,-4-1 1 16,-6-1-2-16,-5-1-1 0,-8 1-3 16,0-3-1-16,-8 0-1 0,-8 0-2 0,-7 0-1 15,-9 2 1-15,-1 2-5 16,-5 5 4-16,-5 4-1 0,-1 8-1 15,0 4 0-15,0 7-1 0,5 2-4 16,0 13-2-16,7 6-8 0,5 8-16 0,6 6-36 16,6 6-135-16,4 3-82 0</inkml:trace>
  <inkml:trace contextRef="#ctx0" brushRef="#br0" timeOffset="-85292.07">12487 14408 598 0,'0'0'55'0,"0"0"-10"0,0 0-12 16,0 0-12-16,0 0-7 15,0 0-6-15,0 0 0 0,0 0-3 16,0 0 0-16,-46 68 1 0,43-36-6 0,3 0 1 16,0 0-6-16,0-2-11 0,0 1-7 15,0-2-15-15,3-2-15 0,0-8-36 16,1 3-47-16,-3-9-98 0</inkml:trace>
  <inkml:trace contextRef="#ctx0" brushRef="#br0" timeOffset="-85115.22">12302 14645 613 0,'0'0'37'15,"0"0"-10"-15,0 0-9 0,0 0-5 16,0 0-7-16,36-79-3 0,-16 71-3 16,0 5-2-16,4 3-4 0,-1 0-10 15,1 6-7-15,-2 5-14 0,0 0-25 16,1 0-42-16,-3 2-82 0,2-2-64 0</inkml:trace>
  <inkml:trace contextRef="#ctx0" brushRef="#br0" timeOffset="-84776.81">12269 14377 487 0,'0'0'51'0,"0"0"-16"0,0 0-11 0,-63 89-2 16,63-58-10-16,6-2-3 0,10-1-2 16,7-4-3-16,6-4 1 0,6-4 3 15,4-4-1-15,3-2 0 0,-1-4-1 16,0-3-1-16,-3-3 0 0,-3 0-1 16,-2-2 1-16,-1-8 2 0,-3-3-2 0,-4-2-1 15,-1-3 1-15,-8-3-5 0,1-2 6 16,-7-1-7-16,-5-2 4 15,-5-1 0-15,-2 0-2 0,-14 2 2 16,-3-1-3-16,-7 2 2 0,-2 3-1 0,-4 4-1 16,-2 4 0-16,1 4-2 0,-2 9-3 15,2 0-3-15,-2 12-8 0,5 5-10 16,0 8-14-16,4 2-50 0,6 7-89 16,3-3-91-16</inkml:trace>
  <inkml:trace contextRef="#ctx0" brushRef="#br0" timeOffset="81236.77">9963 16549 36 0,'0'0'13'0,"0"0"6"0,0 0-7 16,0 0 5-16,0 0 4 0,0 0-4 15,0 0-1-15,0 0-1 0,0 0-10 16,-3 0 4-16,3 0-5 0,0 0-1 16,0 0-1-16,-3 0-2 0,3 0 5 15,0 0-5-15,0 0 5 0,0 0 2 16,0 0 2-16,3 5 13 0,6 10 3 15,8 11 1-15,3 5 6 0,4 8-4 0,6 5-3 16,6 9-2-16,3 7-7 0,4 4-6 16,2 4-1-16,3-1-3 0,1 1-3 15,2-3 3-15,-1-2-1 0,-1-3 1 16,-1-6-4-16,-3-4-4 0,-2-8-2 16,-2-1-3-16,-4-7-16 0,1-5-26 0,-5-6-32 15,-3-5-62-15</inkml:trace>
  <inkml:trace contextRef="#ctx0" brushRef="#br0" timeOffset="81570.03">10618 16152 234 0,'0'0'43'0,"0"0"10"0,0 0 6 16,40 96-11-16,-7-49-16 16,5 4-13-16,11 4-5 0,0 1-3 15,5 5-5-15,1-3 1 0,1 1-2 16,-5 0-1-16,4-1-1 0,-5 1-2 0,-2-1 0 15,0 2 0-15,-5-3-1 0,-3-3-2 16,-2-3 2-16,-5-5 1 0,-4 0-5 16,-1-5-2-16,-7 0-15 0,-2-9-31 15,0-7-19-15,-8-6-47 0,4-11-80 16</inkml:trace>
  <inkml:trace contextRef="#ctx0" brushRef="#br0" timeOffset="81835.74">11443 15783 392 0,'0'0'21'16,"0"0"6"-16,75 78 4 0,-38-36-1 15,6 7-12-15,3 6-2 0,6 7-8 16,-2 2-1-16,6 7-5 0,-1-2 0 16,0-1-1-16,-2 0-2 0,2-3 0 15,-3-6-6-15,-3-3-7 0,-4-6-15 16,-5-6-35-16,-2-6-35 0,-9-4-80 16</inkml:trace>
  <inkml:trace contextRef="#ctx0" brushRef="#br0" timeOffset="82113.65">12422 15380 388 0,'0'0'31'16,"69"88"-1"-16,-31-31-8 0,2 5-6 15,1 3-2-15,1 1-3 0,4-1-5 16,-2 0-1-16,0-2-6 0,-2-3-4 0,-4-2-1 16,1-3-13-16,-6-6-16 0,-1-3-33 15,-2-6-32-15,-4-8-57 16</inkml:trace>
  <inkml:trace contextRef="#ctx0" brushRef="#br0" timeOffset="82390.86">13155 14956 305 0,'0'0'22'0,"0"0"8"16,0 0 5-16,75 90-3 0,-46-50-6 16,3 4-10-16,3 5-4 0,4 5-7 15,-1-2-6-15,2 1-2 0,-1 0-6 0,-5 0-4 16,0-5-23-16,-3-2-25 0,-2-2-40 15,-3-6-65-15</inkml:trace>
  <inkml:trace contextRef="#ctx0" brushRef="#br0" timeOffset="82729.42">13798 14403 327 0,'0'0'43'0,"0"0"4"15,0 0-2-15,0 0-5 16,99 55-9-16,-67-11-5 0,6 9-8 15,2 6-3-15,0 6-6 0,2-2-4 0,0 0 0 16,-3 0-4-16,0-2 1 0,-4-6-1 16,-3-2-1-16,-2-4 2 0,0-8-2 15,-5-3 0-15,-3-4-3 0,-4-5-2 16,-5-7-3-16,0-3-6 0,-5-6-9 16,-4-7-15-16,2 3-28 0,-3-4-41 0,1 0-118 15</inkml:trace>
  <inkml:trace contextRef="#ctx0" brushRef="#br0" timeOffset="87278.41">9903 16540 16 0,'0'0'22'0,"0"0"-1"0,0 0-5 0,0 0 1 15,0 0-2-15,0 0-3 0,0 0-5 16,0 0-5-16,0 0-7 0,5 5-6 15,-5-5-23-15</inkml:trace>
  <inkml:trace contextRef="#ctx0" brushRef="#br0" timeOffset="129312.81">14154 14194 34 0,'0'0'16'0,"0"0"-3"0,0 0-3 16,0 0-2-16,91-60-2 15,-75 48-4-15,1 3 0 0,-5 1-1 0,1 1-1 16,0 0 1-16,-4 2 0 0,5-2-1 16,-1 0 1-16,-3 2-1 0,3-3 0 15,0 3 0-15,0-2-1 0,0-1 1 16,0 1-1-16,0-1 1 0,-5 3 0 16,6-4 0-16,-7 4 1 0,1 1 2 0,1-2-1 15,-6 3-1-15,5-2 2 0,-5 2-1 16,0 1 0-16,0 0-1 0,-3 2 1 15,0-2-2-15,0 2 0 0,1 0-4 16,-1-1-1-16,0 1-2 0,3 0-3 16,-3-2-4-16,0 2-2 0,2 0-4 0,-2 0-4 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11T14:13:53.518"/>
    </inkml:context>
    <inkml:brush xml:id="br0">
      <inkml:brushProperty name="width" value="0.05292" units="cm"/>
      <inkml:brushProperty name="height" value="0.05292" units="cm"/>
      <inkml:brushProperty name="color" value="#FF0000"/>
    </inkml:brush>
  </inkml:definitions>
  <inkml:trace contextRef="#ctx0" brushRef="#br0">13252 5107 216 0,'0'0'39'0,"0"0"-8"16,0 0-5-16,0 0-3 0,0 0 2 16,0 0 11-16,0 0 0 0,6 125-6 15,4-44-6-15,-2 10-10 0,1 10-2 16,0 11 0-16,-1 6-3 0,-2 4 0 16,-2 4-1-16,1 4-4 0,-1-3 5 0,1 3 1 15,2-4-1-15,0 0 3 0,0-3-7 16,2-7-1-16,1-6 2 0,-1-7-4 15,0-13-2-15,0-8 2 0,0-12-3 16,-1-12 1-16,-3-12 0 0,2-12 0 16,-4-13-1-16,0-8-2 0,-1-9-3 0,-2-4 2 15,0 0 2-15,0-6 2 16,0-22 2-16,0-15-1 0,-2-22-2 16,-1-15-3-16,0-12 1 0,2-16-5 15,-1-13 0-15,-2-13 1 0,0-9-5 0,-4-5 1 16,1-6 2-16,-2 0 1 0,0 5 3 15,0 8 0-15,2 11 5 0,-3 15 0 16,5 17 4-16,0 11 2 0,2 15-2 16,-3 6 3-16,-1 8-3 0,1 5-1 15,-2 2 3-15,3 5-5 0,-1 5 4 0,-1 5 0 16,5 12 2-16,0 9 1 0,2 10-1 16,0 5-4-16,-2-2-3 0,2 7-1 15,0 21 3-15,0 19 5 16,0 28 0-16,0 18 1 0,4 17-2 0,3 13-4 15,-1 12 4-15,0 8-4 0,-1 9 3 16,0 0-2-16,0 2-1 0,-1-4 1 16,-3-3-1-16,-1-7 0 0,0-6-2 15,0-10 0-15,0-9 0 0,-1-8 1 16,-3-9-1-16,0-11 2 0,3-10-2 0,1-10 0 16,0-11 0-16,0-13-2 0,0-14-1 15,0-12-2-15,1-9-1 16,-1-6-3-16,0 0 1 0,0 0 1 15,2 2 1-15,-2-2 3 0,2 0 0 0,2-8-1 16,-3-8-7-16,1-7-7 0,1-1-16 16,-2-4-25-16,2 2-23 0,-1-3-40 15,5 0-92-15</inkml:trace>
  <inkml:trace contextRef="#ctx0" brushRef="#br0" timeOffset="75587.76">8805 15880 33 0,'0'0'28'0,"0"0"-3"0,0 0-3 16,0 0-4-16,0 0-2 0,0 0-3 0,0 0 0 16,0 0-4-16,66-80-2 15,-41 67-2-15,1 1 0 0,10 0 0 16,0-3-2-16,5 0 1 0,2 0-1 16,-1-2 1-16,0-1-2 0,1 1 1 0,2 1-2 15,1-1 1-15,1-1 1 0,2-1-1 16,-1 2 1-16,2-5 2 0,1 1 0 15,-2-4 3-15,4 1 0 0,1 0 4 16,-2-2-1-16,0 1-1 0,1 1-1 16,1-1-5-16,-2 5-2 0,0-1 0 0,0 0-1 15,-3 2-1-15,-2-1 0 0,3 1 1 16,-2-1-1-16,1-2-1 16,1 1 1-16,0-1-1 0,0-1 2 0,2-1 2 15,-1-1 1-15,1 2-1 0,1 2 1 16,-3 1-2-16,0 2 2 0,-2 2-3 15,-5 1 0-15,-1 1-1 0,0 2 2 16,-1-1-1-16,0 0-1 0,1 1 2 16,1-2-1-16,1-1-1 0,-2 0 1 15,0-2 1-15,3 1-2 0,2-1 4 0,0-1-4 16,0 3 1-16,0-2-1 0,-1 0 0 16,-2 2 1-16,-1 0-1 0,-3 0 1 15,-2-1-1-15,2 3 1 0,-4 1 2 16,-1 0-2-16,-3 0 0 0,4 0-1 15,-2 0 1-15,-1 0-1 0,4-1 2 16,-1-1-3-16,1-2 1 0,0 3 0 16,2-1-3-16,0-1 4 0,-3 0-5 15,1 0 6-15,-3 1-1 0,1 2 0 16,-3 0 0-16,2 2 1 0,-3 0 0 0,-1 0 0 16,2-1 1-16,-5-2 0 0,0 3 0 15,-1-2 2-15,0 1-2 0,1-1 2 16,-1 2-2-16,1-1-1 0,1 2 0 15,1 0 0-15,-2-1-1 0,-2 1 0 16,2 1 1-16,0 1 2 0,0 0-4 0,0-3 1 16,-1 1 0-16,0 1 1 15,-2-2 2-15,3 0-1 0,-1-1 1 16,0 0 0-16,3 1 0 0,0-2 0 16,-2 1 0-16,1-1-2 0,-2 0-1 0,-3 2 1 15,3 1 0-15,-3-3 1 0,2 4 0 16,-1-1 0-16,-2-1 1 0,3 0-1 15,-1 1-1-15,1 1 2 0,-1 0-3 16,-1-1 0-16,2 1 1 0,-2-1 0 16,3 0 2-16,-2 2-1 0,-3-2 0 0,5 1 1 15,-3 0-1-15,0 1 0 0,-3-2 1 16,4-1-2-16,-1 3-1 16,1-3-1-16,0 2 1 0,0-1 1 15,1-1-1-15,-2 1 3 0,-1 1-1 0,-1-2-2 16,2 1-4-16,-1-1 6 0,0-1-4 15,2-1 2-15,1 1 1 0,-1 2 0 16,2-2-1-16,1 2-1 0,0 0 1 16,2-3 1-16,0 0-1 0,0-1 1 15,0 4-1-15,0-4-1 0,-2 1 1 0,2 0 1 16,-2 0-1-16,2 0 4 0,0-2-3 16,1 0 2-16,2-1 0 0,-1 0 1 15,0-4 1-15,0 2 2 0,-1-2 0 16,2-1 2-16,1 1 0 0,1-1 0 15,2 0-1-15,2 0 0 0,3 2-1 16,-1-1-2-16,2 0 0 0,-2 2-2 16,-3 0 0-16,0 0-2 0,-3 2 1 15,-4 3 0-15,-2-1-2 0,-2 2 0 16,-1 1-1-16,-5 1 1 0,-8 1-1 0,2 2 0 16,-7 2 1-16,-3 1-1 0,4-2 0 15,-4 3 2-15,0-1-4 0,2 2 0 16,-6 1-6-16,0-2-10 0,0 2-19 15,1 0-50-15,-1 0-57 0,0 0-107 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11T14:36:32.536"/>
    </inkml:context>
    <inkml:brush xml:id="br0">
      <inkml:brushProperty name="width" value="0.05292" units="cm"/>
      <inkml:brushProperty name="height" value="0.05292" units="cm"/>
      <inkml:brushProperty name="color" value="#FF0000"/>
    </inkml:brush>
  </inkml:definitions>
  <inkml:trace contextRef="#ctx0" brushRef="#br0">20465 10385 335 0,'0'0'51'0,"0"0"-14"16,0 0-12-16,0 0-5 0,0 0 0 0,0 0-3 15,0 0-4-15,-78 55 0 16,70-34-2-16,5-4-5 0,2-1 1 15,1 1-5-15,0-6-1 0,3 1 2 16,3-4-1-16,6-7 0 0,5-1 1 0,1 0-1 16,6-7-1-16,-3-4 2 0,-2-3-1 15,-4-1 1-15,0-3-2 0,-3 0 4 16,-3-2-1-16,-2 0 1 0,-4 5-1 16,-2-4 0-16,-1 2 1 0,0 5 0 15,-3-5 1-15,-2 6 0 0,-2 4 1 16,-1-1-1-16,-1 6 0 0,-6 1 0 15,1 1-1-15,-3 9 1 0,4 3-3 16,0 5-1-16,7-5-2 0,1 3-1 16,3-5 0-16,2 3-1 0,0 2 1 0,0-4-2 15,3 3 1-15,3-6 0 0,3-4 1 16,1 2-1-16,0-6 1 0,0 2-1 16,3-2 1-16,2-2 0 0,-6-3 0 15,3-3 0-15,-5 3 0 0,-1-4 0 16,0 2 1-16,-3-3 0 0,-2-2 1 0,-1 2 0 15,0 0 1-15,0 3 0 0,-3-3 0 16,0 7 1-16,-5-1 1 0,2 4 0 16,-4 0-1-16,-6 0-1 0,6 0-2 15,-4 8 1-15,8-1-1 0,-2 0 0 16,2 0 0-16,4-4 0 0,0 2-2 16,2-5-1-16,-1 0 0 0,1 2 0 15,1 0-1-15,8-1 0 0,3-1-2 16,2 0 0-16,-2-3 0 0,0-4 2 15,-4 0 3-15,-1-1 0 0,-1 1 2 0,-3 2 2 16,1 3-2-16,-4 2 3 0,0-5 0 16,0 0 1-16,0 1 0 0,0 0-1 15,-9 4 0-15,-1 0 0 0,-6 7 1 16,-1 4-1-16,6-2-2 0,1 3-1 16,5-4-1-16,2-3-1 0,1 0-1 0,2-5 0 15,0 0 0-15,0 0-1 16,0 0-1-16,10 0 2 0,5 0-1 15,0-3 1-15,-5-4 0 0,0 2 0 16,-4-2 1-16,1 2 0 0,-4 2 3 0,0 1 0 16,-3 2 1-16,0-2-1 0,0 2 0 15,0 0-1-15,0 2 1 0,-6 5 1 16,-3 4-2-16,2-5 1 0,-3 4 0 16,3-3-1-16,5-4-1 0,-1 0-1 15,3-3 0-15,-1 0-3 0,1 0 4 0,0 0-3 16,0-3 2-16,1-7 1 15,4-2 1-15,1 4 0 0,-2-1 1 16,1 1-1-16,-3 4 3 0,-1-1-2 16,2 2 1-16,-3 3 1 0,0-2-2 0,0 2 1 15,0 0 0-15,-1 2 0 0,-5 6 0 16,-1-1-1-16,0 0 1 0,4 3-3 16,0-8 0-16,1 3 0 0,2-5-2 15,-1 0 1-15,1 5 0 0,0-2-1 16,0 1 1-16,1 1 1 0,-1-5 0 0,0 0 1 15,0 0 0-15,2 0 1 0,-1 2 1 16,1-2-1-16,-1 0 0 0,1 0 2 16,-2 0 0-16,0 0 2 15,0 1 0-15,0-1-1 0,0 2 0 0,0-2-1 16,0 1-1-16,0-1-1 0,-2 1-2 16,1 2-1-16,-1-3 0 0,2 0-1 15,-1 0-1-15,1 2 1 0,-2-2-1 16,2 2 0-16,0-2 1 0,0 0 0 15,0 1 1-15,0-1 0 0,0 0 2 0,0 0-1 16,0 0 0-16,0 0 2 0,0 0-2 16,0-1 1-16,0-1 1 0,0 0-2 15,0 2 2-15,-1 0-1 0,-1 0-1 16,-2 0 2-16,-3 0-2 0,-1 7 0 16,1-2-2-16,4 0 1 0,1-1-1 0,2-4 1 15,-2 0 1-15,2 0 0 16,0 1-1-16,0 1 1 0,0-2-1 15,2 0 0-15,2 0 1 0,3-3 1 16,1-4-1-16,-1 0 0 0,-2 0 1 0,-2 3 0 16,0 1 1-16,-3 3-1 0,0-1 2 15,0 1-2-15,0-2 0 0,0 0 0 16,0 2-1-16,0 0 1 0,-1 0-1 16,-5 0 1-16,-2 8-1 0,3 1 0 15,2-4 0-15,1-1-1 0,2 1 0 16,0 0 0-16,2 2 0 0,4 1 0 0,-4-5-1 15,3 1 1-15,-1-4 1 16,2 0-1-16,3-3 2 0,2-1-1 16,-8 1 1-16,2-4 1 0,-4 2-1 0,-1-5 1 15,0 1-1-15,0 0-1 0,-1 1 2 16,-7 3 0-16,1-2 0 0,3 4 1 16,-5 1-1-16,3 2 0 0,-3 0 0 15,-2 0 0-15,7 2-1 0,-2 5-1 16,5-4-1-16,-1 1 0 0,1 1-1 0,1-2 2 15,0 2-1-15,0-1 1 0,7 1 0 16,-1-4-1-16,4-1 1 0,1 0 0 16,-2 0-1-16,0 0 0 15,-6-3-1-15,2 1-7 0,-5 2-14 0,0 0-33 16,0-5-127-16,-1 2-113 0</inkml:trace>
  <inkml:trace contextRef="#ctx0" brushRef="#br0" timeOffset="5656.98">12562 9885 152 0,'0'0'23'15,"0"0"5"-15,0 0 7 0,94-46-1 16,-36 18 8-16,8-5 4 0,13-6 1 15,6-6-4-15,6-5-7 0,9-1-5 0,4 0-6 16,1 0-4-16,1 3-6 0,-6 5-6 16,-9 7-5-16,-9 6-4 0,-15 3-1 15,-12 10-2-15,-13 1-2 0,-15 7-3 16,-12 5-7-16,-9 2-2 0,-6 2-14 16,0 0-31-16,-9 6-14 0,-12 7-25 15,-12 9-8-15,-9 2 1 0</inkml:trace>
  <inkml:trace contextRef="#ctx0" brushRef="#br0" timeOffset="5922">12663 10053 166 0,'0'0'52'15,"0"0"11"-15,0 0 0 0,80-8-11 16,-28-9-19-16,7-4-12 0,11-6-3 15,6-6 4-15,9-7 5 0,8-6-1 16,5-4 2-16,4-3-5 0,0 1-3 16,-3-1-3-16,-5 7-8 0,-9 4-3 0,-11 9-4 15,-12 7-2-15,-13 9 0 0,-11 0-1 16,-14 9-1-16,-11 4 0 0,-7 1-4 16,-6 3-4-16,0 0-9 0,0 0-12 15,0 0-13-15,-7 0-31 0,-6 8-20 16,-7 3-42-16,-1 2-88 0</inkml:trace>
  <inkml:trace contextRef="#ctx0" brushRef="#br0" timeOffset="13989.1">20259 10430 265 0,'0'0'55'16,"0"0"-7"-16,-117 41-5 0,74-25-7 16,-2 2-13-16,0 3-2 0,2 1-5 15,0-2-4-15,-2 4 0 0,5 1-3 0,-1 1 1 16,-2 2-2-16,2 4 2 15,-1 4-2-15,3 3 1 0,0 5-3 0,1 2 1 16,-1 1-2-16,2 3 2 16,1-1-2-16,1-1 0 0,0 0 3 0,3-3-3 15,2 0 3-15,2-3-4 0,1-2 0 16,3-1 0-16,1-3 0 0,-1-1-1 16,4-1 2-16,-2 0 0 0,1-1-2 15,-1 0 1-15,0-1-2 0,1-3 1 16,2-2-1-16,2-5 1 0,5-8-1 0,0-3-2 15,7-3 0-15,2-5-1 0,1 1 0 16,2-4-1-16,-2 0-8 0,2 0-7 16,0 0-13-16,0 0-20 0,5-12-41 15,4-5-50-15,2-6-98 0</inkml:trace>
  <inkml:trace contextRef="#ctx0" brushRef="#br0" timeOffset="14319.28">18937 11335 355 0,'0'0'51'0,"0"0"-5"0,0 0-11 15,0 0-10-15,0 0-7 0,-64 96-6 16,52-62-2-16,0-2-1 0,3 4 0 16,0-2-3-16,2-4-1 0,1-3 0 0,5-7-4 15,-1-3 1-15,2-6 0 16,0 0-1-16,0-1 2 0,5-2-2 15,2 1 3-15,-4-7-1 0,4 1 3 16,3-3 0-16,6 0-1 0,1-3 2 0,-1-4 2 16,0 0-1-16,0-2 1 0,0 0 1 15,0-2-1-15,-1 3 0 0,-3 0-1 16,0 2-2-16,-2 1-4 0,-6 2 1 16,1 1-2-16,-5 2-1 0,0-1 2 15,0 1-2-15,1 0-4 0,1-1 1 0,-1 1 0 16,0 0-5-16,0 0-3 0,1 0-16 15,1 1-26-15,0 5-79 16,0-1-141-16</inkml:trace>
  <inkml:trace contextRef="#ctx0" brushRef="#br0" timeOffset="15076.01">19432 11517 360 0,'0'0'43'15,"0"0"0"-15,0 0-13 0,0 0-9 16,0 0-5-16,0 0-1 0,0 0-5 16,0 0 2-16,-83 48 1 0,64-38 0 15,0 1 0-15,-1 0-3 0,-2-1-1 16,-2 1-3-16,2 0-1 0,-6-1 0 0,1 1 0 15,-2 0 1-15,-1-1-1 16,1-1 0-16,0 0 1 0,0-1 1 16,4-2-1-16,8-1-1 0,-2-1-1 0,9-2-2 15,4-1 1-15,-5 1 0 0,6-1 0 16,0-1-1-16,0 1 0 0,5-1 1 16,-1 0-1-16,1 0-1 0,-3 0 1 15,3 3-2-15,-3-3 0 0,2 0 1 16,-6 3-1-16,4-2 0 0,-6 3 1 0,1 0 1 15,0 1-2-15,1-1 1 0,-1 0 0 16,1 0-1-16,3-1 1 0,-3 1 0 16,4-1 0-16,-3-2 0 0,4 2 1 15,2-3-4-15,-1 0 4 0,1 0-2 16,-1 2 1-16,-1-2-1 0,1 1 0 16,-2-1 0-16,3 3-1 0,-3-3 2 15,2 0-1-15,-1 0 1 0,1 2-2 16,-1-2 0-16,1 1-2 0,-1-1-3 15,1 0-11-15,1 2-21 0,-2-2-62 0,2 0-144 16,0 0-32-16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11T14:18:50.791"/>
    </inkml:context>
    <inkml:brush xml:id="br0">
      <inkml:brushProperty name="width" value="0.05292" units="cm"/>
      <inkml:brushProperty name="height" value="0.05292" units="cm"/>
      <inkml:brushProperty name="color" value="#FF0000"/>
    </inkml:brush>
  </inkml:definitions>
  <inkml:trace contextRef="#ctx0" brushRef="#br0">4990 11562 57 0,'0'0'27'15,"0"0"-3"-15,0 0 1 0,0 0-2 16,-51-84 0-16,48 79-2 0,-3-3-5 16,5 5-1-16,-2-1-6 0,1 1-7 0,2 3 0 15,-1-1-2-15,1 1 2 0,0 3 3 16,0 12 2-16,0 10 3 0,3 11 3 16,4 3 3-16,2 3 2 0,2 5 1 15,2 4 0-15,3 4 3 0,2 4-6 16,2 4-1-16,1 6-6 0,3 5-5 0,-1 4 0 15,1 3-3-15,-1 7 4 16,-2-1-3-16,2 2 0 0,-2 4 1 16,-1 0-5-16,1 3 1 0,2 1 1 15,0 2-1-15,-2-1 3 0,0 3 2 0,1 0-1 16,2 2 4-16,-2 4-3 0,1 1 1 16,-1 2 1-16,0 3 1 0,-2-2 1 15,-3 6 0-15,2 1-3 0,-2 0-4 16,-2-1 2-16,-1-1 3 0,-2 2-4 15,1-2 1-15,-6 0-3 0,5-4-1 0,-2-1 3 16,0 0 1-16,0-1 0 0,3 3-1 16,0 2-1-16,6 0 1 0,-5-2-1 15,2-1 2-15,-1-1-2 16,-2-1-4-16,0-2 5 0,-3 0 0 0,4-3 0 16,-2-1 0-16,-1-2 0 0,-2-5-1 15,2 1 4-15,-1-3-3 0,-1-2 3 16,0-4 5-16,-3-2-2 0,1-5 5 15,-4-5-1-15,0-5-4 0,-3-3-1 16,0-6 0-16,0-5 0 0,0-7-4 0,0-5 0 16,0-7-4-16,0-5-2 0,-2-11-1 15,2-11-12-15,0-4-25 0,0-8-46 16,0 0-61-16,-1 0-92 0</inkml:trace>
  <inkml:trace contextRef="#ctx0" brushRef="#br0" timeOffset="695.32">1524 15029 268 0,'0'0'-1'0,"0"0"-1"16,0 0 3-16,0 0 0 0,0 0 0 15,0 0-1-15,117 3-1 0,-69-2 1 16,7 0 0-16,4 2 2 0,6-3 3 16,9 0 3-16,10 0 5 0,4 0 11 15,10-3 6-15,9-1 2 0,10-1-3 16,10 0-9-16,7 0-8 0,6 2-6 15,4-1-2-15,1 1-1 0,4 1-1 16,1-1 1-16,2-1 0 0,5 1 2 0,4-2-2 16,0 1 4-16,10-1-2 0,2-1 2 15,5-4 0-15,5 1-1 0,4-1 1 16,3-2 0-16,3-1 1 16,3 1-2-16,4 0 1 0,2 1-1 0,1 2 1 15,-1 1-3-15,2-1 2 0,-6-3 0 16,1 3 1-16,-6 1 1 0,2-4 0 15,-6 4-2-15,-4-4-1 0,-4 4 0 16,-2-1-2-16,-4-1 0 0,-4 2-1 16,-5-2 0-16,-2 1-1 0,-5 0 1 0,-6 0-1 15,-3 2 1-15,-4-3 0 0,-4 2-1 16,-8-1 1-16,-2 1-1 0,-9 0 0 16,-6 0 1-16,-10 0-1 0,-7 3-1 15,-11-2 1-15,-6 2 0 0,-14-1-1 16,-8 0-1-16,-11 1-3 0,-9 1-5 15,-14 3-17-15,-11-1-55 0,-9 2-84 16,-7 0-102-16</inkml:trace>
  <inkml:trace contextRef="#ctx0" brushRef="#br0" timeOffset="1425.43">5375 13840 308 0,'0'0'57'0,"0"0"5"0,0 0-13 0,0 0-14 16,0 0-13-16,0 0-7 0,77-10-6 15,-51 2-7-15,-3 0-5 0,3 2-16 16,-4 1-50-16,4-2-87 0,-3 0-90 15</inkml:trace>
  <inkml:trace contextRef="#ctx0" brushRef="#br0" timeOffset="1928.31">5170 12627 472 0,'0'0'41'0,"0"0"-13"0,0 0-5 16,0 0 1-16,0 0-3 0,0 0-5 15,0 0-4-15,0 0-7 0,0 0-6 16,104-22-13-16,-62 18-26 0,3-1-84 15,4 2-139-15</inkml:trace>
  <inkml:trace contextRef="#ctx0" brushRef="#br0" timeOffset="2538.8">6896 14766 449 0,'0'0'39'16,"0"0"-7"-16,0 0-5 0,0 0-4 16,0 0-7-16,0 0-7 0,0 0-6 0,-17 77-4 15,20-53-14-15,4 8-24 0,6-2-62 16,2-2-139-16</inkml:trace>
  <inkml:trace contextRef="#ctx0" brushRef="#br0" timeOffset="3028.31">8517 14691 475 0,'0'0'66'0,"0"0"-21"0,0 0-14 15,0 0-6-15,0 0-7 0,0 0-2 16,0 0-5-16,0 0-4 0,0 0-5 16,-68 89-5-16,72-62-16 0,11 0-27 15,5 1-105-15,6 0-131 0</inkml:trace>
  <inkml:trace contextRef="#ctx0" brushRef="#br0" timeOffset="3697.71">4200 14936 421 0,'0'0'63'0,"0"0"-10"16,0 0-18-16,0 0-11 0,0 0-8 15,0 0-8-15,0 0-4 0,0 0 0 16,0 0 0-16,0 0-5 0,-14 79-9 0,25-44-16 15,1 1-53-15,2 3-78 16,-2 0-105-16</inkml:trace>
  <inkml:trace contextRef="#ctx0" brushRef="#br0" timeOffset="4326.46">2563 15054 391 0,'0'0'66'0,"0"0"-10"16,0 0-18-16,0 0-13 0,0 0-6 15,0 0-4-15,0 0-4 0,0 0 0 16,0 0-5-16,-10 44-2 0,19-21-5 15,3 4-3-15,3 2-12 0,3 5-37 0,2 2-108 16,6 5-108-16</inkml:trace>
  <inkml:trace contextRef="#ctx0" brushRef="#br0" timeOffset="4982.13">5759 15959 357 0,'0'0'58'16,"0"0"-5"-16,0 0-15 0,0 0-9 15,0 0-6-15,0 0-4 0,0 0-1 16,0 0-3-16,0 0-4 0,14 7-5 0,8-3-9 16,5-1-20-16,4 2-39 0,7 0-81 15,3 0-121-15</inkml:trace>
  <inkml:trace contextRef="#ctx0" brushRef="#br0" timeOffset="5514.99">5912 17145 432 0,'0'0'63'0,"0"0"-15"0,0 0-13 15,0 0-11-15,0 0-7 16,0 0-5-16,0 0-11 0,0 0-13 16,82 36-35-16,-50-36-89 0,1-6-134 0</inkml:trace>
  <inkml:trace contextRef="#ctx0" brushRef="#br0" timeOffset="10814.15">10650 14359 481 0,'0'0'52'0,"0"0"-7"15,0 0-9-15,21 90-11 0,-13-59-7 16,1 5 2-16,0-1-8 0,0 0 2 16,4-3-5-16,-3 0-5 0,-1-3-1 15,-2-5-2-15,-1-7 0 0,-5-1 0 16,3-7-1-16,-4-4 1 0,2 0 3 0,-2-5-1 15,0 0 0-15,-10 0 0 0,-6 0 0 16,-4-8 2-16,2-9 1 16,1-5 0-16,4-7 0 0,0-8 0 15,4-4-1-15,2-6-5 0,6-3 2 0,1 0-5 16,1 1 4-16,12 5 0 0,4 4-1 16,2 6 0-16,7 2-3 0,2 8-1 15,1 7-8-15,1 3-7 0,0 7-9 16,-1 3-10-16,-2 4-13 0,-2 2-20 15,0 8-35-15,-6 3-54 0,-1 3-84 16</inkml:trace>
  <inkml:trace contextRef="#ctx0" brushRef="#br0" timeOffset="10963.37">10752 14596 518 0,'0'0'19'0,"0"0"6"15,0 0 1-15,0 0-6 0,0 0-9 16,94-32-9-16,-59 19-13 0,3-2-40 0,-1-2-95 16,3 2-122-16</inkml:trace>
  <inkml:trace contextRef="#ctx0" brushRef="#br0" timeOffset="11894.41">11218 14682 569 0,'0'0'26'0,"0"0"1"15,0 0-3-15,0 0-9 0,0 0-6 16,-8 80-6-16,10-50-10 0,2 0-8 0,4 1-22 16,-1 3-52-16,3-5-114 0,0 3-68 15</inkml:trace>
  <inkml:trace contextRef="#ctx0" brushRef="#br0" timeOffset="12517.7">3715 11436 495 0,'0'0'7'16,"-2"87"5"-16,2-45 3 0,1-6 4 15,4-2 2-15,-1-5-3 0,3-5-6 16,-3-9-1-16,4 0-5 0,-7-7 1 0,1-4-1 16,2 1 7-16,-4-5 6 0,0 0 2 15,0 0-1-15,-4-10-2 0,-1-12-4 16,-6-10 0-16,-3-6 0 0,-4-5-2 15,3-1-2-15,-3-2-1 0,3 0-2 16,4-1-3-16,-1 1 2 0,8 3-4 0,1 3-5 16,3 2 3-16,1 5-7 0,8 4 4 15,7 2-2-15,6 3-8 0,2 4-7 16,4 3-10-16,-2 7-12 16,4 5-18-16,-4 5-43 0,-3 0-60 0,-4 8-101 15</inkml:trace>
  <inkml:trace contextRef="#ctx0" brushRef="#br0" timeOffset="12683.04">3743 11431 540 0,'0'0'16'15,"0"0"-2"-15,0 0-5 0,35-84-5 16,-15 63-8-16,3 3-21 0,1 3-56 0,1 3-92 15,0 3-79-15</inkml:trace>
  <inkml:trace contextRef="#ctx0" brushRef="#br0" timeOffset="12958.04">4156 11335 465 0,'0'0'45'0,"0"0"-3"0,0 0-12 0,0 0-8 16,0 0-6-16,89 22-7 0,-75-7 2 16,-6 3-3-16,-1 3 1 15,-6 3 3-15,1-6-4 0,-2 0 0 16,0 0 1-16,0-6 0 0,5 4 1 0,3-7-1 16,3 0 0-16,5-4 0 0,6-5 0 15,1 0-1-15,0-4-2 0,6-6-1 16,-2 1-1-16,-1-3-1 0,2 4-2 15,-3-2 1-15,-1 1-5 0,-2 3-5 16,-6-1-14-16,-6 5-28 0,0 1-75 0,-4-1-167 16</inkml:trace>
  <inkml:trace contextRef="#ctx0" brushRef="#br0" timeOffset="23074.29">6823 6235 462 0,'0'0'42'0,"0"0"-13"16,0 0-6-16,-77 55-5 0,64-21-3 15,6 5-7-15,7 2-2 0,0-2 1 16,13 1-6-16,7-6 2 0,5-5-4 15,2-7 0-15,6-7 1 0,0-6 2 16,2-8 2-16,2-1 5 0,-2-8 1 0,-1-9 1 16,-4-6 1-16,-3-5-4 0,-6-3 2 15,-5-4-3-15,-10-3 2 0,-1-1 1 16,-5-2 0-16,-7-2 0 0,-6 0-4 16,-6 3-2-16,-5 0-2 0,-5 3-4 15,-4 8 0-15,4 7-2 0,-3 7-2 16,4 7-3-16,1 8-8 0,4 6-5 15,4 16-11-15,3 5-21 0,9 9-44 16,4 5-70-16,3 5-94 0</inkml:trace>
  <inkml:trace contextRef="#ctx0" brushRef="#br0" timeOffset="24225.28">7465 5845 525 0,'0'0'27'0,"0"0"-1"0,0 0-4 15,0 0-5-15,-74 89-7 0,72-64-4 16,2-1-6-16,8 0-1 0,5 0 0 15,4-5-2-15,6-2 0 0,3-3 1 0,0-6 1 16,0-4 1-16,2-4 2 0,2-7 1 16,-1-8 1-16,3-7-1 0,-2-8 2 15,-2-6-3-15,-5-3-3 16,-5-6 4-16,-6-6-5 0,-2-3 4 0,-4-7 2 16,-6-6-2-16,0-1 2 0,-10 1-3 15,-3 6 5-15,-3 7-2 0,1 11 6 16,-2 13-1-16,4 12 2 0,7 9-3 15,-4 7-4-15,0 5 1 0,-4 14-4 16,1 12 2-16,4 12-2 0,3 8 0 0,6 7-1 16,0 1-1-16,8 1-2 0,10-4 1 15,4-6-4-15,8-4-3 0,5-10-3 16,5-6-8-16,4-10 0 0,5-9-8 16,0-8-8-16,3-4-2 0,0-13-15 15,-7-9-2-15,0-4 3 0,-9-5 6 16,-6-6 18-16,-7-2 14 0,-8-5 15 15,-5-1 7-15,-6 1 8 0,-4 3 9 16,0 7 15-16,-11 5 6 0,-2 8 2 16,0 7-8-16,-3 10-13 0,-3 7-5 0,-1 5-8 15,-8 10-1-15,4 9-4 0,1 9 0 16,4 1-5-16,7 4-2 0,5-1-4 16,7 0-2-16,0-6-4 0,10-4-2 15,8-4-6-15,3-6-5 0,4-8-1 16,1-6-1-16,0-3 6 0,0-10 3 0,-3-9 8 15,-4-2 3-15,-4-5 6 16,-4-1 3-16,-5-2 4 0,-4 2 2 16,-2 1 4-16,0 6 4 0,-1 3 2 15,-3 8-1-15,-4 2-4 0,1 1-5 0,-1 6-7 16,-4 0 0-16,6 9-2 0,-4 0 0 16,6 8-3-16,4 1-3 0,0 1 0 15,8 6 0-15,4-5-3 0,4-3 1 16,0-5-2-16,3-5 2 0,4-4 1 15,1-3 2-15,1-5 0 0,1-8 1 0,-4-4 2 16,-2-2 1-16,-1-4 1 0,-6 0 1 16,0-3 1-16,-5 2 0 0,1-1 0 15,0-2 0-15,-1 3 3 0,0 0 0 16,-5 6 0-16,6 2-1 0,-3 4-1 16,0 6-2-16,0 0-1 0,1 1-3 15,-4 4 1-15,9 0-2 0,-2 1 2 16,7 2-1-16,1 6 0 0,-3 2 0 15,-3 3 0-15,-2-4-1 0,-3 1 1 16,-1 3 0-16,-3-4 0 0,1 7 0 0,-4 3-2 16,0 0 4-16,-1 8-1 0,-6-2 2 15,-1-1-2-15,-2-1 0 0,2-2-1 16,2-6 0-16,3-5-2 0,1-7-2 16,2-3-4-16,-1 0-2 0,1 0 2 15,0 0 1-15,0 0 3 0,6-3 3 16,4-11 1-16,9-6 1 0,-5 0 0 15,2-1 2-15,0 0-2 0,-1-1 2 16,2 0-1-16,-1 0 0 0,-2-4 2 16,2 3 0-16,-1-2 1 0,3 1 1 0,1-1 3 15,0 5-2-15,3-1 1 0,-1 1 0 16,0 4-7-16,0 3 3 0,-5 5-6 16,-1 4 2-16,0 2 1 0,0 2 0 15,4 0 4-15,-5 9-4 0,-1 4 4 16,-1 3-6-16,-5 1 0 0,-1-4 1 0,-2 3 0 15,-4 2 1-15,0 0-4 16,-4 3-2-16,-2-1-10 0,-3-3-7 16,-1-2-14-16,2-5-19 0,-3-3-40 15,3-2-47-15,0-3-111 0</inkml:trace>
  <inkml:trace contextRef="#ctx0" brushRef="#br0" timeOffset="24753.9">9299 4814 582 0,'0'0'31'0,"0"0"-2"0,-36 82-3 16,29-45-8-16,7 3-6 0,5-3-6 16,10-1-1-16,5-4-5 0,6-7 0 0,2-4 0 15,6-6 0-15,1-7 1 0,1-5 2 16,2-3 1-16,-2-12-1 0,0-7 1 16,-6-5 0-16,-3-8 2 0,-7-2 0 15,-4-3 4-15,-8-4-1 0,-6 1 2 16,-2-4-2-16,-10 2 1 0,-3 3-4 0,-6 1-1 15,-7 5-2-15,-2 4 0 0,-3 5-3 16,-4 8 0-16,-4 7-3 16,1 6 1-16,-2 3-1 0,0 12-2 15,3 10-6-15,4 10-9 0,4 8-13 0,5 9-18 16,9 7-30-16,5 3-99 0,5 5-105 16</inkml:trace>
  <inkml:trace contextRef="#ctx0" brushRef="#br0" timeOffset="26707.11">7433 7028 668 0,'0'0'16'16,"0"0"3"-16,0 0 2 0,-80 33-3 15,56-6-4-15,2 5-5 0,4 5-2 16,1 3-5-16,3 3 1 0,-1 2-6 0,4-2-7 15,1-2-13-15,1 0-19 16,5-2-23-16,-2-3-59 0,1-3-59 16,0-12-87-16</inkml:trace>
  <inkml:trace contextRef="#ctx0" brushRef="#br0" timeOffset="26890.14">7077 7233 596 0,'0'0'53'16,"0"0"-15"-16,0 0-7 0,0 0-10 15,0 0-6-15,0 0-4 0,0 0 0 0,0 0 0 16,86-67 0-16,-50 79-1 0,4 3-4 16,1 2 1-16,2 1-7 15,-1 2-1-15,-3-1-4 0,6 0-6 16,-6-2-12-16,-3-1-15 0,3 4-20 0,-6-3-59 16,1-1-125-16,-1-3-48 0</inkml:trace>
  <inkml:trace contextRef="#ctx0" brushRef="#br0" timeOffset="27905.92">7969 6919 625 0,'0'0'32'0,"0"0"-5"16,-46 91-11-16,44-61-4 0,2 0-9 15,9-1-4-15,6-4-3 0,6-3-2 16,5-4 3-16,3-4-5 0,2-5 3 16,2-7-3-16,0-2-2 0,-1-11 4 0,-3-7-1 15,-2-7 5-15,-4-4 3 0,-2-7 0 16,-6-6 3-16,-1-5 0 0,-7-5 0 16,-2-6 0-16,-5-1 1 15,0-3-2-15,-5-1 2 0,-4 4 0 0,-1 4-1 16,-5 6 7-16,1 9 0 0,-2 10 3 0,3 12 1 15,0 9-4-15,-1 7-4 0,0 2-2 16,-3 16-4-16,4 7 1 16,6 13 3-16,4 6-6 0,3 6 3 15,4 2-4-15,12 1-1 0,6-4 0 0,4-1-5 16,7-6-2-16,5-3-8 0,1-8-4 16,7-7-8-16,-1-7-7 0,0-13-10 15,-2-2-15-15,-5-9-14 0,2-8 2 16,-7-8 12-16,-5-3 24 0,-3-5 26 15,-7-2 13-15,-4-2 13 0,-10-2 9 0,0 0 10 16,-4 4 9-16,-4 0 4 0,-8 4 3 16,-2 6-3-16,-5 6-9 15,7 9-7-15,-5 6-5 0,-3 4-4 16,5 9-6-16,-6 8 0 0,6 5-9 0,2 3-2 16,6 1-2-16,4 0-3 0,3 1-1 15,3-3-3-15,10 0 0 0,3-4-4 16,1-6 0-16,7-3 1 0,-1-5 0 15,0-6 0-15,-2 0 3 0,-4-10 2 16,1-2 3-16,-6-5 4 0,-5 0-1 0,0 1 2 16,-4-1 1-16,-3 1-1 0,0 2 4 15,0-2 0-15,-3 5 3 0,0 7-1 16,-1-1-4-16,4 5-1 0,0-1-3 16,0 1-2-16,-3 0 0 0,3 0-2 15,0 10 0-15,0 4-1 0,7 2-1 16,6-2-1-16,3-4-1 0,0-2-1 15,-3-4 0-15,4-4-1 0,-2 0 0 16,5-2 2-16,2-8 1 0,-5-3 3 16,0-3 0-16,-2-2 2 0,-4-2-1 0,1-2 2 15,-1 2 0-15,0-4-3 0,-1 3 5 16,3 1-5-16,-2 2 3 0,-2 6 3 16,3 3-3-16,-4 3 0 0,-3 3 0 15,6 3-2-15,-2 0 2 0,3 4 0 16,0 8 1-16,-4-2 0 0,-4 7 0 0,-1 0 3 15,-2 3-4-15,-1 6 2 0,2-7-4 16,-2-1-1-16,0-6 1 16,0-6-4-16,0 0-1 0,1-3-2 15,1 2 0-15,-1-3-3 0,6-2 4 0,2-2 0 16,1-14 0-16,3-7 3 0,2-2 2 16,-3-4-1-16,2-3 3 0,-3 0 1 15,5-2 0-15,-2 4 3 0,4-3 2 16,2 3 1-16,1 3 3 0,2 3 1 15,1 3-1-15,1 4 0 0,-2 5 0 0,3 6-2 16,-3 5-1-16,-3 1-3 0,-5 6-1 16,-1 6-1-16,-5 3 0 15,-2 3 0-15,-5 2-1 0,-2 1-1 16,0 2-1-16,-6 0 0 0,-6-2 0 0,-1 1-2 16,0-4-3-16,-3-2-8 0,5-2-13 15,0-3-27-15,0-3-72 0,7-3-161 16</inkml:trace>
  <inkml:trace contextRef="#ctx0" brushRef="#br0" timeOffset="28263">9808 5738 704 0,'0'0'27'0,"0"0"2"16,0 0-3-16,0 0-5 0,-3 104-5 15,17-67-9-15,5 1-2 0,0-1-5 0,3 4-7 16,-2-5-9-16,2 1-19 0,4 1-23 16,-4-2-89-16,2 5-159 0</inkml:trace>
  <inkml:trace contextRef="#ctx0" brushRef="#br0" timeOffset="33754.99">6914 14695 107 0,'0'0'26'0,"0"0"-5"15,0 0-5-15,0 0 2 0,0 0 5 16,-87-13 1-16,55 22 8 0,2 4 6 16,0 3 6-16,-1 4-1 0,3 2-4 15,5 3-8-15,0 0-12 0,5 4-5 16,2 0-4-16,10 0-3 0,2-2-3 15,4 0 0-15,1-4 0 0,13 1 0 16,5-4-2-16,3-3 1 0,10-4 1 16,3-2-2-16,2-6 0 0,1-1 1 0,-2-4 3 15,0 0 3-15,1-7 4 0,-2-5 2 16,1-2 4-16,-2-7-1 0,0-2-1 16,-2-1-2-16,-4-3-2 0,-5-3-2 15,-7 0 0-15,-5-1-2 0,-2-1 0 16,-8 0-4-16,-1 0 0 0,0 2-2 0,-10 1 2 15,-4 2 0-15,-1 3-1 0,-5 2-2 16,-3 4 0-16,-2 4-3 16,-2 6 0-16,-4 4-2 0,-2 4-2 15,-1 10-2-15,-1 9-8 0,0 6-10 0,2 6-20 16,10 6-42-16,4 2-104 0,6 4-76 16</inkml:trace>
  <inkml:trace contextRef="#ctx0" brushRef="#br0" timeOffset="37307.74">8426 13421 282 0,'0'0'48'0,"0"0"-4"15,0 0-2-15,0 0-7 0,0 0-6 16,0 0-6-16,-75 55-6 0,65-34-2 16,4 0-4-16,0 2-1 0,6-1-2 0,0-2 0 15,6-1-1-15,6-2 2 0,4-4 0 16,4-1-2-16,3-2 2 0,3-5-2 16,0-2 0-16,1-3 4 0,1 0 1 15,1-3 1-15,-2-7-1 0,3-2-1 16,-2-3 0-16,-2-2-2 0,-3-3 0 0,-1-1-1 15,-5-4-3-15,-2 1 2 16,-5 0 0-16,-5-2-1 0,-3 1-2 16,-2-1 1-16,-6-1-3 0,-4 2 2 15,-6 1-2-15,-3 2 1 0,-1 3-2 0,-2 2 0 16,-1 3-1-16,-1 4 0 0,-2 5-1 16,-2 4-1-16,2 1 0 0,-1 10 0 15,1 6-2-15,1 5-5 0,5 3-7 16,5 5-17-16,4 5-14 0,8 0-42 15,3 6-69-15,0-1-112 0</inkml:trace>
  <inkml:trace contextRef="#ctx0" brushRef="#br0" timeOffset="42315.35">8286 12104 466 0,'0'0'52'0,"0"0"-15"0,0 0-14 0,0 0-7 16,0 0-4-16,0 0-5 0,0 0 2 16,0 0 0-16,-90 80-4 0,76-49-4 15,5 1 0-15,-2-3-3 0,5 3-1 16,1-1-3-16,1-4-10 0,1-1-22 15,0-2-51-15,3-7-73 0,0 0-97 0</inkml:trace>
  <inkml:trace contextRef="#ctx0" brushRef="#br0" timeOffset="42530.26">7971 12203 570 0,'0'0'43'15,"0"0"-9"-15,0 0-7 0,0 0-5 16,0 0-1-16,0 0-5 0,0 0-1 0,79-46-4 16,-50 46 0-16,1 7-3 0,-1 1-1 15,6 3-2-15,-3 1-3 0,-2 1-4 16,2 2-4-16,-3 2-3 16,0 0-7-16,-2 2-16 0,-2-2-13 0,-2-2-28 15,0 2-55-15,-2-5-126 0</inkml:trace>
  <inkml:trace contextRef="#ctx0" brushRef="#br0" timeOffset="46345.74">5247 12443 73 0,'0'0'27'0,"0"0"1"0,0 0-6 16,0 0 1-16,0 0-4 0,0 0 0 15,-80-9-1-15,57 18-1 0,3 3 2 16,1 5 1-16,-4 3 2 0,1 4 1 16,1 3-2-16,2-1 1 0,-1 5-4 0,9-1 1 15,0 3-4-15,5-1-3 0,3-2-3 16,3-2 0-16,0 1-2 0,3-3 0 16,7-4 1-16,6 0 2 0,3-4 3 15,5-2 1-15,1-6 0 0,6-4-3 16,0-3-3-16,4-3 1 0,-2 0-2 0,0-8 1 15,1-3 0-15,-1-3 0 0,0-3-1 16,2 0-3-16,-3 0 1 16,-2-3 0-16,-1-1 0 0,-6 1 1 15,0 0 0-15,-7-2 1 0,-3 1-1 0,-1 0-1 16,-6-1 0-16,-5-2-1 0,-1-1-1 16,-1 1-2-16,-10-3-4 0,-4 2 2 15,-6 0-2-15,-2-2 3 0,-6 5 0 16,-1 3 1-16,-5 2-1 0,0 4 0 15,-3 4 0-15,4 2-1 0,-2 7-1 0,4 0-3 16,-1 7-5-16,1 10-12 16,5 0-24-16,0 7-43 0,6 0-113 0,5 1-48 15</inkml:trace>
  <inkml:trace contextRef="#ctx0" brushRef="#br0" timeOffset="50565.6">2161 13938 149 0,'0'0'39'16,"0"0"-8"-16,0 0-4 0,0 0-4 16,0 0-5-16,-82 66-5 0,82-45-1 15,0-1-4-15,6-1 2 16,10-2 3-16,0-2 2 0,4-3 3 0,0-2 3 16,2-3 1-16,-2-5 2 0,3-2 0 15,-2 0-3-15,-3-7 0 0,1-3-6 16,0-4-1-16,1-3 0 0,1 0-2 15,-3-5 1-15,-1 1-1 0,-3-3-2 16,-3 0 1-16,-2-1-4 0,-8-2-4 0,-1 1 1 16,-3 1-4-16,-8 2 3 0,-5 0-1 15,-5 4 1-15,-3-1-1 0,-1 3-1 16,-2 3 1-16,-2 4-2 0,0 3 2 16,2 5-2-16,-2 2 0 0,1 2 0 15,-1 10-1-15,2 7 0 0,-2 2-2 16,6 3 0-16,4 5-4 0,6 2-14 15,3-2-23-15,10 2-46 0,0-2-128 16,14-2-30-16</inkml:trace>
  <inkml:trace contextRef="#ctx0" brushRef="#br0" timeOffset="55906.56">2026 12690 5 0,'0'0'8'16,"0"0"1"-16,0 0-1 0,0 0 1 15,0 0 3-15,0 0 1 0,0 0 3 16,0 0 3-16,0 0-2 0,0 0 0 15,11-17-1-15,-11 15-4 0,0 2-4 16,2-3-2-16,0 3-1 0,0-2 1 0,-1 0 0 16,1 1 2-16,-1-1 0 0,-1 0 2 15,1 1-1-15,-1-1 2 0,2 1-2 16,-2 0-1-16,2-2-1 0,-2 3-1 16,1-2-2-16,-1 0 1 0,2 1-4 15,-2-1 1-15,1 0 0 0,-1 1 1 16,0-1-1-16,2 2 2 0,-2-2-2 15,0-1 4-15,4 3 0 0,-4-2-1 16,4-3 2-16,-1 0-1 0,-3 0 1 16,3 1 0-16,-3 4 2 0,1-4 3 0,1 0 0 15,-1 0-2-15,2 1-1 0,-3 3-1 16,0-2 0-16,0 2-1 0,0 0 0 16,0-3-2-16,0 3 1 0,0-2 0 15,3 0-1-15,-3 1 1 0,0-1-1 16,0 1 1-16,0-1-2 0,0 0 1 15,3 1 0-15,-3 0-1 0,0 0 0 0,0-1 0 16,0 0 0-16,0 2-1 16,3-1-1-16,-3 1 3 0,0-2 0 15,0 2-1-15,0-2 3 0,0 2-1 0,0-1 2 16,0 1-7-16,0-2 5 0,0 2-2 16,0-1 0-16,0 1 1 0,0 0-2 15,0 0-2-15,0 0 2 0,0 0 0 16,-6 3 3-16,-1 8 1 0,-6 3 1 15,3-2 0-15,-1 5-1 0,2-2-3 0,0-1 0 16,0 3 0-16,2 0-1 0,-2 0-1 16,2 1 0-16,0-1 0 0,-1 1-2 15,0-1 1-15,1 2 0 16,-2-1-1-16,-1 1 0 0,4 0-2 0,0-4 1 16,2-2-5-16,1-2-11 0,3-1-17 15,0 7-39-15,0-8-40 0,4 5-96 16</inkml:trace>
  <inkml:trace contextRef="#ctx0" brushRef="#br0" timeOffset="56238.25">1855 12632 300 0,'0'0'53'0,"0"0"1"16,0 0-5-16,0 0-14 0,0 0-12 16,0 0-12-16,0 0-6 0,0 0 0 0,0 0 2 15,0 0 3-15,-23-12 3 0,26 17 1 16,7 4 1-16,9 8-5 0,2-2 2 16,1-1-1-16,6 2-2 0,-1 0-1 15,5-2 0-15,0 1-3 0,-2-1 1 16,-1 0-3-16,-3-3-1 0,-3 1 0 15,-4 0-2-15,1-2 1 0,-7-3-1 16,0-3-1-16,-7 1 1 0,0-5-2 16,4 3-2-16,-6-2-5 0,-1 0-9 15,7 1-17-15,0 1-39 0,1 0-79 0,3 1-106 16</inkml:trace>
  <inkml:trace contextRef="#ctx0" brushRef="#br0" timeOffset="62435.88">2669 14877 235 0,'0'0'56'0,"0"0"-4"15,0 0-3-15,0 0-4 0,0 0-9 16,0 0-5-16,0 0-10 0,0 0-4 15,0 0-5-15,-23-41 1 0,13 48 0 0,0 11 1 16,-6 3-1-16,4 4-3 0,-1 1-2 16,2 2 1-16,-1-1-4 15,-1 3 2-15,0-1-2 0,0-1 0 0,0-3 0 16,1-2 0-16,-2-3-3 0,5-2-1 16,3-4 4-16,-1-2-5 0,3-5 1 15,1-2-7-15,2 0-11 0,1-5-13 16,-2 0-22-16,2 0-35 0,0 0-24 15,0 3-20-15,0-3-42 0</inkml:trace>
  <inkml:trace contextRef="#ctx0" brushRef="#br0" timeOffset="62683.89">2419 14959 386 0,'0'0'66'0,"0"0"-14"16,0 0-17-16,0 0-17 0,0 0-4 15,0 0 1-15,0 0 3 0,0 0 0 16,0 0 0-16,0 0-4 0,31 20-2 16,-16-6-2-16,0 1-1 0,3-1-1 0,-3 1-2 15,-1-3-1-15,1 0-1 0,-1 0-2 16,-2 1 0-16,-2-6-1 0,0 2 0 16,0 0-1-16,-4-3-1 0,7 3-2 15,-3 0-2-15,-1-1-3 0,2-1-6 16,1 1-8-16,2-2-12 0,-1-2-30 15,6 3-70-15,-6-3-127 0</inkml:trace>
  <inkml:trace contextRef="#ctx0" brushRef="#br0" timeOffset="65242.11">5581 14755 117 0,'0'0'38'15,"0"0"-4"-15,0 0-3 0,0 0 0 16,-81 34-1-16,66-18 2 0,5 3-3 15,3 3-3-15,0 2-3 0,7 1-3 16,0-1-6-16,0 1 1 0,5-1-3 0,3-4 1 16,-1 0-2-16,3-1 0 0,0-2-3 15,1-2 4-15,0-1-4 16,0-4 0-16,-3 0-2 0,2-3 1 16,6-2 2-16,-9-1 2 0,12-1 1 0,-3-3-2 15,2 0 2-15,7-1-2 0,-3-5 1 16,1-4-2-16,0 1-2 0,-1-6 2 15,-2 1-3-15,2-6 1 0,-4 1 0 16,0-3 0-16,-4-1 2 0,2-2-1 16,-3 1 2-16,-1 0-1 0,-5-1 0 0,4 3-2 15,-3-2-1-15,-4 10-1 0,-1-4-1 16,0 1-1-16,-3 5 1 0,0-8-1 16,0 0-1-16,-3 4 1 0,-3-7-1 15,-3 3-1-15,-2 3-1 0,-1 1-1 16,-3 0 1-16,0 1-1 0,-4 0 1 15,2 3-1-15,-3 1 0 0,-2 3-1 16,0 6 0-16,-1 2 0 0,0 1 1 16,-3 8-4-16,-1 7-3 0,6 2-8 15,-2 2-16-15,0 6-15 0,7 3-47 0,2 3-61 16,5 0-109-16</inkml:trace>
  <inkml:trace contextRef="#ctx0" brushRef="#br0" timeOffset="69101.2">8604 14579 319 0,'0'0'73'0,"0"0"-7"16,0 0-17-16,0 0-15 0,0 0-14 0,0 0-5 16,0 0-1-16,0 0 0 0,0 0 3 15,0 0 2-15,-49 39-2 0,33-17-1 16,0 2-4-16,1 1-2 16,0-2-2-16,3 1 1 0,2-2-3 0,-2 0 2 15,2-2-5-15,4-1 2 0,-1-1-4 0,1 3-1 16,-1-4 1-16,4-2 0 15,-1-1-2-15,1-3 1 0,-1 0-2 16,1 1-1-16,0-8-5 0,3 2-11 16,0-6-12-16,0 5-17 0,0 1-31 0,0-2-42 15,0 2-70-15</inkml:trace>
  <inkml:trace contextRef="#ctx0" brushRef="#br0" timeOffset="69415.02">8268 14630 402 0,'0'0'75'0,"0"0"-15"0,0 0-20 16,0 0-15-16,0 0-8 0,0 0-2 15,0 0 0-15,0 0 3 0,0 0 0 16,9 15 1-16,7 6-4 0,1-3-3 15,6 1-1-15,2-2-1 0,2 2-2 0,4 0 1 16,-3 0-3-16,2-1-2 0,-2-1 0 16,-1 0-2-16,-4-1-1 0,-2 0 0 15,-3-2-1-15,1 2 0 16,-5-3 0-16,-4-2 0 0,0-2-2 0,-4-3 0 16,3 0-4-16,-2 0-9 0,0-1-9 15,2 1-16-15,-6-5-25 0,8 2-70 16,-6-1-144-16</inkml:trace>
  <inkml:trace contextRef="#ctx0" brushRef="#br0" timeOffset="109133.76">18957 4784 28 0,'0'0'17'0,"0"0"0"15,0 0 0-15,0 0-3 0,0 0 0 16,0 0-1-16,0 0 3 0,0 0 0 0,0 0 0 15,0 0 0-15,-17-18 0 16,15 18-3-16,1-2-1 0,-2 2-5 16,3-1 2-16,0 1 5 0,3-2 4 15,17 2 2-15,10-1-3 0,14 1-4 0,8-1-1 16,5-1 1-16,7-1 5 0,6-2 5 16,2-2 4-16,3-3 2 0,-1 2-5 15,-5-3-5-15,-4 3-7 0,-7-1-7 16,-7 4-3-16,-8 2-2 0,-8-1-1 15,-13 3-2-15,-8-1-5 0,-8 2-7 0,-1 0-13 16,0 0-11-16,1 0-2 0,-2 0 2 16,-4 0 0-16,-4 5 3 15,-12 2-6-15,-8 5 3 0,-4 0 3 16,-10 0 7-16,-3-2 3 0,-5 2 6 0,-3 0 4 16,-4 0 4-16,-1 2 8 0,-2 1 1 15,-1 0 2-15,1 4 4 0,3-2 3 16,3 3 5-16,2 1 7 0,7-4 1 15,3 0 4-15,6-4-1 0,12-3-4 16,7-4-5-16,9-3-1 0,4-3 3 0,0 3 10 16,10 2 7-16,8 0 2 0,12 2-5 15,10-4-6-15,8-3-3 0,2 0 1 16,6 0 1-16,0-5 4 0,3-2 2 16,0-1-1-16,-1-2-1 0,0-2-6 15,-3 0-5-15,-5 2-3 0,-8 0-6 16,-6 2-3-16,-7 1-1 0,-9 3 0 15,-9 1-1-15,-7 3 0 0,-4 0 1 16,0 0 0-16,0 0 0 0,2 0-1 16,-1 0 1-16,1 0-1 0,-1-2-1 0,0 2 0 15,2 0-5-15,-2-1-6 0,-1 1-12 16,0 0-36-16,1 0-30 0,-1 0-64 16,2 1-78-16</inkml:trace>
  <inkml:trace contextRef="#ctx0" brushRef="#br0" timeOffset="109976.1">20731 4892 156 0,'0'0'31'0,"0"0"3"0,0 0-2 16,116-54-5-16,-61 37-1 0,11 2-2 15,7-2 3-15,6 0 3 16,4 1-2-16,3-1 2 0,-1 0-4 0,-2 3-5 16,-5 1-3-16,-9 2-9 0,-5 3-3 15,-9 0-3-15,-8 4-1 0,-9-1-2 16,-6 3 1-16,-11-1-1 0,-2 1-1 15,-6 0-1-15,-7 2-3 0,0 0-8 16,-6 0-11-16,0-1-15 0,0 1-11 0,0 0-12 16,0 0-14-16,-5 6-13 0,-10 6-33 15</inkml:trace>
  <inkml:trace contextRef="#ctx0" brushRef="#br0" timeOffset="110238.97">20926 5112 158 0,'0'0'45'0,"0"0"-3"0,0 0-5 16,95 3-10-16,-47-9-2 0,6-4-1 16,8-4 2-16,4-3 6 0,5-1 1 15,1-3-2-15,3 1-4 0,-1 0-5 16,0 1-7-16,-6-1-2 0,-6 3-5 0,-7 2-2 15,-7 1-2-15,-8 4-3 16,-5 2 0-16,-8 2-2 0,-9 1-1 16,-7 2-3-16,0 2-6 0,-7 1-8 15,2-1-22-15,0 1-27 0,-2 0-36 0,0 0-121 16</inkml:trace>
  <inkml:trace contextRef="#ctx0" brushRef="#br0" timeOffset="123778.17">17576 11090 100 0,'0'0'24'0,"0"0"1"0,0 0-6 0,0 0-4 16,0 0 2-16,0 0 8 0,0 0 8 15,0 0 7-15,0 0-1 0,-4 95-8 16,4-41-5-16,4 5-10 0,3 7-7 16,-1 7-4-16,0 8 1 0,0 5 2 15,1 7 5-15,-1 4 3 0,-3 5 1 16,-1 6 2-16,1 4-6 0,-1 7 1 15,-2 3 1-15,1 6-2 0,2 2 0 16,0 5-2-16,2 5 1 0,3 1-4 16,-1 4 1-16,4 3-3 0,1 1-4 0,2 3 2 15,3 2 0-15,2-2 2 0,1 5-4 16,0-2 1-16,-1 4 0 0,3-4-1 16,-2 1 2-16,-1-1-1 0,-1-1-1 15,0-1-1-15,4 1 1 0,-4-2-2 16,0-3 3-16,-1-4-1 0,-2-5 1 0,-1-3-1 15,-2-5-6-15,-1-6 6 16,-2-5 2-16,-2-5-2 0,-3-5 2 16,-2-2-3-16,-2-7-4 0,0-7 4 15,0-6 6-15,-3-6 0 0,-3-7 4 0,-1-8-5 16,-1-6-6-16,-1-8-1 0,-2-6-10 16,0-6-10-16,-4-15-30 0,5-7-53 15,-6-12-140-15,2-8-10 0</inkml:trace>
  <inkml:trace contextRef="#ctx0" brushRef="#br0" timeOffset="124697.36">13219 14703 203 0,'0'0'-1'0,"0"0"2"0,0 0 7 0,0 0 3 16,0 0 6-16,0 0 2 0,0 0-9 15,117 28-3-15,-58-26 3 16,9-2-2-16,11 0 5 0,11-5 3 0,10-3 4 16,9 0 2-16,8-1 2 0,8-3 2 15,8 3-4-15,3-2-2 0,6-1-5 16,2 3-4-16,5-1-2 0,3 0 0 15,6 0-2-15,4 0 2 0,7-2 0 16,4-2 3-16,10-1-4 0,6-2 1 0,8 1-2 16,5-1-6-16,4-2 5 0,3 4-4 15,6 0 1-15,1 2 1 0,3-2-2 16,0 2 0-16,1-1 0 0,-2 1 2 16,-2 1-1-16,0-2 1 0,-2 2-2 15,-3 0 2-15,0 0 3 0,0 0-2 16,-3 0 0-16,-2 3 0 0,1-1 0 15,-7 0 0-15,-1 0-2 0,-3 1 1 16,-4-1-1-16,-4 2-1 0,-2 1 0 16,-6-1 0-16,-3 2-1 0,-8-2 0 0,-9 1 1 15,-8 1 0-15,-9-2-1 0,-10 1 2 16,-7-3-1-16,-7 3 1 0,-10-3 0 16,-9 2 1-16,-7-1-1 0,-10 1 0 15,-7 1 0-15,-6-2-2 0,-9 2 0 16,-7 1 0-16,-7-1-2 0,-7-2-1 0,-10 4-3 15,-10 0-15-15,-10 2-40 16,-8-4-138-16,-2-3-81 0</inkml:trace>
  <inkml:trace contextRef="#ctx0" brushRef="#br0" timeOffset="129759.24">17757 14291 211 0,'0'0'53'0,"0"0"-1"0,0 0-3 15,0 0-6-15,-94 10-4 0,78 3-9 16,2 2-5-16,2 1-7 0,5-4-3 0,2 3-7 16,4 1-1-16,1-1-3 0,0 7-1 15,7-6 1-15,0-6-2 0,2 2 0 16,3-4 1-16,-4-3-2 0,4 4 1 16,-2-4 1-16,0 0-1 0,0 0 1 15,0-3 1-15,1 1 0 0,-7-3 0 16,6 0-1-16,-4 0 1 0,2 0 1 15,1-1 0-15,0-6 1 0,-4 3-2 16,-2 1 1-16,2-4 0 0,-4 2 0 16,1 0-1-16,1 2-3 0,-3-3 1 0,0 0 0 15,0-5-2-15,0 3 1 0,-2 3-2 16,-2-4 0-16,1 6-2 0,0-2-4 16,1 2-3-16,-3 0-5 0,2 1-1 15,0 0-1-15,0 0-2 0,3 2-2 16,-2-2-1-16,2 2 0 0,-1 0 4 15,0 0 3-15,-1 0 4 0,1 0 2 16,-1 0 3-16,0 0 1 0,1 0 1 16,1 0 0-16,-1 0 1 0,1 0 2 15,0 2 1-15,0-2 0 0,0 0 0 0,0 2-3 16,0-2-11-16,0 1-19 0,0 2-30 16,4-2-61-16</inkml:trace>
  <inkml:trace contextRef="#ctx0" brushRef="#br0" timeOffset="130304.03">17786 14525 301 0,'0'0'27'16,"0"0"0"-16,0 0-2 0,0 0 1 0,0 0-2 15,0 0 1-15,0 0 0 0,10-79-2 16,-10 74-6-16,0 1-4 16,-3-4-5-16,-3 1-2 0,-4 5 1 15,-7 1 0-15,-3 1 0 0,-5 1-1 0,2 5 0 16,1 0 0-16,8-1-3 0,2-1 0 16,4-1-1-16,3-1-2 0,2 1 0 15,3-3-4-15,-1 0 1 0,1 0-2 16,0 0-5-16,0 5-22 0,2-1-59 15,12 4-140-15</inkml:trace>
  <inkml:trace contextRef="#ctx0" brushRef="#br0" timeOffset="130970.2">18804 14265 596 0,'0'0'47'0,"0"0"-10"15,0 0-11-15,0 0-8 0,0 0-7 16,0 0-3-16,0 0-2 0,0 0 0 15,0 0-4-15,-8 51 0 0,8-29-2 16,6 2-6-16,4-1-12 0,2 3-20 0,1-3-51 16,3 4-105-16,0-1-88 0</inkml:trace>
  <inkml:trace contextRef="#ctx0" brushRef="#br0" timeOffset="131343">19892 14162 608 0,'0'0'31'0,"0"0"3"16,0 0-3-16,0 0-6 0,0 0-11 15,0 0-6-15,-16 96-4 0,16-72-2 0,0 1-4 16,0-2-5-16,2 2-15 0,6 0-29 16,-2 2-96-16,2-2-144 0</inkml:trace>
  <inkml:trace contextRef="#ctx0" brushRef="#br0" timeOffset="131841.17">21055 14129 531 0,'0'0'45'15,"0"0"4"-15,0 0-3 0,0 0-12 16,0 0-8-16,0 0-7 0,4 80-8 15,6-54-4-15,-1-1-5 0,1 2-2 0,3 2-9 16,-2 0-17-16,1 3-49 0,1 0-191 16,0-2-34-16</inkml:trace>
  <inkml:trace contextRef="#ctx0" brushRef="#br0" timeOffset="132660.81">22155 14142 573 0,'0'0'34'15,"0"0"-2"-15,0 0-7 0,0 0-8 16,0 0-8-16,0 0-3 0,0 0-4 16,0 0-5-16,0 0-10 0,10 79-20 15,-3-52-63-15,1 5-166 0,-3-1-18 16</inkml:trace>
  <inkml:trace contextRef="#ctx0" brushRef="#br0" timeOffset="133496.12">17618 13384 487 0,'0'0'51'15,"0"0"-9"-15,0 0-6 0,0 0-4 16,0 0-5-16,0 0-7 0,0 0-3 0,0 0-7 16,0 0-5-16,100-7-6 0,-76 2-8 15,2-5-22-15,-1 1-58 0,-3-1-184 16,3-3-13-16</inkml:trace>
  <inkml:trace contextRef="#ctx0" brushRef="#br0" timeOffset="133942.86">17559 12543 570 0,'0'0'36'0,"0"0"-2"0,0 0-8 15,0 0-16-15,0 0-3 0,94-20-10 16,-65 15-4-16,1 1-19 0,-2 1-44 15,0-2-115-15,0 0-91 0</inkml:trace>
  <inkml:trace contextRef="#ctx0" brushRef="#br0" timeOffset="134383.34">17557 11751 592 0,'0'0'35'0,"0"0"-4"16,0 0-7-16,0 0-7 0,79-32-7 15,-50 23-5-15,-1 0-6 16,1 1-9-16,-2-1-17 0,1 4-50 0,-3-3-126 16,-1 1-81-16</inkml:trace>
  <inkml:trace contextRef="#ctx0" brushRef="#br0" timeOffset="134883.13">17468 11175 546 0,'0'0'36'16,"0"0"-4"-16,0 0-8 15,0 0-12-15,0 0-4 0,104-65-5 16,-68 58-6-16,-4 3-20 0,-2 2-67 0,-1 1-174 16,-3 1-16-16</inkml:trace>
  <inkml:trace contextRef="#ctx0" brushRef="#br0" timeOffset="135466.43">17575 11217 129 0,'0'0'45'0,"0"0"-10"15,0 0-2-15,0 0-3 0,0 0 0 16,0 0 1-16,0 0 0 0,0 0-3 15,0 0 2-15,-3-24-6 0,3 4 0 0,-3 2-3 16,0-6 0-16,0 0-5 16,-3 0-2-16,0-1 0 0,-2-5-2 15,-1-4-1-15,2-3-1 0,-1-5-1 0,2-2-1 16,0-1 0-16,0 0-1 0,-1 1 3 16,1 4-3-16,-1 0 1 0,1 4-1 15,0 2-5-15,2 5 4 0,1 7-3 16,0 4 0-16,3 5 1 0,-2 1-2 15,0 0-1-15,0 6-1 0,2 0-1 16,0 6-4-16,-1-2-12 0,1 2-19 0,0-1-42 16,0 1-65-16,0 0-114 0</inkml:trace>
  <inkml:trace contextRef="#ctx0" brushRef="#br0" timeOffset="136228.85">16775 14451 561 0,'0'0'58'0,"0"0"-19"0,0 0-12 0,0 0-10 16,0 0-2-16,0 0-3 0,0 0 0 0,0 0-4 15,0 0-3-15,0 0 1 0,1 65-7 16,8-38-3-16,0 0-17 16,0-1-27-16,2 1-55 0,1 0-178 15,-2-2-1-15</inkml:trace>
  <inkml:trace contextRef="#ctx0" brushRef="#br0" timeOffset="136659.98">15876 14529 564 0,'0'0'58'0,"0"0"-12"0,0 0-12 0,0 0-10 15,0 0-10-15,0 0 0 0,0 0-8 16,0 0 4-16,0 0-6 0,0 0-4 16,-46 84 0-16,46-52-8 0,2 2-12 15,6-1-32-15,3 5-77 0,-2-1-161 16</inkml:trace>
  <inkml:trace contextRef="#ctx0" brushRef="#br0" timeOffset="137200.93">14792 14613 619 0,'0'0'39'16,"0"0"-10"-16,0 0-4 0,0 0-7 15,0 0-4-15,0 0-4 0,0 0-4 16,0 0-3-16,-57 100-4 0,69-74-1 0,5 3-13 15,2 3-16-15,3 2-56 0,1 2-167 16,1-2-38-16</inkml:trace>
  <inkml:trace contextRef="#ctx0" brushRef="#br0" timeOffset="137588.49">13913 14728 588 0,'0'0'52'0,"0"0"-9"15,0 0-11-15,0 0-9 0,0 0-10 16,0 0-3-16,0 0-4 0,0 0-1 15,0 0 0-15,0 0-5 0,-38 81-2 16,45-47-11-16,5 6-17 0,7 3-55 16,1 4-199-16,5-2-12 0</inkml:trace>
  <inkml:trace contextRef="#ctx0" brushRef="#br0" timeOffset="138280.58">17796 15390 482 0,'0'0'75'0,"0"0"-25"15,0 0-16-15,0 0-9 0,0 0-10 0,0 0-3 16,0 0-7-16,0 0-3 0,0 0-3 16,77-35-10-16,-51 35-19 0,3 0-49 15,3 0-86-15,2 0-110 0</inkml:trace>
  <inkml:trace contextRef="#ctx0" brushRef="#br0" timeOffset="138703.67">17958 16052 538 0,'0'0'57'16,"0"0"-14"-16,0 0-10 0,0 0-9 15,0 0-2-15,0 0-6 0,0 0-5 16,0 0-1-16,78 39-5 0,-49-39-3 0,-3 0-6 15,-4 0-13-15,-1 0-21 16,1 0-55-16,-9 0-193 0,10 0-6 16</inkml:trace>
  <inkml:trace contextRef="#ctx0" brushRef="#br0" timeOffset="139179.64">17967 16841 612 0,'0'0'41'0,"0"0"-4"0,0 0-5 16,0 0-10-16,0 0-7 0,0 0-9 15,91 4-4-15,-59-4-4 0,-1 4-9 16,-1-4-15-16,0 5-34 0,2-3-85 0,-4-1-147 15</inkml:trace>
  <inkml:trace contextRef="#ctx0" brushRef="#br0" timeOffset="139873.65">18055 17152 350 0,'0'0'44'0,"0"0"-16"0,0 0-1 15,0 0-3-15,0 0 8 0,0 0 2 0,0 0 2 16,-4 92-5-16,4-49 2 0,5 6-5 16,1 1-7-16,3 4 2 0,-1 4-3 15,0-1 0-15,-1 0-4 0,-2 1-1 16,-3-1-4-16,1 2 0 0,-3-4-3 15,0 5-2-15,0-1 1 0,-5 0-4 0,0 1 1 16,-1-10 1-16,3-4-4 0,-1-9-1 16,4-10-6-16,0-10-5 15,0-5-7-15,0-6-18 0,0 0-25 16,0-1-63-16,6-5-125 0,3-16-31 0</inkml:trace>
  <inkml:trace contextRef="#ctx0" brushRef="#br0" timeOffset="140200.67">17997 17582 596 0,'0'0'41'0,"0"0"-8"0,0 0-7 15,0 0 1-15,0 0-2 0,0 0-6 16,0 0-6-16,104-19-7 0,-65 14-7 0,2 2-14 15,5-2-25-15,-3-1-83 0,5-3-161 16,-4-6-8-16</inkml:trace>
  <inkml:trace contextRef="#ctx0" brushRef="#br0" timeOffset="147166.97">23887 13640 558 0,'0'0'33'0,"0"0"5"0,0 0-2 16,-23 85-10-16,19-58-7 0,4 0-7 16,0 1 0-16,8 1-6 0,2-2 1 0,2-3-4 15,5-2-1-15,3-2 1 16,2-8 1-16,3-2 0 0,5-6 1 15,2-4 2-15,3-2 2 0,2-10 1 16,-1-5 1-16,-1-3 1 0,-5-4-6 0,-2-1 4 16,-7-4-4-16,-5-1 2 0,-5-2 1 15,-3-4-3-15,-4-3 1 0,-4-4-4 16,0-3-1-16,0-3-2 0,-2 3 1 16,-4 3-4-16,0 7-2 0,0 7-9 15,2 9-11-15,3 10-19 0,-1 5-35 0,2 5-114 16,-1-2-116-16</inkml:trace>
  <inkml:trace contextRef="#ctx0" brushRef="#br0" timeOffset="148029.77">17836 10611 477 0,'0'0'49'0,"0"0"-16"16,0 0-10-16,0 0-6 0,0 0 0 15,0 0 1-15,0 0 0 0,0 0-1 16,0 0-3-16,86 74-1 0,-59-49-1 16,2 1 0-16,0-2-1 0,0-3-1 15,1 0-1-15,-2-5 0 0,-5 0-1 16,-1-6 0-16,-10-3 1 0,-1-2 0 15,-7-2 1-15,-1-3 1 0,3-3 1 0,0-9-1 16,3-6-1-16,-7-6-4 0,1-5 0 16,-3-2-1-16,0-4 1 0,0-1-3 15,-5 0 0-15,0-5-2 16,-1 3-5-16,0 3 2 0,0 1-6 0,2 4-1 16,3 3-8-16,1 2-11 0,0 5-20 15,7 4-27-15,5 4-92 0,6 5-132 0</inkml:trace>
  <inkml:trace contextRef="#ctx0" brushRef="#br0" timeOffset="150733.07">17796 14265 286 0,'0'0'56'16,"0"0"-4"-16,0 0-6 0,0 0-5 15,0 0-8-15,0 0-6 0,-86-20-6 0,64 30 2 16,-1 2-4-16,1 5 0 16,-3 6-1-16,3 0-1 0,1 5-1 0,3 1-2 15,4 1-4-15,5 0-2 16,4 2 1-16,5-2-6 0,0 0 2 0,7-5-4 16,6-2-2-16,4-5 4 0,6-3-2 15,3-5 4-15,3 0-2 0,3-5 1 16,0-5 0-16,0 0 0 0,-2 0 0 15,0-3 0-15,-2-6 2 0,-2-1-1 16,-3 0 1-16,0-2-1 0,-1-3 1 0,-4-2-2 16,2-1 4-16,-1-1-3 0,-4-4-4 15,-2-1 4-15,-3 0-3 0,-4 0 3 16,-3-2 1-16,-3-1 0 0,0-2-1 16,-7 0-1-16,-5-3 1 0,-5-2-2 15,-3 3-1-15,-4 0 0 0,-3 6-2 0,-4 3 0 16,-3 8 0-16,-4 4 0 0,-1 8 0 15,-1 2 0-15,-5 4-2 16,2 8 0-16,2 6-2 0,1 5-3 16,6 6-8-16,5 3-8 0,6 5-15 0,10 4-22 15,7 0-80-15,6 2-153 0</inkml:trace>
  <inkml:trace contextRef="#ctx0" brushRef="#br0" timeOffset="154278.01">22080 14272 137 0,'0'0'36'16,"0"0"-8"-16,0 0-4 0,0 0-2 0,0 0-1 15,0 0 0-15,0 0 3 16,0 0-1-16,0 0-2 0,0 0-3 15,3-14-4-15,-3 11-5 0,0 3-3 16,0 0-4-16,1 0-1 0,-1-2-1 0,0 2 1 16,0-2-1-16,0 2 2 0,0-1-1 15,0 1 1-15,2-2 1 0,-2 2 3 16,0-1 3-16,0 1 1 0,0 0 2 16,0-2 0-16,0 2-1 0,0 0-3 15,0 0 1-15,0-2-2 0,0 2-2 0,1 0 0 16,-1 0-1-16,0 0-2 0,0 0 0 15,0 0 0-15,0 0 0 16,0 0 0-16,0 0-1 0,0 0 0 16,0 0 1-16,0 0 0 0,0 0-1 0,0 0 1 15,0 0 1-15,0 0-2 0,0-2-1 16,0 2-1-16,0 0-5 0,0 0-6 16,0 0-22-16,0 0-30 0,0 0-50 15,0 0-74-15</inkml:trace>
  <inkml:trace contextRef="#ctx0" brushRef="#br0" timeOffset="154986.65">22088 14062 149 0,'0'0'33'0,"0"0"-6"15,0 0-2-15,0 0 1 0,0 0 0 16,0 0 4-16,0 0 3 0,0 0 1 16,0 0 0-16,-72-29-2 0,52 32-4 15,4 6-3-15,0 2-4 0,3 4-3 0,-2 0-2 16,5 4-3-16,-1 1-1 0,4 4 0 15,2 1-2-15,1 2-1 16,1 2-1-16,3-1-1 0,0-2 1 16,3 1-2-16,1-3 0 0,2-1-3 0,2-2 1 15,1-1-1-15,0-2 0 0,1-1 2 16,1-2-3-16,1-3 1 0,3-2 0 16,1-2 1-16,2-4 1 0,3 0 0 15,3-4 1-15,2 0 0 0,2-2 3 16,-2-5-1-16,1-3 2 0,-1-1 0 0,-1-2 1 15,-2 1 0-15,-1-1-4 0,-4 1 3 16,-4-2-3-16,-4 0 2 0,1-1-4 16,-4-1 0-16,-1 5-1 0,-3-5 0 15,0-1-2-15,-1-3 1 0,-1-9-1 16,-1 4 2-16,0-1-3 0,-4 1-1 16,-4 0 1-16,0 1-2 0,-5 2 1 15,0-2 0-15,-5 4-2 0,1 3 2 16,-5 0 0-16,-2 5 0 0,-4-1 0 15,-2 6-1-15,-2 1 0 0,-3 3-1 0,2 3 0 16,3 0-3-16,-1 5-3 0,5 3-8 16,2 6-6-16,5 3-12 0,0 4-11 15,2 1-27-15,0 5-61 0,0-1-139 16</inkml:trace>
  <inkml:trace contextRef="#ctx0" brushRef="#br0" timeOffset="157593.46">21990 13071 291 0,'0'0'72'0,"0"0"-4"0,0 0-11 0,0 0-10 16,0 0-11-16,0 0-9 0,0 0-7 16,0 0-7-16,0 0-5 0,-4-30-1 15,-9 30 1-15,-2 10 3 16,-7 4-2-16,3 4 1 0,1 0-1 0,-1 3-4 16,3-1 0-16,-1 2 0 0,2-2 2 15,1 1-5-15,4-4 3 0,1-2-4 16,2-2-2-16,3-3 1 0,1 1-1 15,0 0-4-15,1 1-10 0,1-2-8 16,0-3-21-16,1 3-27 0,0-5-49 0,0 2-56 16,0-1-72-16</inkml:trace>
  <inkml:trace contextRef="#ctx0" brushRef="#br0" timeOffset="157899.17">21720 13100 438 0,'0'0'75'0,"0"0"-25"0,0 0-15 16,0 0-12-16,0 0-8 0,0 0-3 15,0 0 3-15,0 0 1 0,0 0 2 16,0 0-1-16,30-7-3 0,-5 17-2 0,-1 0-1 15,2 2-2-15,0 0 0 0,-1 1-4 16,-1 1 0-16,-1 1-2 0,-3-1-2 16,0 1 5-16,-3 2-6 0,-3-1 4 15,0-3-5-15,-2 1-7 0,-3-6-3 16,2 0-7-16,-4-1-11 0,4-2-13 16,3 5-18-16,-6-4-52 0,3 3-107 15,-3-1-48-15</inkml:trace>
  <inkml:trace contextRef="#ctx0" brushRef="#br0" timeOffset="163747.86">18830 14159 64 0,'0'0'30'0,"0"0"1"0,0 0-2 16,0 0-4-16,0 0 1 0,0 0-3 15,0 0 1-15,0 0-4 0,0 0-1 16,0-12-2-16,0 11-1 0,0 1-3 16,-2-2 0-16,1 2 1 0,-2-2-2 15,3 2 2-15,-3-1-2 0,2 1-2 0,-1-2-1 16,1 2 1-16,-1 0 0 0,1 0 0 15,-1-2 1-15,2 2 0 0,-1 0 2 16,1 0-1-16,-2 0 1 16,2 0-4-16,-1 0-1 0,1 0-3 0,-1 0 0 15,-2 0-2-15,3 0 2 0,-2 0 0 16,1 0-1-16,-1 0 2 0,1 0-2 16,-1 0 0-16,0 0-1 15,1 0 0-15,0 0-1 0,-2 0 0 0,2 0 1 16,-1-3 0-16,1 3-1 0,-1 0 0 0,1 0-1 15,0 0 0-15,-1 0 2 0,1 0-3 16,-7 0 0-16,2 0 1 0,-6 0 0 16,1 0 0-16,0 0 1 15,1 0 0-15,1 3 0 0,-5 2-1 0,5-1 2 16,-5 4-1-16,2 2 2 0,0-1 0 16,-3 3-1-16,3 1 0 0,0 0-1 15,1 2 0-15,2 0 0 0,0 2 2 16,1 0-3-16,4-5 0 0,-1 5 0 15,1-1 0-15,1 2 1 0,0 1-1 0,1-1 0 16,2-2 0-16,0 2 0 0,0 3 0 16,3-2 0-16,4-2 0 0,2-4 1 15,2 1-2-15,1-2 2 0,3-1 4 16,-2 2-4-16,4-3 5 0,1-3-4 16,0-1 0-16,1-1-1 0,1-3 1 0,2 0 0 15,-1-2-1-15,0 0 1 16,2 0 0-16,-1-6 1 0,1 0 0 15,0-3-1-15,-1 1-3 0,-2-2 2 16,-1 0-3-16,-2-2 4 0,-2 0-1 0,-6 4 3 16,2-2-1-16,-2-1 1 0,-2-1 1 15,4-3-1-15,-3 3 1 0,-3-1-2 16,0-3 1-16,-4 4-2 0,2-8 1 16,-3 1 0-16,0-3 0 0,0-7-2 15,-6 2 0-15,1 0 0 0,-1 0 0 0,-4 2-1 16,1 4 0-16,-2 3-1 0,0 3 0 15,-3 3-1-15,-1 0 1 0,-2 3 0 16,-2 1-2-16,-1-1 1 16,-3 6-2-16,-2 3 0 0,-1 0-8 0,-1 3-7 15,-1 7-15-15,2 6-19 0,0 4-57 16,3 2-139-16,1-1-23 0</inkml:trace>
  <inkml:trace contextRef="#ctx0" brushRef="#br0" timeOffset="176896.18">18864 14537 1 0,'0'0'11'16,"0"0"0"-16,0 0 1 0,0 0 2 0,0 0 0 15,0 0 3-15,0 0 0 0,0 0 2 16,0 0 0-16,0 0-4 0,0 0 1 16,0 0-3-16,0-1 0 0,0 1 0 15,0 0 0-15,0 0-2 0,0 0 1 16,0 0 0-16,0 0 2 0,0-2-1 0,0 2 0 15,0 0 0-15,0 0-3 16,0 0 2-16,0 0-4 0,0 0 0 0,0-2-1 16,0 2-2-16,0 0 2 0,0 0-4 15,0 0 1-15,0 0-4 0,0 0-3 16,0 0-1-16,0 0-6 0,0 0-5 16,0 0-10-16,0 0-27 0,0 0-38 15</inkml:trace>
  <inkml:trace contextRef="#ctx0" brushRef="#br0" timeOffset="-182905.97">17836 14555 62 0,'0'0'17'0,"0"0"-7"0,0 0-7 0,0 0-4 16,0 0-15-16,0 0-30 0</inkml:trace>
  <inkml:trace contextRef="#ctx0" brushRef="#br0" timeOffset="-179212.73">17803 13245 6 0,'0'0'10'15,"0"0"-2"-15,0 0 5 0,0 0-6 0,0 0 3 16,0 0-3-16,0 0-4 0,0 0 3 15,0 0-2-15,0 0 1 16,0-4-2-16,0 4 3 0,0-2 0 16,0 2-1-16,0 0-1 0,0 0-3 0,0 0-1 15,0 0 0-15,0-2 0 0,0 2-1 16,0 0 2-16,0 0-2 0,0 0 1 16,0 0 0-16,0 0 0 0,0 0 0 15,0 0-2-15,0 0 1 0,0 0 2 16,0 0-1-16,0 0 3 0,0 0-3 0,0 0 1 15,0 0 0-15,0 0-1 0,0 0 0 16,0 0-1-16,0 0 0 0,0 0 1 16,0 0 1-16,0 0 0 15,0 0-1-15,0 0 0 0,0 0 0 0,0 0 0 16,0 0 0-16,0 0 4 0,0 0-6 16,0 0 2-16,0 0 0 0,0 0-4 15,0 0 3-15,0 0-1 0,0 0 2 16,0 0 0-16,0 0 0 0,0 0 5 15,0 0-5-15,0 0 1 0,0 0-1 0,0 0-1 16,0 0 2-16,0 0-1 0,0 0 3 16,0 0-1-16,0 0-1 0,0 0 3 15,0 0-3-15,0 0-1 0,0 0 2 16,0 0 0-16,0 0-1 0,-1 0 5 16,1 0-3-16,0 0-3 0,-2 0 4 15,2 0-4-15,0 0 2 0,-1 0 1 16,1 0-1-16,0 0-2 0,0 0 2 15,0 0 3-15,-2 0-3 0,2 0 1 16,0 0-1-16,0 0 1 0,-1 0-2 0,1 0 1 16,0 0 1-16,0 0-1 0,0 0 1 15,-2 0 2-15,2 0-2 0,0 0-1 16,0 0 0-16,0 0-2 0,0 0 3 16,0 0-2-16,-1 0 0 0,1 0 1 15,0 0-2-15,0 0 2 0,0 0-1 0,0 0-1 16,0 0 1-16,0 0-3 0,0 0 3 15,0 0-1-15,0 0 0 16,0 0 1-16,0 0 0 0,0 0 0 16,0 0 1-16,0 0-1 0,0 0-1 0,0 0 0 15,0 0 1-15,0 0 0 0,0 0-1 16,0 0 2-16,0 0 0 0,0 0-2 16,0 0 0-16,0 0 0 0,-3 0-3 15,3 0 2-15,0 0-19 0,0 0-42 16</inkml:trace>
  <inkml:trace contextRef="#ctx0" brushRef="#br0" timeOffset="-177658.95">13185 9351 78 0,'0'0'35'0,"0"0"3"0,0 0-1 16,0 0-6-16,0 0-6 0,0 0-10 16,0 0-2-16,0 0 0 0,0 0 8 15,-7-8 4-15,21 8 2 0,13-2-4 16,12 0-7-16,7-1-3 0,9-1-4 15,3-4-1-15,7 1-3 0,0-3 0 16,0 0-3-16,-3-2 0 0,-2 0 0 0,-4 0-2 16,-8 2 2-16,-4 0-4 0,-8 1 1 15,-5 1 0-15,-10 3-1 0,-6 1 1 16,-2 1 0-16,-9 2-3 0,1 1-6 16,-5 0-2-16,0-5-11 0,-2-2 5 15,-7-4 1-15,-5 0 7 0,-4 3 5 0,-1 3 4 16,0-2 1-16,-2 2 1 0,0 0 1 15,5 2 0-15,0-1 0 16,5 2 3-16,4 0 2 0,3 1 0 16,4 1-3-16,-1-2 0 0,1-3-1 0,5 0-1 15,11-4 2-15,5 2-1 0,5 4 1 16,0 3 0-16,0 0 1 0,0 5-1 16,-2 4 2-16,-2 4 1 0,-2 0 2 15,-1 3 0-15,-4-1 5 0,-5 4-4 16,0 2 3-16,-6-6-3 0,-4 4-4 0,0 1 0 15,-4 4-4-15,-8 7 1 0,-2-2-6 16,-5 1-5-16,-1 1-24 0,-1 3-36 16,3 4-141-16</inkml:trace>
  <inkml:trace contextRef="#ctx0" brushRef="#br0" timeOffset="-176469.77">17803 13304 1 0,'0'0'11'15,"0"0"1"-15,0 0 1 0,0 0 1 0,0 0 1 16,0 0-3-16,0 0-3 16,0 0 1-16,0 0-1 0,36-28 4 0,-31 20 0 15,-2 5 4-15,-2-2 1 0,5-2 2 16,-5 4 1-16,1-2-1 0,0-3-1 16,-1 4 0-16,1 0 0 0,0 0-1 15,-2-3 3-15,1 1-2 0,2-5 4 16,-1 1-3-16,-2 5 2 0,3 0-1 0,-3 0-5 15,1 0-3-15,1 0-2 0,-1 1-2 16,1-1 1-16,-1 0-1 0,-1 0 3 16,4 3-4-16,-4 2 3 0,0-2 0 15,0 2-2-15,0 0 1 0,1-1-3 16,-1 1 0-16,0 0 0 0,-5 5 0 16,-5 7 1-16,-2 8 1 0,-2 1-1 15,-1 1 1-15,-1 1-2 0,0 0-5 16,-2-2 3-16,1 1-3 0,-1-2 0 15,1 0 0-15,-1-1 1 0,1-2-1 0,2 0-1 16,0 0 0-16,1-2-1 0,2 0 0 16,3-4 1-16,0 0-1 0,3-4 0 15,3-4-1-15,-4 5 0 16,4-5-2-16,0 0-8 0,2 2-8 0,1-5-8 16,-1 0-26-16,1 0-22 0,0 1-30 0,0-1-24 15,0 2-83-15</inkml:trace>
  <inkml:trace contextRef="#ctx0" brushRef="#br0" timeOffset="-172597.85">17868 13284 84 0,'0'0'32'0,"0"0"-1"16,0 0-3-16,0 0-1 0,0 0 0 15,0 0-1-15,0 0-1 0,0 0-6 16,0 0-3-16,17-10-1 0,-14 5-5 15,-1 1 5-15,1 1-2 0,-3 3 2 0,0-2 1 16,0-4-2-16,0 1-3 0,0-7 2 16,-3 2-3-16,0 3-1 0,-4-1-2 15,3 1-3-15,-2-2 2 0,0 4-2 16,0-2 3-16,-1 2 1 0,-2 0 0 16,5 2-3-16,-5-1-1 0,5 3-1 0,-2-1-2 15,-4 0 0-15,4 2 0 0,-7 0-1 16,2 0 2-16,-1 0-2 15,-6 2 1-15,8 0 0 0,-5 4 0 16,0 1 4-16,-1 2-5 0,-1 1 4 0,0 0-3 16,2 2 0-16,0-2 0 0,7-3 2 15,-2 3-2-15,-2-1 1 0,5-3-1 16,-2 4 1-16,2-3 0 0,2 0-1 16,-1 1 1-16,0-1-1 0,0 3 0 15,2-3 2-15,-2 1-2 0,2 0 0 0,1 1 1 16,1-6 0-16,-1 6 0 0,1-4 0 15,1 0-2-15,0 0 1 0,1-5 0 16,-2 0 1-16,2 5 1 16,0 0-1-16,0-1 1 0,0 6-1 0,0-5 1 15,2 0-1-15,0 2 0 0,2-4 2 16,0 4-3-16,1 0 1 0,-4-5-1 16,5 6-1-16,-2-3 1 0,2 0 0 15,0 2-1-15,1-3 2 0,0 1-2 16,0-1 0-16,-1-1 2 0,1 2-1 0,2-2 1 15,-6-2-1-15,5 2 0 0,-3-1-1 16,-1-1 0-16,8 1 2 0,-7-2-1 16,-1 0 1-16,9 0-1 0,-8 0 0 15,8 0 1-15,6 0 0 0,-9-2 0 16,5-2-1-16,-5 1 0 0,-2-3 1 16,3 1-1-16,-4 1 0 0,6-5 0 15,-6 4 0-15,3-4 0 0,-1 3 0 16,-3 0 2-16,-1-2-1 0,0 1 0 15,2 1 0-15,-3-1 0 0,2-2-1 0,-3 1 1 16,1 1-1-16,1-2 0 0,-2 1 1 16,1 1 0-16,0-3 0 0,-1 3-1 15,-1-3 0-15,0 2 0 0,1 1 1 16,-1 2-1-16,-1-5 0 0,1 5 0 16,-2-2 0-16,3-3 0 0,-2 5 3 15,-1 0-6-15,0-8 4 0,0 7-2 16,0-6-7-16,0 1 8 0,0-1-6 15,0 2 5-15,-1-1 1 0,-2 1-1 16,0 0 0-16,1 0 0 0,1 6 0 0,-4-4 0 16,3 3-1-16,-4-4 0 0,0 1 2 15,-1 2-1-15,1 0 0 0,-3 0 0 16,1 0 0-16,-1 0 0 0,2 1 1 16,-5 1-1-16,4 1-1 0,-3 0 1 15,0 1 0-15,-1 1 1 0,2-1-1 0,-3 2 0 16,-3 0-1-16,3 0 0 0,-3 0 1 15,-2 5 0-15,4 2-1 0,-7 2 2 16,2 0-1-16,3 2 0 16,0 0-1-16,2 1 1 0,0-1 5 0,0 3-5 15,2 1 4-15,0-1-3 0,0 1-4 16,-1-1 4-16,3-2-1 0,3-1 0 16,-3 0 0-16,3 1-1 0,2-3 0 15,-2 3 1-15,2-3-1 0,3 2 0 16,0-1 0-16,2 2 1 0,0 3-2 0,0-3 2 15,2 2-1-15,5 1 1 0,2-1 0 16,3 3 0-16,0-2-1 0,0 0 0 16,1-1 1-16,0 0 0 15,1-2-2-15,-1-2 0 0,-2-3-2 0,1 1-2 16,0-1-3-16,-2-2-4 0,3-1-7 16,0 1-23-16,-4-2-38 0,5 4-58 15,-5-2-107-15</inkml:trace>
  <inkml:trace contextRef="#ctx0" brushRef="#br0" timeOffset="-159526.42">16490 12629 54 0,'0'0'3'0,"0"0"-3"16,0 0 4-16,0 0 3 0,0 0 0 15,0 0 2-15,0 0-1 0,97 5 3 0,-61 0 0 16,6 0 1-16,5 2 1 0,5-2-1 15,4 2-1-15,6-2-3 16,6 3-1-16,5-1-3 0,3 1-2 16,4 1-2-16,1 0 1 0,-1 2-1 0,-2-1 2 15,1 3-2-15,-3-1 0 0,-1 0 0 16,-1 0 0-16,-3 0 1 0,-4 1-1 16,-1 1 1-16,-2-2 0 0,-1 5 0 15,0-2 1-15,-1-1-2 0,1 1 1 16,0 1 0-16,0-1 0 0,-1 0 3 0,-1-1-2 15,-2 3 2-15,-1-5 2 0,1 3-1 16,1-1 1-16,-1-1 0 16,2 3-1-16,-1-1-4 0,3 0 2 15,-1 0-1-15,-1 0-1 0,-1 0 1 0,1 0-2 16,-3 0 0-16,0 1 2 0,-2 1-2 16,0 0 1-16,2 0 0 0,0-2-2 15,5 1 2-15,0-4-1 0,0 1 0 16,2 0 0-16,-1-3 0 0,-1 2 0 15,1-1 0-15,1 0 1 0,-3-1-3 0,-1 3 2 16,3-1 0-16,-1 0 0 0,-1-2 2 16,2 2-3-16,-2 0 1 0,0-2 0 15,-1 0-2-15,0 1 2 0,-2 1 0 16,0-1-2-16,1 1 2 0,-1 0 0 16,0 2 2-16,2-1-4 0,-4 0 1 15,3 2 1-15,-5 2-2 0,2-5 2 16,-3 5 0-16,1-4 1 0,0 0 0 15,0 0-1-15,-1 0 1 0,2-1 1 16,0 0 0-16,2 1-1 0,-1-1 3 0,-3-2-3 16,0 0 1-16,1 2-1 0,-1-2 3 15,-1-1-2-15,-2 1 3 0,4-1 0 16,-2-1-1-16,2-1 2 0,0 0 0 16,2 0 0-16,-3 1 1 0,1-1-2 15,-1 0-2-15,-5 2 3 0,1 0-5 16,-2 2 3-16,-3-2-3 0,-1 0 0 0,-1-1-1 15,-3 0-1-15,3 2 4 0,-2-1-2 16,1 0 2-16,3 0 0 16,0 0-3-16,1 1 3 0,-3-1-2 0,3-1 0 15,-2 4 1-15,1-3-2 0,-2 0 3 16,2 2-2-16,-2-3 0 0,2 2 0 16,-2-1-1-16,4 0 1 0,-2-2 0 15,1 1 0-15,-1-1 2 0,2 1-2 16,-2-2 1-16,1 2-1 0,-2-4 1 0,2 1-1 15,-5 0 0-15,4-2 2 0,-4 1 1 16,1-1 2-16,-1 2-1 0,-1 0 1 16,1 0-1-16,-2 2-2 0,3-3 0 15,-3 1-1-15,1 0 1 0,2 0-2 16,-3 2 1-16,0-2 0 0,1 2-1 16,-2-2-1-16,-2 2 1 0,-1-1 0 15,-4-1 1-15,-4-1-1 0,-3-1 3 16,-6 0-2-16,-2-2 0 0,-6-1 1 15,-5 0-3-15,1 2 1 0,-6-2-1 0,0 0-3 16,0 0-1-16,2 0-10 0,-1 0-12 16,1 0-32-16,-1 0-48 0,-1 0-94 15</inkml:trace>
  <inkml:trace contextRef="#ctx0" brushRef="#br0" timeOffset="-141368.95">19432 16251 338 0,'0'0'53'16,"0"0"-4"-16,0 0-12 0,0 0-5 16,-26 80-5-16,26-45-9 0,6 3-5 15,7 0 1-15,5-1-4 0,3-5 2 16,3-1-4-16,2-7-3 0,3-4 1 16,-1-7 1-16,3-4 2 0,-2-6 3 0,0-3 1 15,-2 0 5-15,0-12 0 0,-3-6 1 16,-1-4-1-16,-3-5-9 15,-6-4 3-15,-3 1-6 0,-6-2 3 16,-2 2 0-16,-3 1-3 0,0 0 2 0,-7-2-6 16,0 2 0-16,-6 1-3 0,4 3-4 15,-1 1-8-15,3 9-15 0,1 4-22 16,5 2-58-16,1 2-90 0,7-5-92 16</inkml:trace>
  <inkml:trace contextRef="#ctx0" brushRef="#br0" timeOffset="-141206.19">20274 16261 649 0,'0'0'25'16,"0"0"-6"-16,101-53-17 0,-63 32-10 16,-1 1-12-16,0 3-16 0,-4-2-32 15,-3 4-35-15,-2-1-33 0,-7 0-18 16,-4-1-4-16</inkml:trace>
  <inkml:trace contextRef="#ctx0" brushRef="#br0" timeOffset="-141064.55">20628 15976 106 0,'0'0'136'16,"0"0"-10"-16,0 0-17 0,-79-75-23 16,57 69-22-16,3-1-14 0,1 5-12 15,4 2-9-15,4 5-10 0,-3 9-5 16,6 6-2-16,4 4-3 0,2 5-4 16,1 3 0-16,1 5-3 0,6 1-1 15,6 3-4-15,0 2-4 0,5-1-12 16,-2-2-11-16,7-4-23 0,3-4-47 15,0-3-139-15,4-2-53 0</inkml:trace>
  <inkml:trace contextRef="#ctx0" brushRef="#br0" timeOffset="-140546.97">20929 15833 653 0,'0'0'31'0,"0"0"0"16,0 0-10-16,95-63-9 0,-66 63-8 15,0 3-2-15,-4 8 1 0,-5 9-4 16,-4 0 5-16,-3 4-3 0,-6 5 2 16,-4 0-1-16,-3 2 0 0,0 1 0 15,-5-3 0-15,0-2-1 0,1-8 1 0,4-1-2 16,0-3 0-16,4-2-2 0,10 1-3 15,4-9-1-15,6-5-5 0,4 0-5 16,4-13-8-16,-1-1-5 16,3-6 0-16,-1-1 3 0,-3 0 6 0,1-6 4 15,-5 0 10-15,-5 1 2 0,-4-2 9 16,-5 1 3-16,-5 1 2 0,-4 6 14 16,-3 0 1-16,0 9 8 0,-3 0-2 15,-1 1-5-15,1 5-7 0,2 0-7 16,1 5-5-16,0 0-1 0,8 5 1 0,10 8-1 15,5 8 4-15,3-1-8 0,2 5 4 16,-2-3-6-16,4 1 0 16,-1-2 1-16,-2-1-1 0,-1-5 2 15,-3-4 2-15,-8-3 0 0,-5-3 0 0,-4-4 5 16,-2-1 2-16,0 0 0 0,4-6 3 16,0-6-4-16,-2-7-4 0,-3-6-2 15,-3-3-5-15,0-4 2 0,0-2-5 16,-5-5 3-16,0 0-1 0,1-1-11 15,1 4-5-15,0 3-17 0,0 2-25 0,1 12-65 16,2 0-180-16,6 9-7 0</inkml:trace>
  <inkml:trace contextRef="#ctx0" brushRef="#br0" timeOffset="-138450.55">22578 15408 627 0,'0'0'29'0,"0"0"-1"0,0 0-7 15,0 0-10-15,0 0-6 0,0 0-4 16,0 0 3-16,-90 55-4 0,60-26 2 15,0-1-2-15,1 2 1 0,4-5 0 0,4-4-2 16,5-4 0-16,7-3 0 0,5-4 0 16,4 0 1-16,4 3 0 0,12-4 2 15,9 2 2-15,8-5-1 0,8-3 0 16,1 0-2-16,4-1 0 0,0-2-1 16,2 1-1-16,-2 1 0 0,2-1-4 0,-5-1-9 15,-3 2-14-15,-2-1-19 16,-6-1-54-16,-4 0-87 0,-1 0-85 15</inkml:trace>
  <inkml:trace contextRef="#ctx0" brushRef="#br0" timeOffset="-138269.74">23115 15159 710 0,'0'0'32'0,"0"0"-3"16,0 0-1-16,0 0-8 0,0 0-5 15,42 91-9-15,-16-59-5 0,2 5-1 16,2-1-5-16,-3 0-5 16,1 2-13-16,-4 2-25 0,-3-1-47 0,-1 1-142 15,-7-2-69-15</inkml:trace>
  <inkml:trace contextRef="#ctx0" brushRef="#br0" timeOffset="-132918.96">19810 17541 503 0,'0'0'39'0,"0"0"2"16,0 0-8-16,53 95-10 0,-41-69-8 15,1 1-2-15,-4-4-2 0,-2-3 0 16,-1 0 2-16,-1-6 1 0,-3-6-2 15,-1-1 0-15,-1-5 0 0,0 5 1 0,0-4 4 16,-8 2 0-16,-2-5-5 0,-5-8-1 16,-4-6-5-16,2-4 2 0,2-5 1 15,1-3-3-15,4-4-3 0,1-4-2 16,3-5 0-16,2 1-1 0,4-3-4 16,0 0 1-16,6 7-4 0,3-5-1 0,1 7-4 15,4 5-6-15,-1 2-10 16,4 5-2-16,-5 6-7 0,1 6-2 15,-3 3-6-15,0 5-15 0,6 0-23 16,-7 3-33-16,4 9-19 0,-5 3-87 0</inkml:trace>
  <inkml:trace contextRef="#ctx0" brushRef="#br0" timeOffset="-132635.4">19876 17599 522 0,'0'0'42'0,"0"0"-16"16,0 0-7-16,0 0-11 0,0 0-5 15,57-78-4-15,-33 57-9 0,2 0-5 16,0-1-16-16,2 2-15 0,-3 3-20 16,-1 1-9-16,-1 1-12 0,-1 2 10 15,-5 0 6-15,0 4 17 0,-3-3 20 16,-3 4 12-16,-2-2 26 0,0 0 15 16,-5 0 30-16,6-2 10 0,-6 2 24 15,-2 5 0-15,1 1 0 0,-3 4-14 16,0-3-18-16,0 3-19 0,1 0-7 0,3 0 0 15,2 8-2-15,2 9 5 0,3 7-10 16,-1 4-7-16,3 1-5 0,-1 3-4 16,2 0-8-16,1-1-6 15,2-2-24-15,0-2-40 0,3-6-85 0,0-4-105 16</inkml:trace>
  <inkml:trace contextRef="#ctx0" brushRef="#br0" timeOffset="-132228.85">20320 16864 460 0,'0'0'59'15,"0"0"-19"-15,0 0-19 0,0 0-6 16,0 0-4-16,0 0-2 0,0 0 0 16,0 0 0-16,0 0-1 0,0 0 1 15,70-47 2-15,-63 59 2 0,3 4-3 16,-3 3 0-16,-1 0-4 0,-3-4-1 0,1 2 1 15,0-8-2-15,1-2-2 16,1 1 5-16,-3-6 0 0,5 1 0 16,5-3 4-16,3 0-5 0,6-9 1 0,-2 1-4 15,-1-7-3-15,-2 1-8 0,-2-1-8 16,0-2-8-16,0 5-14 0,1-1-14 16,-1 1-47-16,0 5-66 0,0-4-104 15</inkml:trace>
  <inkml:trace contextRef="#ctx0" brushRef="#br0" timeOffset="-132056.85">20919 17208 586 0,'0'0'3'16,"0"0"9"-16,0 0-18 0,99-36-15 15,-65 21-61-15,1-2-72 0,-5-3-105 0</inkml:trace>
  <inkml:trace contextRef="#ctx0" brushRef="#br0" timeOffset="-131888.66">21072 16919 576 0,'0'0'42'0,"0"0"-5"16,0 0-10-16,-46 77-6 0,42-47-3 15,4 6-4-15,0 1-2 0,8 6 1 16,2 2 5-16,0-3-9 0,4 6 2 0,1-6-17 16,1-2-20-16,2-1-10 0,0-4-43 15,0-2-92-15,0-6-114 0</inkml:trace>
  <inkml:trace contextRef="#ctx0" brushRef="#br0" timeOffset="-131418.86">21551 16927 578 0,'0'0'23'16,"0"0"3"-16,0 0 2 0,93-87-9 15,-59 79-5-15,-1 8-6 0,-1 2-7 0,-5 13-1 16,-3 2-1-16,-6 8 2 0,-7 3 1 16,-5-1 1-16,-6 3 1 0,0 2 0 15,-8-4 0-15,-4 3 3 0,-2 0-2 16,2-6 4-16,1-3-2 0,2-7 0 16,5-6-4-16,2-3-1 0,2-3-2 0,0 6 1 15,5-1 1-15,8-1 0 16,4-4 9-16,5-3-10 0,5 0 1 15,2-10-4-15,1-2-17 0,1-4-3 16,-4-2-25-16,1-1-69 0,2-3-172 0</inkml:trace>
  <inkml:trace contextRef="#ctx0" brushRef="#br0" timeOffset="-131043.74">22354 16383 627 0,'0'0'34'0,"0"0"3"0,-89 91-9 15,64-42-4-15,5 2-9 0,7 1-9 16,11-1-2-16,2 0-6 0,15-5-5 15,10-2-11-15,6-5-13 0,7-5-26 0,5-5-39 16,1-10-80-16,3-9-100 0</inkml:trace>
  <inkml:trace contextRef="#ctx0" brushRef="#br0" timeOffset="-130792.87">22674 16677 551 0,'0'0'43'0,"0"0"-13"16,0 0-5-16,0 0-5 15,0 0-8-15,0 0-3 0,14 86 0 16,-6-59 0-16,-1-5-2 0,-2-5-3 0,1-4 0 16,-3-3-3-16,-1-6 3 0,1-1 3 15,-3-3 1-15,0 0 4 0,-3-10-2 16,-7-9 0-16,-3-6-1 0,-1-6 2 16,0 0-1-16,0-6 0 0,-1-4-5 15,4-5 0-15,2-1-4 0,0-7-5 0,7 1 3 16,2 3-8-16,2 8-2 0,14 5-11 15,2 9-16-15,6 10-18 16,7 9-34-16,3 6-71 0,2 5-118 16</inkml:trace>
  <inkml:trace contextRef="#ctx0" brushRef="#br0" timeOffset="-130624.98">22684 16711 628 0,'0'0'22'0,"0"0"-9"0,0 0-9 16,0 0-8-16,61-80-12 15,-27 61-16-15,6 1-25 0,-1 0-39 0,-1 4-28 16,-4 4-24-16,-1 3 8 0</inkml:trace>
  <inkml:trace contextRef="#ctx0" brushRef="#br0" timeOffset="-130428.65">23057 16557 80 0,'0'0'103'16,"0"0"0"-16,0 0-7 0,0 0-18 15,0 0-10-15,0 0-23 0,0 0-10 0,0 0-8 16,0 0-6-16,53 54-3 0,-47-47-1 16,0 6 0-16,-1-1-3 0,-4-1 2 15,-1 8-1-15,0-5-2 0,0 3-1 16,0-5-3-16,0-7-1 0,0 7-3 16,2-9-2-16,4 4-1 0,-1-2-1 0,8-3-2 15,6-2-4-15,0-2-9 16,8-6-8-16,-2-4-12 0,1-4-13 15,-2 1-16-15,1-4-43 0,0-1-36 16,-1 0-50-16</inkml:trace>
  <inkml:trace contextRef="#ctx0" brushRef="#br0" timeOffset="-130175.35">23491 16448 544 0,'0'0'58'0,"0"0"-18"15,0 0-14-15,0 0-7 0,0 0-9 0,0 0-6 16,0 0-6-16,91-90-6 15,-68 80-4-15,0-2-7 0,-4 0 0 16,1-2 5-16,-4-1 6 0,-1-2 7 16,-3-1 5-16,-6 6 7 0,-1-2 8 0,-4 2 8 15,-1-1 7-15,0 2 0 0,-1 0-2 16,-4 3-5-16,2 4-6 0,-5 4-6 16,2 6-5-16,-3 11-1 0,0 8-2 15,4 6-4-15,4-2-2 0,1 4-1 16,1 0-8-16,9 0-6 0,2-2-6 0,5 1-18 15,0-3-15-15,4 0-38 0,1-8-109 16,0-5-94-16</inkml:trace>
  <inkml:trace contextRef="#ctx0" brushRef="#br0" timeOffset="-129967.03">23872 15990 686 0,'0'0'38'0,"0"0"-1"16,0 0-5-16,0 0-10 0,0 0-8 15,67 89-6-15,-37-52-7 0,4 2 0 16,-3 2-2-16,-2-1-8 0,-3-1-2 16,-4-2-17-16,-7-3-16 0,-10 0-25 0,-3-2-78 15,-4-4-151-15</inkml:trace>
  <inkml:trace contextRef="#ctx0" brushRef="#br0" timeOffset="-129769.33">23909 15874 570 0,'0'0'43'0,"0"0"-3"0,0 0-12 15,97-15-13-15,-69 24-7 16,0 3-3-16,-2 3-8 0,-5 2-5 16,-1 1-14-16,-5 2-19 0,-5-4-48 0,-1 4-65 15,-3-11-119-15</inkml:trace>
  <inkml:trace contextRef="#ctx0" brushRef="#br0" timeOffset="-129508.9">24063 15562 492 0,'0'0'47'0,"0"0"-17"0,0 0-17 0,0 0-9 16,0 0-4-16,0 0 0 0,0 0-1 16,0 0-1-16,0 0-7 0,0 0-14 15,-9 20-45-15,8-1-69 0,-2-4-114 16</inkml:trace>
  <inkml:trace contextRef="#ctx0" brushRef="#br0" timeOffset="-129187.66">23823 15773 569 0,'0'0'34'15,"0"0"4"-15,0 0-7 0,0 0-9 0,0 0-4 16,90-44-4-16,-70 51-6 15,-4 8 0-15,-4 4-1 0,-5 2 3 0,-4 4-3 16,-3 2 3-16,0-2-6 0,0 0 0 16,0-3 1-16,0 0-2 0,1-7-1 15,4-1 0-15,5-4 0 0,-3-3 1 16,8 0-1-16,2-6 1 0,2-1 1 16,5 0-2-16,1-3 0 0,-2-4-2 15,-2-3 0-15,0 0-2 0,-2-2-2 16,-3 0-5-16,2 0-10 0,1-1-13 0,-2 4-22 15,0-1-81-15,3 3-156 0</inkml:trace>
  <inkml:trace contextRef="#ctx0" brushRef="#br0" timeOffset="-128826.61">24637 15773 737 0,'0'0'31'16,"0"0"-6"-16,0 0-9 0,0 0-5 15,0 0-8-15,0 0 4 0,-91 63-6 16,78-41 0-16,2-3-2 0,3-1 1 0,4-2-1 16,3 0 1-16,1 1-1 0,2 2 0 15,9 1 0-15,3-5 0 0,2-2 0 16,3-2-3-16,4-3 2 0,-1-3-2 16,4-5-4-16,1 0-2 0,1 0-6 15,0-5-4-15,0 0-10 0,-2-8-22 16,0 1-58-16,-4-2-168 0,1-6-8 0</inkml:trace>
  <inkml:trace contextRef="#ctx0" brushRef="#br0" timeOffset="-128637.9">24987 15634 719 0,'0'0'40'0,"0"0"-3"0,0 0-11 0,0 0-6 15,0 0-10-15,19 97-3 0,-2-62 3 16,-2 3-8-16,2-1-1 0,-4-1-11 16,0-1-13-16,-3-2-14 0,-4 0-34 15,1 0-83-15,-2-3-157 0</inkml:trace>
  <inkml:trace contextRef="#ctx0" brushRef="#br0" timeOffset="-125853.25">7268 17437 54 0,'0'0'16'16,"0"0"3"-16,106-71 3 0,-71 52-8 15,0-4 4-15,-3 6-11 0,-3 2 4 16,-10 8-7-16,0-1-13 0,-9 4-12 16,-6 4-10-16,3 0-7 0,-7 12-28 15</inkml:trace>
  <inkml:trace contextRef="#ctx0" brushRef="#br0" timeOffset="-125689.7">7275 17611 135 0,'0'0'12'15,"0"0"-2"-15,94-48-5 0,-51 23-2 16,-2-2-3-16,3-3 2 0,-3 3 0 16,0 3 8-16,-5 0 6 0,6 2 3 15,-6 3 5-15,-3 1-2 0,-2 0-8 16,-5 4-9-16,-9 5-7 0,0 2-34 0,-6 3-39 15,-7 3-91-15</inkml:trace>
  <inkml:trace contextRef="#ctx0" brushRef="#br0" timeOffset="-110598.54">18542 3785 245 0,'0'0'17'16,"-27"-82"5"-16,22 31 4 0,5-5 0 15,2-3 2-15,15-1 0 0,4 5 0 16,7 4-2-16,7 5-5 0,8 7-7 15,5 6-2-15,3 7-2 0,3 9-6 0,3 12 0 16,-2 5-2-16,-1 19 0 0,-1 13 3 16,0 7 1-16,-1 9-2 0,-1 3 2 15,2 2-2-15,5-3 0 16,3-4-2-16,3-2 3 0,2-10-3 0,3-7 2 16,-1-9 0-16,0-9-2 0,2-9 2 0,0-2-1 15,0-15 0-15,-3-7 0 0,3-6 0 16,-5-4 1-16,-6-3 0 15,-5 0-2-15,-8 0 3 0,-6 0-5 16,-7-2 3-16,-6 0-1 0,-5 0 2 0,-5-2-1 16,-5 3-5-16,-3 5 10 0,-4 8-4 15,-1 11 5-15,-2 10-1 0,-2 4-9 16,0-2-4-16,0 2 0 0,3 10 7 16,3 10 1-16,1 11 4 0,4 3-1 15,4 0-6-15,5 1 0 0,2-2-1 0,5-2-1 16,7-4 1-16,4-5 2 0,3-6 0 15,7-5-1-15,-2-6 0 0,3-5-1 16,-1 0 1-16,-2-13-1 0,-2-4 2 16,-1-3 0-16,-4-6 1 0,-1-3 0 15,-2-1 1-15,-3-5-1 0,3-4-4 16,-3 3 2-16,3 1-2 0,1 4 3 16,0 8 1-16,5 4 0 0,0 7-1 15,1 6 1-15,2 6-1 0,-1 3 0 16,2 9-1-16,-3 5 0 0,1 4 5 0,-1 4-3 15,0 1 3-15,-4 0-4 0,-1 2-1 16,-3-1 1-16,-3-2-1 16,-3-1 0-16,-2-3-1 0,-2 0-1 15,-2 0-1-15,-6-2 2 0,-1 1-2 0,-4-3 2 16,-4-4-1-16,-4 1-2 0,1-1-1 16,-2-2-9-16,-1-2-25 0,2 3-60 15,-3-7-167-15</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11T14:29:49.524"/>
    </inkml:context>
    <inkml:brush xml:id="br0">
      <inkml:brushProperty name="width" value="0.05292" units="cm"/>
      <inkml:brushProperty name="height" value="0.05292" units="cm"/>
      <inkml:brushProperty name="color" value="#FF0000"/>
    </inkml:brush>
  </inkml:definitions>
  <inkml:trace contextRef="#ctx0" brushRef="#br0">11001 13323 69 0,'0'0'31'16,"0"0"-2"-16,0 0-2 0,0 0-3 0,102 88-2 15,-65-75 0-15,3-1-1 0,7-2-1 16,0-3-1-16,8-2 0 0,1-4 0 15,2-1-3-15,2 0 1 0,0 0-5 16,1-8 1-16,1-2 1 0,-2-2-2 16,2-1 2-16,-4-2 2 0,2-2-1 0,-2-2 1 15,0 0-2-15,-3-1-4 16,-2 1 1-16,-5-2-4 0,-3-1-1 0,-5-3-4 16,-2 3 3-16,-5-2-3 15,-4-2 2-15,-3 1 0 0,-3 1 0 0,-4-2 0 16,-3 0-1-16,-2 1-1 0,-4 1 1 15,-2 0 1-15,-4 2 0 0,-1-1 1 16,0 0-1-16,-3 0 1 0,0 0-2 16,-7 1 0-16,-1-1-1 0,-2 2 1 15,-3-1-1-15,-3 1 1 0,-2 0-3 0,-5 1 1 16,-2 0 0-16,-3 1 0 0,-2 0 0 16,-5 3-1-16,1 0 1 0,-4-1-1 15,-3 4 0-15,-5 0 0 16,-3 0 0-16,-3 1 0 0,-1 2-1 0,-2-1-4 15,-1 2 5-15,-1 3-6 0,-3 1 6 16,-3 2 0-16,-5 3 0 0,-1 0 4 16,-1 6-2-16,-2 5 1 0,3 3-3 15,2 4 0-15,4 2-1 0,6 2 0 16,3 6 1-16,7 4-1 0,2 4 1 0,4 7-2 16,4 4 4-16,7 6-5 0,5-1 4 15,3 0-2-15,8 1 2 0,2-6-2 16,5-1 2-16,7-3 3 15,0-4-4-15,0-1 3 0,6-3-3 0,4-1-1 16,0-6 0-16,3-1-1 0,3-3-2 0,0 0-1 16,6-2-8-16,1-3-18 15,3-1-31-15,1-1-39 0,5-1-71 16</inkml:trace>
  <inkml:trace contextRef="#ctx0" brushRef="#br0" timeOffset="2139.98">6020 13590 25 0,'0'0'24'0,"0"0"6"15,0 0 4-15,91 24 2 0,-60-24-4 16,2-2-4-16,0-5-2 0,3-2 0 0,2-4-1 16,2-2 1-16,-2-2-2 0,-3 0-1 15,1-2-1-15,-4-2-3 0,-2 0 2 16,-2-2-2-16,-3 1-3 0,0-2-2 15,-3 4-2-15,-5-4-1 0,-1 0 1 16,-3 0-4-16,-2-2 1 0,-2-1-3 0,-3-2-5 16,1 0 3-16,-4-1-4 15,0 1 4-15,-3 0 0 0,0 0-1 16,0 0 0-16,0 3 1 0,-6-1-1 16,-1 1 1-16,-2 1-1 0,-2 2-2 0,-1 0 1 15,-1 2-3-15,-3 1 3 0,-1 1-2 16,0 2 2-16,-5 0-1 0,3 2-1 15,-7 1 2-15,3 2-2 0,-3 0 0 16,0 3 1-16,-3 0-2 0,-1 1 1 16,-2 4-1-16,-1 1 1 0,-2 1-1 0,-3 2 1 15,-2 0 0-15,1 3 0 16,-5 3 0-16,-2 2-1 0,1 4-2 16,-1 1 3-16,1 2 0 0,2 6 0 15,2-1 0-15,2 4-1 0,-1 3-1 0,0 0 0 16,3 5 1-16,1 0 1 0,4 2 0 15,3 0-1-15,5 3 2 0,1-1-2 16,8 0 2-16,2 3 3 0,3 2-4 16,6 1 5-16,2-1-4 0,2-1-4 15,0-3 3-15,3 1-1 0,7-3 1 0,2-2 0 16,2 1-1-16,1-3 1 0,5 1-1 16,0-3 0-16,0-2 1 0,4-4 0 15,-1-1 0-15,0-2 0 16,-1-3 0-16,-1-5 0 0,1 0 0 0,-6-3 0 15,0-4 0-15,-3-2 0 0,-2 1 0 16,-2-1 0-16,2-1 0 0,-6-1 1 16,5 1-2-16,-3-2 1 0,-2 0 0 15,1 2 0-15,-6-2 2 0,0 0-1 16,0 0 0-16,0 0-1 0,0 0 0 0,1 0 0 16,-1 0 0-16,4 0 0 0,-4 0 0 15,3 0 2-15,-2 0 0 16,1 0-2-16,-1 0 0 0,1 0 0 0,-1 0 0 15,1 0 1-15,-2 0-2 0,0 0 2 16,3 0 0-16,-3 0-1 0,1 0 2 16,-1 0-2-16,2 0 1 0,-2 0-1 15,0 0 0-15,1 3 0 0,-1-3 1 16,0 0-1-16,0 0 0 0,0 0 0 16,0 0 0-16,3 0 0 0,-3 0 1 0,0 0-1 15,0 0 0-15,0 0 0 0,0 0 0 16,0 0 1-16,0 0-1 0,0 0-1 15,0 0 0-15,0 0 1 0,0 0 0 16,0 0 0-16,3 0 1 0,-3 0-2 16,0 0 2-16,0 0-1 0,0 0-1 15,0 0 1-15,0 0-3 0,0 0 3 16,0 0-1-16,0 0 1 0,0 0 0 0,0 0 0 16,0 0 0-16,0 0 0 15,0 0 0-15,0 0 0 0,0 0-1 0,0 0 1 16,0 0 0-16,0 0 1 0,0 0-1 15,0 0 0-15,0 0 0 0,0 2-1 16,0-2 2-16,0 0-1 0,0 0 0 16,0 0 0-16,0 0 0 0,0 0-1 15,0 0 0-15,0 0 1 0,0 0 0 0,0 0 0 16,0 0 0-16,0 0-1 0,0 0 1 16,0 0-1-16,0 0 1 0,0 0-2 15,0 0 2-15,0 0 0 16,0 0-1-16,0 0 1 0,0 0 0 0,0 0 0 15,0 0 4-15,0 2-5 0,0-2 1 16,0 0 0-16,0 0-3 0,0 0 4 16,0 0-1-16,0 0 0 0,0 0 2 15,0 0-2-15,0 0 1 0,0 0-1 16,0 0 0-16,0 0 0 0,0 0-1 0,0 0 1 16,0 0 1-16,0 0-1 0,0 0 1 15,0 0-2-15,0 0 0 0,0 0 1 16,0 0-2-16,0 0 4 0,0 0-2 15,0 0 1-15,0 0-1 0,0 0 0 16,0 0 0-16,0 0 0 0,0 0 0 16,0 0 0-16,0 0 0 0,0 0 0 15,0 0 0-15,0 0 1 0,0 0 0 16,0 0 0-16,0 0-1 0,0 0 0 16,0 0-3-16,0 0 3 0,0 0 0 0,0 0 1 15,0 0 0-15,0 0-2 0,0 0 2 16,0 0-2-16,0 0 1 0,0 0 1 15,0 0-2-15,0 0 1 0,0 0 0 16,0 0 0-16,0 0-1 0,0 0 1 16,0 0-1-16,0 0-2 0,0 0 0 0,0 0-7 15,0 0-13-15,0 0-29 0,0 0-28 16,0 0-35-16,0 0-90 0</inkml:trace>
  <inkml:trace contextRef="#ctx0" brushRef="#br0" timeOffset="60111.6">18626 4548 606 0,'0'0'40'0,"-111"12"-8"16,61 16-6-16,3 12-7 0,8 10-5 16,7 6-6-16,10 5-1 0,12-1-5 0,10-2 1 15,12-5-4-15,15-6 4 0,9-9-5 16,10-7 2-16,5-10-2 0,6-10-2 15,2-6-7-15,1-5-13 0,0-12-17 16,-4-3-21-16,-7-7-32 0,-5-4-29 16,-10-3-18-16,-3-1 4 0,-8 1 43 15</inkml:trace>
  <inkml:trace contextRef="#ctx0" brushRef="#br0" timeOffset="60222.82">18999 4896 59 0,'0'0'85'0,"0"0"22"0,0 0-7 16,0 0-11-16,0 0-13 0,0 0-21 15,0 0-20-15,0 78-10 0,-5-48-9 0,3 0-3 16,0-1-7-16,1 3-1 0,1-3 0 15,0 3-8-15,7 0-4 0,2 0-20 16,4-2-39-16,1 1-100 0,5-6-111 16</inkml:trace>
  <inkml:trace contextRef="#ctx0" brushRef="#br0" timeOffset="60607.22">20015 4223 675 0,'0'0'31'16,"-84"39"4"-16,47-9-6 0,0 8-10 0,7 0-4 15,7 3-6-15,6 1-2 0,10 2 1 16,7-3-5-16,2-1 2 0,14-3-7 15,6-3 0-15,9-5-5 0,6-2-10 16,3-8-15-16,9-7-23 0,2-3-35 16,4-7-75-16,0-2-127 0</inkml:trace>
  <inkml:trace contextRef="#ctx0" brushRef="#br0" timeOffset="60829.03">20634 4426 604 0,'0'0'42'0,"0"0"-10"16,0 0-12-16,0 0-5 0,0 0-4 16,0 0-2-16,84 8-1 0,-77 13 1 15,-4 4 4-15,-3 4-4 0,-1 3 4 0,-7-5-4 16,-1 3-3-16,4-11 2 0,1-1-3 16,4-1-2-16,0-3-1 0,14-1-3 15,2-4 0-15,7-9-3 16,6 0-10-16,3-7-14 0,3-8-21 0,-1-2-40 15,4-4-111-15,-2-2-95 0</inkml:trace>
  <inkml:trace contextRef="#ctx0" brushRef="#br0" timeOffset="61093.55">21769 3682 616 0,'0'0'49'0,"0"0"-10"0,-91 6-8 15,53 14-10-15,4 6-6 0,0 6-6 16,6 2-2-16,6 6 5 0,7 1-8 16,11-1 2-16,4-1-4 0,10-4-3 0,10-3 1 15,6-6-1-15,7-5-2 0,4-7-6 16,-1-2-6-16,7-7-11 0,-6-3-12 15,0-2-13-15,-5-2-17 0,-5-10-36 16,-2-1-32-16,-2-4-61 0</inkml:trace>
  <inkml:trace contextRef="#ctx0" brushRef="#br0" timeOffset="61404.76">22012 3820 577 0,'0'0'40'0,"0"0"-9"0,0 0-10 15,0 0-7-15,0 0-2 0,0 0-1 16,0 0-1-16,99-39 0 0,-73 39-4 16,-1 0 0-16,-10 0-1 0,-2 3-1 15,-6 1 1-15,-3 6 0 0,-2 5 3 0,-2 0-4 16,-2 6 5-16,-4-3-6 0,-2-4 0 16,5 1-1-16,1-2-2 0,2 3 1 15,5 4-1-15,12-3 2 0,6 0-2 16,4-1 1-16,5 1 1 0,2-1-2 15,-3 1 1-15,-4-2 1 0,-4 1 0 16,-9-4 2-16,-5 0 3 0,-5-2 2 16,-4 1 1-16,-4 5 1 0,-8-2-1 15,-8 3-4-15,0-2-2 0,5-6-3 16,-2-3-8-16,7-1-8 0,4-3-20 0,-4 0-28 16,3 0-94-16,4-2-153 0</inkml:trace>
  <inkml:trace contextRef="#ctx0" brushRef="#br0" timeOffset="62285.4">17686 4570 473 0,'0'0'8'0,"0"0"13"16,0 0-1-16,99-37-5 0,-45 11 0 15,9-6-8-15,5-4 2 0,3-1-2 16,2-3 1-16,-2 1 3 0,-5 0-3 16,-5-1 3-16,-3 3-3 0,-9 5 4 15,-6 3-1-15,-5 5 2 0,-5 2 1 16,-5 6-2-16,-6 5-2 0,-5 1-2 0,0 7 0 16,-2 3 0-16,3 8 1 0,6 12 0 15,3 12 1-15,-1 11-2 0,6 9 1 16,2 12-2-16,1 7 0 0,3 10 1 15,-1 6-2-15,4 6 0 0,-1 4-2 16,0 4-3-16,3-2 4 0,-3-3 1 0,-2 0-3 16,-2-5 3-16,-3-3-4 15,-2-4-2-15,-4 1 3 0,-4-6-3 16,-2-6 2-16,-6-5-1 0,0-10 2 16,-5-5 3-16,-1-7-3 0,-2-6 3 0,-3-8-6 15,-1-12 1-15,-3-8 1 0,1-7-1 16,-1-5 0-16,0 3 1 0,-7 2-3 15,-10 2 2-15,-9 2-1 0,-4-4 0 16,-10 2 2-16,-7 1-3 0,-8 4 4 16,-11 2-5-16,-8 2 2 0,-10 2 0 0,-6 0-3 15,-4-1 3-15,-3 1 0 0,0-3-1 16,2-3 1-16,2-5 0 16,2-4 0-16,6-3 1 0,4-12-1 15,10-8 1-15,6-12-3 0,9-12 2 0,7-15-1 16,7-11-4-16,7-15 5 0,6-12-4 15,5-7 3-15,8 1 3 0,6 5-2 16,2 8-2-16,5 6 4 0,0 10-3 16,2 5 2-16,-2 6 1 0,0 5 0 15,-1 8-1-15,1 4-1 0,-1 4 0 0,1 7-5 16,-2 5-8-16,1 3-10 0,1 8-20 16,2 2-32-16,1-4-116 0,0 3-114 15</inkml:trace>
  <inkml:trace contextRef="#ctx0" brushRef="#br0" timeOffset="63460.97">19127 4149 400 0,'0'0'36'16,"13"118"3"-16,11-43-4 0,4 6-7 0,6 5-8 16,8 8-7-16,5 3-4 0,1 5-6 15,1-1-3-15,0-4 3 0,-5-2-3 16,-5-9-7-16,-2-8-2 0,-6-11-10 15,-6-8-17-15,1-10-24 0,-6-13-36 16,-6-8-55-16</inkml:trace>
  <inkml:trace contextRef="#ctx0" brushRef="#br0" timeOffset="64100.08">18947 4105 520 0,'0'0'3'0,"0"0"2"0,76-42 9 15,-5 15 5-15,24-7 2 0,24-8-1 16,22-9-8-16,22-8 1 16,15-6-6-16,15-7-1 0,10-3 1 15,8-4-3-15,6 2 0 0,-1 0-1 0,0-1-4 16,-2-3 2-16,-3-1-3 0,-4-2 2 15,-9-4 4-15,-10 1-1 0,-12 7 1 16,-14 5-3-16,-19 10 1 0,-20 10-6 16,-22 12-4-16,-24 6 6 0,-19 11-2 15,-19 8 12-15,-15 8-3 0,-5 8 2 0,-6 4 0 16,4 17 9-16,7 13 8 0,5 15-5 16,5 12 2-16,7 17-13 0,4 15-4 15,7 11 1-15,7 10 1 16,2 5-3-16,2 5 1 0,1 1-1 0,-3-2-6 15,-2-6 6-15,-6-5-2 0,-4-7 0 16,-6-10 1-16,-4-4-2 0,-6-11-1 16,-7-5 2-16,-6-6-1 0,-8-9 2 15,-5-6-1-15,-7-7 1 0,-4-6-1 16,-15 0 1-16,-14-1 4 0,-12-1-5 0,-16 0 5 16,-17 3-5-16,-20 6-2 0,-19 3 1 15,-21 7-2-15,-18 4 1 0,-20 3-2 16,-19 4 4-16,-10-1-2 0,-6 0 2 15,-3-2 5-15,6-3-5 0,9-3 3 16,10-4-1-16,18-4-4 0,11-2 1 16,17-7 0-16,12-3-2 0,13-6 1 15,16-3 1-15,14-2-1 0,13-3 1 16,9-2-1-16,15-1 1 0,5-2-2 16,8-1 1-16,8-2-2 0,7 0 0 0,3-2 0 15,7-4 0-15,5 0 0 0,2-3 0 16,3-5-1-16,0 1 1 0,3-3-7 15,-2 0 0-15,2 0-6 0,0 2-8 16,-2-2-15-16,1 0-30 0,1 2-73 16,-2-2-145-16</inkml:trace>
  <inkml:trace contextRef="#ctx0" brushRef="#br0" timeOffset="65825.14">19077 3849 286 0,'0'0'37'0,"0"0"6"0,-17-90 3 15,17 54-11-15,3-5-11 0,9 0-7 16,3-1-5-16,5 1 2 0,5 3-2 0,2 3 4 16,6 5-2-16,7 5 1 0,8 5 0 15,9 4-4-15,6 2-1 0,7 4-3 16,5 2-3-16,3 3-1 0,0 0-1 15,0 3 0-15,-3-1-2 0,-2-1 2 16,-5-1-2-16,-6-3 1 0,-4-2-1 16,-7-4 1-16,-5-3-1 0,-4-6 3 0,-5-4-2 15,-2-7-2-15,-5-2 3 16,-1-5-3-16,-4-2 5 0,-5 0 1 16,-4-2 0-16,-2 5 5 0,-4 2 1 0,-3 7 0 15,-2 12 0-15,-2 9-2 0,-1 5-5 16,-2 5-3-16,0 0-4 0,4-2 1 15,0 1 0-15,8-1 2 0,12 2 2 16,2 0-2-16,12 0 1 0,1 0-1 16,7 0 1-16,2-3 1 0,7-9-1 0,3-4 0 15,0-4 2-15,4-4-3 0,-2-1 0 16,-2-1 1-16,-4-2 0 0,-8 1 2 16,-4 2-1-16,-5-1 1 15,-2-2-4-15,0-1-5 0,0-1 4 0,-1-2-5 16,4 1 11-16,-2 2 3 0,3 0-3 15,0 1 3-15,3-1-2 0,-1 2-1 16,5 2 0-16,0 1 0 0,2 4-2 16,-2 3 1-16,-1 5-1 0,-3 0-1 15,-1 7 0-15,-4 0 2 0,-1 2-1 0,-4 2-1 16,-2 1 2-16,-1 0-2 0,-9 0 0 16,-1-2 2-16,-5 2-3 0,0 0 0 15,1 0 1-15,-3-1-1 16,1 1-3-16,0-3-10 0,-1 1-13 0,-3-3-28 15,0 2-63-15,-6 0-171 0</inkml:trace>
  <inkml:trace contextRef="#ctx0" brushRef="#br0" timeOffset="68546.35">19560 5355 14 0,'0'0'9'16,"0"0"-4"-16,0 0-4 0,0 0 0 15,0 0-1-15,0 0-1 0,0 0 1 16,0 0 0-16,0 0 2 0,13-39 0 16,-13 39 0-16,1-5 1 0,1 2 1 0,3-2 3 15,-2 2 1-15,-1-1 3 0,1-1 1 16,-2 0-1-16,2 3 2 16,-3 2-1-16,0-2 1 0,0 2 3 15,0-1 1-15,0-1 0 0,1 1-2 0,1-1-4 16,-2 0-4-16,1 2-4 0,-1-3 0 15,2 3-2-15,-2 0 2 0,1-2 0 16,-1 2 0-16,2-2 2 0,-1 2 0 16,1 0 1-16,2 0 3 0,4 2 5 15,2 8 4-15,2 4 5 0,1 4 2 0,0 3-1 16,0 3-3-16,0 2-5 0,3 1-5 16,-1 2-3-16,0-2-1 0,0 0-3 15,1 0 1-15,1 0-4 0,1-2 0 16,-2 2 0-16,1-3 1 0,-2-2 0 15,0-2-2-15,0-1 1 0,-1-1-1 16,-2-3 1-16,-2-5 0 0,-3 2 0 16,-3-5 2-16,-1 1 1 0,2 1 1 15,-4-4 3-15,2-2-1 0,-1 1-1 16,-1 1 1-16,2-2 0 0,-2 2 1 0,-1-5 0 16,0 5 2-16,0 2-4 0,0-3 0 15,1 2-1-15,-1-6 0 0,0 4-1 16,1 1 1-16,1 0 1 0,1 4-3 15,0-6 2-15,-2 0 0 0,7 1 3 16,5-4-2-16,3 0-1 0,7 0-1 0,2-2-2 16,0-8-3-16,0 3 2 0,1-3-3 15,2 3 3-15,-2 0-1 16,-2 2 0-16,-1 0-1 0,-7 2 1 16,3-1-3-16,-3 1-5 0,3-2-20 0,4-2-54 15,-6-2-112-15,3-1-67 0</inkml:trace>
  <inkml:trace contextRef="#ctx0" brushRef="#br0" timeOffset="73574.99">20557 6513 315 0,'0'0'53'0,"0"0"8"16,-78-47-9-16,45 44-15 0,-3 3-11 15,2 17-3-15,1 11 2 0,0 13-4 16,8 8 0-16,5 7-7 0,7 3-5 0,10 0-2 16,3 0-4-16,13-7-3 0,12-6-2 15,11-7-2-15,9-7-5 0,11-9-7 16,7-6-16-16,6-8-17 15,-1-8-27-15,-2-1-19 0,-5-5-11 0,-8-8-5 16,-7-5 29-16,-9-5 28 0,-12-3 37 16,-5-1 44-16,-5-2 26 0,-9 8 29 15,-3 1 26-15,-3 8-2 0,0 6-12 16,0 2-24-16,0 4-35 0,0 0-15 16,0 0-9-16,2 0-4 0,5 15 1 0,3 4-3 15,9 8-3-15,4 2-2 0,3-1-2 16,1-1-5-16,2-3-18 0,5 1-29 15,-4-4-69-15,3 0-145 0</inkml:trace>
  <inkml:trace contextRef="#ctx0" brushRef="#br0" timeOffset="73896.79">21817 6223 648 0,'0'0'27'0,"-87"69"2"0,58-30-7 16,10-3-8-16,9-2-9 0,10-2-2 16,11-4 0-16,12-1-3 0,11-3-1 15,5-7-12-15,6-1-12 0,4-5-15 16,1-6-30-16,1-1-44 0,0-4-57 0,-2 0-89 16</inkml:trace>
  <inkml:trace contextRef="#ctx0" brushRef="#br0" timeOffset="74095.64">22259 6422 488 0,'0'0'54'0,"0"0"-16"0,0 0-10 16,0 0-11-16,0 0-5 0,0 0-1 15,0 0-3-15,83-43 3 0,-67 53 0 16,-2 2 0-16,-3 1-1 0,-2 2 0 16,-2 1-3-16,-1-5-3 0,0 2-1 0,0 1 0 15,-1-1-1-15,4 3-2 0,0-6 2 16,-1-3-5-16,6-2-2 0,2-5-7 15,8 0-9-15,0-5-7 0,1-7-17 16,2-2-28-16,1-3-54 0,2-3-75 16</inkml:trace>
  <inkml:trace contextRef="#ctx0" brushRef="#br0" timeOffset="74337.75">23296 5636 489 0,'0'0'58'0,"0"0"-10"16,0 0-14-16,0 0-9 0,0 0-4 16,0 0 0-16,0 0-1 0,-81 62-2 15,60-29-5-15,4 3-1 0,7-2-3 0,7 1-3 16,3-1-1-16,6-5-5 0,10-2 0 16,7-4-2-16,7-4-4 15,8-5-6-15,5-4-10 0,4-3-10 0,0-4-9 16,1-3-9-16,-3 0-24 0,-5-2-27 15,-5-6-19-15,-2-1-11 0,-4-1 27 16,-4-2 37-16</inkml:trace>
  <inkml:trace contextRef="#ctx0" brushRef="#br0" timeOffset="74605.76">23721 5914 33 0,'0'0'61'0,"0"0"25"15,0 0 9-15,24-78-6 0,-21 58-12 16,1-2-20-16,2 2-16 0,3 1-9 0,2 2-6 16,1 3-4-16,-3 3-2 0,5 4-4 15,-5 2-2-15,1 5-4 0,2 0-2 16,-5 5 0-16,0 7 3 0,-5 6-1 15,-2 3 0-15,-3 6-2 0,-5 0-4 16,1-5 2-16,1-5-5 0,4 0 0 0,2-2 0 16,2-2-1-16,10 4 1 0,4-3 0 15,3-3 0-15,2 1-1 16,2-2 1-16,-2 2-2 0,-1 0 2 16,-4 2-1-16,-6 1 1 0,-1-3 0 0,-6 2 2 15,-3 2 2-15,0 0 0 0,-2 3-1 16,-2-5 0-16,-2-1-3 0,3-4 0 15,0-4-3-15,-1 3-4 0,0-4-11 16,-2 3-12-16,1-2-23 0,0 3-36 16,-5 1-67-16,-1 4-124 0</inkml:trace>
  <inkml:trace contextRef="#ctx0" brushRef="#br0" timeOffset="75316.85">21381 6314 462 0,'0'0'38'0,"0"0"-8"16,0 0-4-16,70-91-6 0,-29 61-2 0,6-1-5 16,6 1 1-16,4-1-2 0,0 1 2 15,0 0-1-15,3 0-1 0,0-1-1 16,0 0 0-16,-1-1-2 0,-1 4-3 15,-5 1 3-15,-7 5-5 0,-5 3 1 16,-7 7 0-16,-6 9 1 0,-2 3-2 0,-3 14 6 16,2 13 4-16,2 11-4 0,5 11 4 15,1 9-7-15,2 6-1 16,4 8 2-16,0 5-4 0,2 2 1 16,3-1-4-16,1-4 3 0,1-5-1 0,-2-3-3 15,-3-5 4-15,-3-4-3 0,-3-1-1 16,-5-9 4-16,-2 0-4 0,-7-3 0 15,-3-3 0-15,-4-4-1 0,-5-5 2 16,-4-10-1-16,-1 0 1 0,-4-6 1 16,0 0-1-16,-8 1 5 0,-3-5-4 15,-8-3 0-15,-7-3-1 0,-6-4-2 16,-7 3 1-16,-8-5-2 0,-6 0 1 0,-7 0 0 16,-4 0 1-16,-4 0 2 15,-3 0-2-15,-4 0 0 0,-3 0-1 0,-1-7 1 16,-1 0 0-16,2-4 1 0,4-2-1 15,5-2-1-15,7-5 1 0,5-2-1 16,6-6 1-16,3-2 0 0,5-3 2 16,3-4-3-16,3-1 2 0,3-3-1 15,1-3 1-15,4-2-1 0,2-3 1 0,2-3 1 16,3-2-5-16,3-2 4 0,2 3-3 16,4 5 1-16,4 7 1 0,5 12-1 15,0 14-5-15,4 8-12 0,0 7-24 16,0 0-34-16,0 0-126 0,7 10-112 15</inkml:trace>
  <inkml:trace contextRef="#ctx0" brushRef="#br0" timeOffset="79111.98">19819 6800 194 0,'0'0'57'0,"0"0"-9"16,0 0-7-16,0 0-2 16,0 0 2-16,0 0 1 0,14 95-1 15,2-37-14-15,3 11-6 0,5 2-4 0,2 5-4 16,3 1 0-16,0 1-5 0,-1 1-1 15,2 0-1-15,-2-4-3 0,-2-1 0 16,-2-9-2-16,-1-5 0 0,0-6 3 16,1-7-4-16,2-7 2 0,2-3-2 15,4-9 0-15,6-4 2 0,4-7-2 0,6-7 0 16,3-5-2-16,6-5 2 0,2 0-1 16,3-10 0-16,2-5 1 15,3-6 0-15,1-6 2 0,0-7 0 16,1-5-2-16,-3-5 2 0,-2-2-1 0,-3 0 2 15,-5 3 1-15,-4 0-1 0,-7 4 1 16,-6 2-2-16,-5 5 1 0,-6 2-1 16,-10 4 0-16,-1 1 1 0,-10 8 3 15,-1-2-2-15,-6 1 1 0,0-1-1 16,0-8-1-16,-5 2 0 0,-5 0 0 0,-5-4-2 16,1-3-1-16,-6-1 2 0,-1-5-4 15,-1-2 3-15,-3-8-1 0,1-3-1 16,-4-5 2-16,1-4-1 0,-3-1 1 15,2 1-1-15,-2-3 2 0,-1 0-2 16,2-1-2-16,0 0 2 0,2-1-2 16,1 2 1-16,4 4 2 0,0 1-3 15,6 11 4-15,1 5-1 0,1 5 2 16,2 4-2-16,4 8 1 0,1 2 0 16,2 8 2-16,4-3-2 0,1-2-1 0,5 0-1 15,9-9 0-15,8 2 0 0,8-2 1 16,9-1 1-16,10-5-6 0,11-1 3 15,6-3-2-15,11-3 3 0,3 1 3 16,6 2-1-16,-1 3 2 0,0 0-3 16,-3 5 1-16,-3 2-1 0,-4 3 0 0,-1 2-1 15,-5 4 1-15,-2 3-2 0,-6 5 2 16,-6 4 0-16,-9 6-2 16,-6 2 1-16,-8 2-2 0,-4 6 1 15,-2 6 1-15,-3 5 1 0,-3 6 2 0,2 5 2 16,2 7 0-16,-1 4 1 0,0 3-3 15,1 3 2-15,0 3 2 0,-1 5-5 16,1 2 4-16,-1 2-4 0,0 5-2 16,3 1 2-16,-2 5-2 0,0 0 2 15,0 1-2-15,1-2 1 0,-2-6 3 0,1 0-6 16,-2-7 5-16,1-6-3 0,2-5-1 16,1-5 1-16,3-6-1 0,-1-3 1 15,3-6 0-15,1-3 1 16,1-5-1-16,0-5-1 0,2-4 1 0,0-4 0 15,-1-4 0-15,3 0 0 0,1-3 1 16,5-6-1-16,3-3 0 0,3-2 1 16,4-2-1-16,4-5 1 0,1 1 0 15,4-4 0-15,0 2 1 0,0-2-1 16,-1 2 0-16,-3 1-1 0,-9 4 1 0,-3-2 0 16,-8 4-4-16,-2 0 5 0,-4-1-4 15,-3 3 3-15,-2-1 1 0,-2 2 0 16,-1-1 2-16,-1 0-1 0,-2-1 2 15,0 1-2-15,-1-4 0 0,-2-1 0 16,-1-1 1-16,-2 0-3 0,-2-3 2 16,-3 0 0-16,-3-4 0 0,-4-3 2 15,-3-3-3-15,0-1 0 0,-4-2 1 16,-7-3-5-16,-4-3 4 0,-1-3-4 16,-5-4 4-16,-3-6-2 0,3-5-3 0,-4-10 6 15,0-3-7-15,-1-7 4 0,0 0 0 16,0 2-1-16,3 5 3 0,0 8-2 15,3 7-2-15,0 8 2 0,0 6-3 16,2 6 4-16,0 5 0 0,0 4 0 16,1 4 1-16,0 2-1 0,3 3 1 0,-1 1-2 15,4 4 0-15,-2 1 0 0,0 1 0 16,4 2-2-16,-4 3 2 16,-2-1-2-16,-3 4 3 0,-9-1-2 15,-1 4-1-15,-4 1 1 0,-4 0-1 0,-6 3 2 16,-4 1 1-16,-8 4-2 0,-4 0 1 15,-8 2 0-15,-4 4 0 0,-9-1-1 16,-8 6 0-16,-10-2 0 0,-5 7-2 16,-8-2 3-16,-2 5-1 0,1 0 1 15,1 0 4-15,3-1-6 0,0 3 6 0,3 0-6 16,0 0 0-16,3-1 0 0,1 1-2 16,2 1 2-16,-2 1 0 0,-1 1-1 15,1 2 1-15,-2 3 0 16,3-1 0-16,1 0 2 0,1 0 0 0,-3-2 0 15,2-2 0-15,1-2 0 0,4 0 0 16,5-4 0-16,5-2 0 0,4-2 0 16,4 1 4-16,3-2-4 0,1-1 4 15,3 0-5-15,6 0 1 0,4-3 0 16,9-2-1-16,4-1 3 0,8-2-3 0,5 1 0 16,6-1 0-16,3-1 0 0,8-3 1 15,1-1-3-15,6-2 3 0,4-4-1 16,-3 5 1-16,4-3 2 0,0 6-4 15,-3 7 2-15,6 2-2 0,0 6 2 16,0 5-1-16,6 5 2 0,3 3-1 0,1 4 0 16,3 5 0-16,-2 2 2 15,5 3-2-15,0 1 0 0,2 2 2 16,2 2-3-16,3 1 4 0,3 4-3 16,0 0 0-16,3 3 1 0,1 0-3 0,1 2 5 15,-1-4-4-15,-1-1 2 0,-3-3 3 16,-3-5-4-16,0-3 2 0,-3-5-2 15,-2-4-2-15,-2-2 1 0,-3-6-4 16,1-1-6-16,-2-3-15 0,1 0-20 16,-3 0-56-16,3-4-166 0,-3-5-27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4-01-11T14:32:01.076"/>
    </inkml:context>
    <inkml:brush xml:id="br0">
      <inkml:brushProperty name="width" value="0.05292" units="cm"/>
      <inkml:brushProperty name="height" value="0.05292" units="cm"/>
      <inkml:brushProperty name="color" value="#FF0000"/>
    </inkml:brush>
  </inkml:definitions>
  <inkml:trace contextRef="#ctx0" brushRef="#br0">7648 14059 72 0,'0'0'27'0,"0"0"-8"16,0 0-4-16,0 0 0 0,0 0-3 16,0 0-1-16,0 0-1 0,0 0-3 15,0 0 0-15,36-15-2 0,-20 5 0 16,1 1-2-16,0 0 2 0,0-2 0 0,2 0 1 16,-1-3 3-16,1-1 3 0,-1-2 3 15,0-2 0-15,0-1 3 0,-1-1-3 16,5-2 0-16,-3-3 3 15,1-3-3-15,-2-2 2 0,0-1-2 0,1-2-3 16,-2-4-1-16,-1-2-2 0,-2-2 0 0,-1 0-1 16,-2 0 3-16,-5 3-1 15,2-1 1-15,-5 2 0 0,0 1-1 16,-2 0-3-16,-1-1-2 0,0 2-1 16,-4-3-3-16,-1 1 4 0,-3 1-1 0,1-1-1 15,-1 0 2-15,-3 0-3 0,0 0 1 16,0 1-1-16,-3 3 2 0,-1 2-2 15,-2 4 1-15,4 2-1 0,-4 2 0 16,-1 3-1-16,-1 4 1 0,1 2-1 16,-1 1 1-16,-3 2-2 0,1 0 0 0,0 3-2 15,-2 2 4-15,-3 2-2 16,2 3 1-16,-2-1 0 0,1 3 0 16,-3 0-1-16,1 3 0 0,-1 5 0 15,-2 1 0-15,-2 3-1 0,0 5 0 0,-2 3 1 16,-4 6 0-16,3 3 1 0,1 2-1 15,-2 8 1-15,8 1-2 0,-2 2 2 16,4 4-1-16,3 0 0 0,4-1 0 16,3 1 1-16,4 1 3 0,5 0-1 15,3 2 1-15,4-1-2 0,0 2-4 0,7-1 2 16,3-1-1-16,3 0 1 0,5 0 0 16,2-4 0-16,2-4-1 0,2-3 2 15,4-5-2-15,-1-3 1 0,5-5 0 16,0-4 1-16,-2-3-1 0,2-3 3 15,0-3-3-15,-3 0 1 0,-2-2 4 16,-1-2-6-16,-3 1 6 0,-9-4-4 16,2 1-1-16,-5-3 1 0,-1-1-1 15,1 3 0-15,-2-3 1 0,1 1-1 16,-4-2 1-16,-2 1 1 0,-4-1-2 0,0 0 3 16,0 0-2-16,3 0 1 0,-3 1 0 15,3-1-2-15,-2 0 1 0,1 0 1 16,-1 3-2-16,1-3 2 0,-1 0-1 15,1 0-2-15,-2 0 2 0,1 0 0 16,-1 0-1-16,2 0 2 0,-2 0-3 0,1 2 0 16,-1-2 0-16,0 0-1 15,2 0 2-15,-2 0 0 0,0 0 1 16,1 0-1-16,-1 0-1 0,0 2 0 16,0-2-5-16,0 0-3 0,0 0-2 0,0 0-13 15,0 0-36-15,0 0-46 0,0 1-137 16</inkml:trace>
  <inkml:trace contextRef="#ctx0" brushRef="#br0" timeOffset="1907.99">8335 13860 80 0,'0'0'37'15,"0"0"-2"-15,0 0-8 0,84-15-5 16,-60 3-5-16,0-3-1 0,2-2 1 0,-2 0 1 16,1-3 4-16,-1 1-1 0,-2-3 2 15,0 0 0-15,-1-2 0 0,2 1-2 16,-4-5-3-16,2 2-1 0,0-6-1 15,-3 1-1-15,2-1 1 0,-3 0-2 16,0-1-1-16,1-1-2 0,-4 0-3 0,-1 1-1 16,-1 0-1-16,-5 1-3 15,2 2-3-15,-5-1 4 0,-1 2-4 16,-3 2 5-16,0 0 1 0,0 2-2 16,-7 1 2-16,1-2-2 0,-1 2 1 0,-2-2-3 15,-1-1 1-15,0-2-2 0,-3 1 1 16,1 0-2-16,-2 1 1 0,-2-1-1 15,1 4 0-15,-2 1 0 0,1 2 1 16,-1 3-1-16,0 3 1 0,-1 1-1 16,4 3 1-16,-1 1 1 0,-2 1-2 0,7 3 2 15,-6-2-1-15,1 2 0 0,1 1 0 16,-2 0-1-16,-1 1 0 0,1 1 0 16,3 3 0-16,-6-1 0 15,0 1-1-15,1 0 0 0,-4 3 1 0,0 3-1 16,3 1 2-16,-3 5-1 0,2-2 0 15,0 3 0-15,0 4 0 0,0 1-1 16,-2 3 1-16,6 4 0 0,-3 2 0 16,3 2 0-16,-1 3-1 0,7 4 2 15,-3 1-2-15,6 3 2 0,0 3-1 0,6-1 2 16,1 4-1-16,0 1 2 0,1 0 3 16,7 2-3-16,3-2 2 15,0-1-5-15,3 3 1 0,2-6-1 16,3-2 0-16,-2 0 1 0,2-4-1 0,-4-3 1 15,6-2-1-15,-2-3 1 0,-2-4-2 16,3-5 2-16,2-1 0 0,-4-4 0 16,0-1 0-16,-5-6 1 0,0 1 0 15,-7-4-2-15,0-5 1 0,1 5-1 16,-2-3-1-16,-1-1 2 0,-1 2-1 0,-3-3 1 16,0 0-1-16,0 0 2 0,0 0-1 15,0 2 0-15,2-2-1 0,0 0 0 16,-1 2-2-16,1-2-2 0,-1 0-9 15,1 0-18-15,-1 0-48 0,1 0-74 16,-2 2-101-16</inkml:trace>
  <inkml:trace contextRef="#ctx0" brushRef="#br0" timeOffset="3891.47">9181 13873 95 0,'0'0'33'0,"0"0"-5"0,0 0-7 16,79 5-3-16,-53-12 0 0,4-4-5 0,3-1 3 15,1 0-1-15,-1-2 0 0,-1-1 0 16,0 1 0-16,-4 0-1 0,0-3 1 16,-4 1-1-16,0-2 1 0,-2-1 1 15,-1-1-1-15,-2-2 1 0,1-2-1 16,-1-2 1-16,0-3-1 0,1-1 1 0,-4-3-1 16,3 1 1-16,-4-2-6 0,-1 1-2 15,-2-1-4-15,-3 0 0 0,-1 2-2 16,-4-3-1-16,-2 1-1 0,-2-1-1 15,0-1-1-15,0 0 0 0,-4 4 3 16,-1 0 2-16,-4 1-2 0,1 2 0 0,-3 3 1 16,-1-3 1-16,-2 2-1 15,0 2-1-15,-2 0-1 0,-3 1 2 16,2 1-2-16,-2 4 1 0,-1 2 0 16,-2 0-1-16,1 2 0 0,-4 1 1 0,3 1-1 15,-2 1-1-15,-1 0-1 0,-2 1 2 16,1 2 0-16,-3 1 0 0,1 3 1 15,1 0-2-15,-2 2 0 0,4 1 1 16,-3 2 0-16,4 0 1 0,-3 2 0 16,2 6-2-16,0-1 1 0,1 5-1 0,-2 0 0 15,-2 5 0-15,1-1 1 16,-2 2 0-16,2 4-1 0,-3 2 1 16,5 5 0-16,-3 3-1 0,5 5 1 0,-1 3-2 15,3 4 4-15,5 4-4 0,2 2 1 16,7 2 7-16,5 5-4 0,2-1 2 15,5 2 0-15,8-2-4 0,5 0 0 16,4-3 0-16,0-2 0 0,4-1-1 16,1-5 2-16,0-5-2 0,1-1 2 15,0-5-2-15,-3-5 4 0,-1-4-3 0,-5-3 0 16,-2-3 5-16,-1-1-6 0,0-3 6 16,-9-5-3-16,4 2-2 0,-2-5 2 15,-3 0-1-15,1 1 4 16,-4-4-4-16,6 3 1 0,-8-4-1 0,2 0 0 15,0-1 1-15,-3-2-1 0,0 0 0 16,0 0 0-16,0 2 0 0,0 1 0 16,3-3 1-16,-2 2 0 0,1-2-1 15,-1 2 1-15,1-2-1 0,-2 1 1 16,0-1 1-16,3 2-3 0,-3-2-2 0,1 0 0 16,-1 2 0-16,0-2-1 0,2 0-3 15,-2 0 0-15,0 3-3 0,1-3-4 16,-1 0-22-16,2 5-30 0,-1 0-41 15,7 2-113-15</inkml:trace>
  <inkml:trace contextRef="#ctx0" brushRef="#br0" timeOffset="5931.84">10301 13971 64 0,'0'0'30'0,"0"0"0"0,0 0 0 0,0 0-3 16,0 0-3-16,0 0-3 0,0 0-1 15,0 0-4-15,81 13 2 16,-68-22-1-16,0 1-4 0,4-6 0 16,-2-3-3-16,-1-2-5 0,-2-2 0 0,2-3 1 15,-3-2-2-15,4-2 6 0,-3-3-2 16,-2-4 0-16,-1-3 0 0,-2-1 1 15,-3-5 1-15,-1-2-1 0,-1 0 1 16,-2 0-3-16,0 1 1 0,-5 1-3 16,-2 0 0-16,-3 2 0 0,0 1-4 0,3 1 5 15,-6 4-5-15,3 2 4 0,-2 4 0 16,-2 1 0-16,-1 2-2 0,-2 0 2 16,-1 2-2-16,-2 0-1 15,-4 1 0-15,2-1 0 0,0 1-2 0,-4 2 2 16,2 2-1-16,-4 0-1 0,-1 5 0 15,-1 1 0-15,-3 4 2 0,-1 5-1 16,1 1 0-16,-2 4-1 0,2 0 1 16,1 0-1-16,-1 4 0 0,5 4 1 15,2 2-1-15,0 2 0 0,5 3 1 0,-1 4 0 16,6 5 0-16,-1 3 1 0,5 4-1 16,2 7 1-16,3 1-2 0,3 3 2 15,1 3 4-15,3 3-2 0,0 2 1 16,3 1-1-16,8 3-4 0,1 0 3 15,1 1-3-15,4 3 1 0,0-2-1 16,2 0 1-16,1-1-1 0,2-6 2 16,0-4-1-16,1-6 0 0,2-3 5 15,-1-2-1-15,-2-5 3 0,4-4-4 16,-3-4 1-16,-1-3-1 0,-2-4 0 0,-1-2-1 16,-6-5 1-16,1 1-3 0,-6-4 0 15,-3-2 0-15,4 2-1 0,-5-2 1 16,-2-1 0-16,5 1 0 15,-7-2-1-15,0 0 0 0,0 0-1 0,1 0-1 16,1 1-3-16,-2-1-2 0,3 0-15 0,1 4-27 16,2-1-48-16,1 1-138 0</inkml:trace>
  <inkml:trace contextRef="#ctx0" brushRef="#br0" timeOffset="7608.26">11137 13909 81 0,'0'0'12'16,"0"0"8"-16,0 0 2 0,0 0-2 15,0 0-1-15,91-68-4 0,-72 48 3 16,-1-3 1-16,0-4 1 0,2-1 1 16,-2-4 1-16,2 0-3 0,0-1-4 15,-3-1-4-15,-1 0-4 0,-1 0 0 0,-3 2-2 16,-3 0 5-16,-4 3-1 0,1-1 1 16,-5 1 2-16,-1 0-2 0,0 0 1 15,-1 1-1-15,-5-2-3 16,0-1-3-16,-2-1-1 0,-1 0-3 0,1 1 3 15,-2-1 0-15,1 1-2 0,-2 2 1 16,1 0-2-16,-2 4 1 0,1 1-1 16,-1 2 1-16,-1 4-1 0,0 0 0 15,-3 3 1-15,0 2-1 0,-1 1-1 16,1 2 2-16,-3 0-1 0,-1 2 1 0,1 1 0 16,0 0 1-16,5 2-4 0,-5 4 2 15,-1 1-1-15,-2 0 1 0,-7 3-1 16,2 7 2-16,0 2-1 0,3 4 0 15,0 3 3-15,-1 3-5 0,0 2 4 16,1 2-2-16,-1 3 0 0,1 0 1 16,2 1-1-16,-1 3 0 0,4 2 2 15,3 2 2-15,6 5 1 0,6 2 1 16,4 5-2-16,1 0-3 0,12 5 1 16,2 0-1-16,3 0 1 0,3-1-2 0,2-3 3 15,1-4-2-15,-1-4 1 0,2-5 1 16,-3-6 0-16,-2-4 0 0,0-2 2 15,-2-4 3-15,-1-1-2 0,-2-2 1 16,2-3-3-16,-7-3-3 0,-1-2 0 16,-1-6 0-16,-5-1-1 0,0 0-1 0,-3-3 1 15,0 0-1-15,0 0-3 0,1 2-6 16,1 0-16-16,-1-2-27 16,7 3-27-16,3-3-67 0,10 0-62 15</inkml:trace>
  <inkml:trace contextRef="#ctx0" brushRef="#br0" timeOffset="9379.85">11975 13799 64 0,'0'0'25'0,"0"0"-2"0,0 0-5 15,0 0-3-15,0 0 2 0,0 0 0 16,0 0 2-16,0 0-1 0,0 0 0 16,-18 11-4-16,18-11-1 0,0 1-2 15,0-1 2-15,0 0 1 0,8 0 3 16,4 0 3-16,8-3 1 0,2-7-4 0,1-2-3 16,1-3-3-16,1-2-2 0,-1-4 0 15,-2 2 1-15,3-4-3 0,-2-1 0 16,-2 0-1-16,-3-2-1 0,2-1-1 15,-4 1-1-15,-3-4 0 0,0 1 1 16,-3 0-1-16,-1-3-2 0,-6 1 0 0,3-5-1 16,-5 0 1-16,-1-1-1 15,0 1-3-15,0 1 2 0,-7 2-2 16,1 2 4-16,-4 1 1 0,0 4 1 16,0 2 2-16,-5 0-2 0,4 2 0 0,-5 1-1 15,3-1 0-15,-4 2 0 0,2 1 0 16,-2-1-1-16,-1 1 0 0,-2 1-1 15,1 0 1-15,-1 1-2 0,-5 0 1 16,1 0-1-16,-2 3-1 0,0-1 1 16,1 1 0-16,-3 4-2 0,3 0 5 0,-3 5-4 15,1 0 2-15,-2 3 0 0,1 2 0 16,0 0 2-16,-1 0-2 16,-2 5 1-16,2 2-1 0,1 5 1 15,4 1-1-15,-1 3 0 0,3 1 1 0,-3 3-1 16,6 5 1-16,-3 4-1 0,4 3 1 15,0 3 0-15,1 1-1 0,5 3 1 16,1 2-2-16,4 2 2 0,4-1 6 16,3 1-4-16,0 2 1 0,10 1-1 15,3-1-3-15,4 3 2 0,6-1 0 0,2 1 0 16,2 0-1-16,1 0 1 0,2-4-1 16,0-5 1-16,1-3-1 0,-1-3 0 15,0-6 1-15,-2-5 0 16,-2-5 0-16,-6-2 3 0,1-4-3 0,-8-4 1 15,0-2 3-15,-3 0-2 0,-6-4-2 16,1 1 0-16,-5-2-6 0,3 1 5 16,2 1 3-16,-2-1-3 0,3 1-1 15,-6-2 1-15,0 0 0 0,0 0 0 16,1 0 3-16,1 1-4 0,-1-1-5 0,-1 0 2 16,2 2 0-16,-2-2-3 0,0 2 0 15,1-2-18-15,-1 1-41 0,0-1-43 16,0 2-128-16</inkml:trace>
  <inkml:trace contextRef="#ctx0" brushRef="#br0" timeOffset="13652.24">13168 14926 88 0,'0'0'34'0,"0"0"-4"0,108-43 1 0,-62 23-2 16,7 0-2-16,2-2 1 0,2-2 0 15,0 1 0-15,-2-1-1 0,-1-1-6 16,-1 0-2-16,-6-1-3 0,-3-3-3 16,-5 2-3-16,-4-5-3 0,-3-2-1 15,-5-1 0-15,-2-2 1 0,-5-2 0 0,-3-3-1 16,-2-2 2-16,-5-4-1 0,-3-1 0 16,-1-1 1-16,-5 3 0 0,-1 1-2 15,0 5 0-15,-8 1 0 0,-6 6-2 16,-3-1-2-16,-5 1-4 0,-4 3 3 15,-3-1-2-15,-4 4 1 0,-2 2 2 16,-5 3-1-16,0 1 1 0,-4 0-2 16,-2 5 2-16,1 1-1 0,-4 6-1 15,1 2 0-15,0 5-1 0,-2 3 1 16,2 0 0-16,1 6 0 0,-1 4 1 0,6 6 0 16,2 2 0-16,2 3 0 0,2 6-1 15,-1 1 1-15,3 4 3 0,1 2-2 16,0 3 2-16,3 1-3 0,0 2-2 15,4 0 2-15,2 4-1 0,2 2 1 16,4 1-1-16,3 2 0 0,4 0 0 16,4 2 1-16,3-4-2 0,0-1 2 15,4-2 3-15,0-3-3 0,0-4 2 16,8-3-3-16,-1-2 0 0,2-3 1 16,1-3 0-16,2-1 1 0,1 0 0 0,3-1 1 15,-2-3 0-15,3 0 1 0,2-2-1 16,-1-1 0-16,2 0 1 0,-2-1 0 15,6-2-1-15,0 0 1 0,1-3 0 16,-2-2 3-16,-1 0-2 0,-1-3-1 16,1 0 0-16,-9-4-2 0,3-2 1 15,-6 1 1-15,-4-2-3 0,5 1 1 0,-5-1-2 16,0 0 0-16,0 0 1 0,-6 0-2 16,0 0 1-16,0 0 1 15,0 0-3-15,0 1-3 0,1-1-4 0,1 0-6 16,-1 0-4-16,1 0-14 0,-2 0-40 15,0 0-43-15,3 0-129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Lecture-1</a:t>
            </a:r>
          </a:p>
        </p:txBody>
      </p:sp>
      <p:sp>
        <p:nvSpPr>
          <p:cNvPr id="3481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2B1E8206-5749-452C-870E-52CFAFB5846C}" type="datetimeFigureOut">
              <a:rPr lang="en-US" smtClean="0"/>
              <a:pPr>
                <a:defRPr/>
              </a:pPr>
              <a:t>4/1/2024</a:t>
            </a:fld>
            <a:endParaRPr lang="en-US"/>
          </a:p>
        </p:txBody>
      </p:sp>
      <p:sp>
        <p:nvSpPr>
          <p:cNvPr id="573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482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482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82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itchFamily="34" charset="0"/>
              </a:defRPr>
            </a:lvl1pPr>
          </a:lstStyle>
          <a:p>
            <a:pPr>
              <a:defRPr/>
            </a:pPr>
            <a:fld id="{29515144-DAD1-4D30-BCF8-73F71ACED815}" type="slidenum">
              <a:rPr lang="en-US"/>
              <a:pPr>
                <a:defRPr/>
              </a:pPr>
              <a:t>‹#›</a:t>
            </a:fld>
            <a:endParaRPr lang="en-US"/>
          </a:p>
        </p:txBody>
      </p:sp>
    </p:spTree>
    <p:extLst>
      <p:ext uri="{BB962C8B-B14F-4D97-AF65-F5344CB8AC3E}">
        <p14:creationId xmlns:p14="http://schemas.microsoft.com/office/powerpoint/2010/main" val="1143769575"/>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idx="10"/>
          </p:nvPr>
        </p:nvSpPr>
        <p:spPr/>
        <p:txBody>
          <a:bodyPr/>
          <a:lstStyle/>
          <a:p>
            <a:pPr>
              <a:defRPr/>
            </a:pPr>
            <a:r>
              <a:rPr lang="en-US"/>
              <a:t>Lecture-1</a:t>
            </a:r>
          </a:p>
        </p:txBody>
      </p:sp>
      <p:sp>
        <p:nvSpPr>
          <p:cNvPr id="5" name="Slide Number Placeholder 4"/>
          <p:cNvSpPr>
            <a:spLocks noGrp="1"/>
          </p:cNvSpPr>
          <p:nvPr>
            <p:ph type="sldNum" sz="quarter" idx="11"/>
          </p:nvPr>
        </p:nvSpPr>
        <p:spPr/>
        <p:txBody>
          <a:bodyPr/>
          <a:lstStyle/>
          <a:p>
            <a:pPr>
              <a:defRPr/>
            </a:pPr>
            <a:fld id="{29515144-DAD1-4D30-BCF8-73F71ACED815}" type="slidenum">
              <a:rPr lang="en-US" smtClean="0"/>
              <a:pPr>
                <a:defRPr/>
              </a:pPr>
              <a:t>6</a:t>
            </a:fld>
            <a:endParaRPr lang="en-US"/>
          </a:p>
        </p:txBody>
      </p:sp>
    </p:spTree>
    <p:extLst>
      <p:ext uri="{BB962C8B-B14F-4D97-AF65-F5344CB8AC3E}">
        <p14:creationId xmlns:p14="http://schemas.microsoft.com/office/powerpoint/2010/main" val="3871621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idx="10"/>
          </p:nvPr>
        </p:nvSpPr>
        <p:spPr/>
        <p:txBody>
          <a:bodyPr/>
          <a:lstStyle/>
          <a:p>
            <a:pPr>
              <a:defRPr/>
            </a:pPr>
            <a:r>
              <a:rPr lang="en-US"/>
              <a:t>Lecture-1</a:t>
            </a:r>
          </a:p>
        </p:txBody>
      </p:sp>
      <p:sp>
        <p:nvSpPr>
          <p:cNvPr id="5" name="Slide Number Placeholder 4"/>
          <p:cNvSpPr>
            <a:spLocks noGrp="1"/>
          </p:cNvSpPr>
          <p:nvPr>
            <p:ph type="sldNum" sz="quarter" idx="11"/>
          </p:nvPr>
        </p:nvSpPr>
        <p:spPr/>
        <p:txBody>
          <a:bodyPr/>
          <a:lstStyle/>
          <a:p>
            <a:pPr>
              <a:defRPr/>
            </a:pPr>
            <a:fld id="{29515144-DAD1-4D30-BCF8-73F71ACED815}" type="slidenum">
              <a:rPr lang="en-US" smtClean="0"/>
              <a:pPr>
                <a:defRPr/>
              </a:pPr>
              <a:t>34</a:t>
            </a:fld>
            <a:endParaRPr lang="en-US"/>
          </a:p>
        </p:txBody>
      </p:sp>
    </p:spTree>
    <p:extLst>
      <p:ext uri="{BB962C8B-B14F-4D97-AF65-F5344CB8AC3E}">
        <p14:creationId xmlns:p14="http://schemas.microsoft.com/office/powerpoint/2010/main" val="22076297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solidFill>
                <a:prstClr val="white"/>
              </a:solidFill>
              <a:latin typeface="Arial" pitchFamily="34" charset="0"/>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TextBox 8"/>
          <p:cNvSpPr txBox="1"/>
          <p:nvPr/>
        </p:nvSpPr>
        <p:spPr>
          <a:xfrm>
            <a:off x="6858000" y="7620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14" name="TextBox 13"/>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p:nvSpPr>
        <p:spPr>
          <a:xfrm rot="5400000">
            <a:off x="-2794793" y="3809206"/>
            <a:ext cx="5867400" cy="230187"/>
          </a:xfrm>
          <a:prstGeom prst="rect">
            <a:avLst/>
          </a:prstGeom>
          <a:noFill/>
        </p:spPr>
        <p:txBody>
          <a:bodyPr>
            <a:spAutoFit/>
          </a:bodyPr>
          <a:lstStyle/>
          <a:p>
            <a:pPr algn="r">
              <a:defRPr/>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3CCBB9CB-9449-4DE7-83AF-4CA75AC2B8B1}" type="datetime1">
              <a:rPr lang="en-US" smtClean="0"/>
              <a:t>4/1/2024</a:t>
            </a:fld>
            <a:endParaRPr lang="en-GB"/>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GB"/>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89A1433-2BD6-474A-B042-E5F0856EF487}" type="slidenum">
              <a:rPr lang="en-GB"/>
              <a:pPr>
                <a:defRPr/>
              </a:pPr>
              <a:t>‹#›</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a:defRPr/>
            </a:pPr>
            <a:endParaRPr lang="en-IN" dirty="0"/>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a:defRPr/>
            </a:pPr>
            <a:fld id="{78B23240-9A46-45DC-80D8-72E6138EF4CC}" type="slidenum">
              <a:rPr lang="en-IN"/>
              <a:pPr>
                <a:defRPr/>
              </a:pPr>
              <a:t>‹#›</a:t>
            </a:fld>
            <a:endParaRPr lang="en-IN"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BD670680-1F32-4C1C-9961-28427774F84F}" type="datetime1">
              <a:rPr lang="en-US" smtClean="0"/>
              <a:t>4/1/2024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DBD8A489-38BD-40B0-9083-7E99DA903139}" type="slidenum">
              <a:rPr lang="en-IN"/>
              <a:pPr>
                <a:defRPr/>
              </a:pPr>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015D1DA7-4C84-48B5-AF61-79C72C010C8D}" type="datetime1">
              <a:rPr lang="en-US" smtClean="0"/>
              <a:t>4/1/2024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D38CB16-FC74-415F-A778-AFAE7BEAFAF6}" type="slidenum">
              <a:rPr lang="en-IN"/>
              <a:pPr>
                <a:defRPr/>
              </a:pPr>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a:defRPr/>
            </a:pPr>
            <a:fld id="{7EA57619-B5FB-4141-BED6-253329039A20}" type="datetime1">
              <a:rPr lang="en-US" smtClean="0"/>
              <a:t>4/1/2024</a:t>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6FB1E71-4690-4FD4-BBCF-A3779CD52565}" type="slidenum">
              <a:rPr lang="en-IN"/>
              <a:pPr>
                <a:defRPr/>
              </a:pPr>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a:defRPr/>
            </a:pPr>
            <a:fld id="{193C4C73-0ADF-41A2-BD03-B97432D06114}" type="datetime1">
              <a:rPr lang="en-US" smtClean="0"/>
              <a:t>4/1/2024</a:t>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9FD64774-6889-4F3F-87B3-82AF987C97C8}" type="slidenum">
              <a:rPr lang="en-IN"/>
              <a:pPr>
                <a:defRPr/>
              </a:pPr>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a:defRPr/>
            </a:pPr>
            <a:fld id="{0992D0A3-E588-4152-92B1-FCB8C85BFA91}" type="datetime1">
              <a:rPr lang="en-US" smtClean="0"/>
              <a:t>4/1/2024</a:t>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102715D1-A74F-4481-8AFF-0CF19F1A4227}" type="slidenum">
              <a:rPr lang="en-IN"/>
              <a:pPr>
                <a:defRPr/>
              </a:pPr>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173AB317-05C2-4849-8D2E-159B0A13DD45}" type="datetime1">
              <a:rPr lang="en-US" smtClean="0"/>
              <a:t>4/1/2024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B936656-7811-4E10-ABA8-C743BA19F43F}" type="slidenum">
              <a:rPr lang="en-IN"/>
              <a:pPr>
                <a:defRPr/>
              </a:pPr>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11FCE7F5-51D4-44E9-BF4E-3198249D1DA1}" type="datetime1">
              <a:rPr lang="en-US" smtClean="0"/>
              <a:t>4/1/2024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A0E505A-A9CD-4645-BB6F-663BC8294A50}" type="slidenum">
              <a:rPr lang="en-IN"/>
              <a:pPr>
                <a:defRPr/>
              </a:pPr>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20C0E1A4-AB99-4782-B3D7-3880BFEA1DCF}" type="datetime1">
              <a:rPr lang="en-US" smtClean="0"/>
              <a:t>4/1/2024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0FB21827-D599-4054-9CED-35F966873CDF}" type="slidenum">
              <a:rPr lang="en-IN"/>
              <a:pPr>
                <a:defRPr/>
              </a:pPr>
              <a:t>‹#›</a:t>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8ECB96B0-FACA-47ED-A6A1-24DE099EE332}" type="datetime1">
              <a:rPr lang="en-US" smtClean="0"/>
              <a:t>4/1/2024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56872A46-881B-4CE5-A377-400F5AC5756F}" type="slidenum">
              <a:rPr lang="en-IN"/>
              <a:pPr>
                <a:defRPr/>
              </a:pPr>
              <a:t>‹#›</a:t>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F4C243C1-E6E3-41F9-9EBC-26716E593BEC}" type="datetime1">
              <a:rPr lang="en-US" smtClean="0"/>
              <a:t>4/1/2024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5EFCE0F-DF2D-4465-B568-7505733AD931}" type="slidenum">
              <a:rPr lang="en-IN"/>
              <a:pPr>
                <a:defRPr/>
              </a:pPr>
              <a:t>‹#›</a:t>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smtClean="0"/>
            </a:lvl1pPr>
          </a:lstStyle>
          <a:p>
            <a:pPr>
              <a:defRPr/>
            </a:pPr>
            <a:endParaRPr lang="en-IN" dirty="0"/>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smtClean="0"/>
            </a:lvl1pPr>
          </a:lstStyle>
          <a:p>
            <a:pPr>
              <a:defRPr/>
            </a:pPr>
            <a:fld id="{578891D9-9DBF-4503-8954-7823A473F5F2}" type="slidenum">
              <a:rPr lang="en-IN"/>
              <a:pPr>
                <a:defRPr/>
              </a:pPr>
              <a:t>‹#›</a:t>
            </a:fld>
            <a:endParaRPr lang="en-IN"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87302518-6CAE-442A-8EC9-848C14A8239C}" type="datetime1">
              <a:rPr lang="en-US" smtClean="0"/>
              <a:t>4/1/2024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7754B72-864B-4419-8417-A1CD80834F11}" type="slidenum">
              <a:rPr lang="en-IN"/>
              <a:pPr>
                <a:defRPr/>
              </a:pPr>
              <a:t>‹#›</a:t>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96600EA5-16EA-4B09-8078-C1010747D54F}" type="datetime1">
              <a:rPr lang="en-US" smtClean="0"/>
              <a:t>4/1/2024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53CC4AA0-627E-417E-B63D-B3DF9B458D26}" type="slidenum">
              <a:rPr lang="en-IN"/>
              <a:pPr>
                <a:defRPr/>
              </a:pPr>
              <a:t>‹#›</a:t>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a:defRPr/>
            </a:pPr>
            <a:fld id="{7604D26F-1823-44DC-9239-DC90B81E2C3B}" type="datetime1">
              <a:rPr lang="en-US" smtClean="0"/>
              <a:t>4/1/2024</a:t>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85947CB-2DD6-480A-BB8A-9DB725A59BE4}" type="slidenum">
              <a:rPr lang="en-IN"/>
              <a:pPr>
                <a:defRPr/>
              </a:pPr>
              <a:t>‹#›</a:t>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a:defRPr/>
            </a:pPr>
            <a:fld id="{FED4F59F-99CC-4933-9586-F5443B0AEBDC}" type="datetime1">
              <a:rPr lang="en-US" smtClean="0"/>
              <a:t>4/1/2024</a:t>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9A44F58-842A-4939-AD5D-04575B8B76C1}" type="slidenum">
              <a:rPr lang="en-IN"/>
              <a:pPr>
                <a:defRPr/>
              </a:pPr>
              <a:t>‹#›</a:t>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a:defRPr/>
            </a:pPr>
            <a:fld id="{861EFC80-A07D-49E3-BAC4-4EDB2D9E0480}" type="datetime1">
              <a:rPr lang="en-US" smtClean="0"/>
              <a:t>4/1/2024</a:t>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062B2FC-FC80-4EAE-B114-A316EDBA5B6E}" type="slidenum">
              <a:rPr lang="en-IN"/>
              <a:pPr>
                <a:defRPr/>
              </a:pPr>
              <a:t>‹#›</a:t>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C12CAD18-17D4-499A-A1B6-87A45F16711F}" type="datetime1">
              <a:rPr lang="en-US" smtClean="0"/>
              <a:t>4/1/2024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A333D8C1-C48A-434B-B05D-32EFC992A06D}" type="slidenum">
              <a:rPr lang="en-IN"/>
              <a:pPr>
                <a:defRPr/>
              </a:pPr>
              <a:t>‹#›</a:t>
            </a:fld>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E817D080-28AA-4A5A-B16F-A7A03E196618}" type="datetime1">
              <a:rPr lang="en-US" smtClean="0"/>
              <a:t>4/1/2024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ABC52F0-3AC6-4B70-9B7C-80128C5BC8D3}" type="slidenum">
              <a:rPr lang="en-IN"/>
              <a:pPr>
                <a:defRPr/>
              </a:pPr>
              <a:t>‹#›</a:t>
            </a:fld>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74E1FFB2-8177-4BED-9DFA-33E9AEFFB0C4}" type="datetime1">
              <a:rPr lang="en-US" smtClean="0"/>
              <a:t>4/1/2024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904F594-7693-4705-8E88-CEADBE86DA53}" type="slidenum">
              <a:rPr lang="en-IN"/>
              <a:pPr>
                <a:defRPr/>
              </a:pPr>
              <a:t>‹#›</a:t>
            </a:fld>
            <a:endParaRPr lang="en-I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CBDEAAE2-85A4-43C5-BB77-2717BFF9D651}" type="datetime1">
              <a:rPr lang="en-US" smtClean="0"/>
              <a:t>4/1/2024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C0806891-6D43-46F3-BFF0-1270190D4E6C}" type="slidenum">
              <a:rPr lang="en-IN"/>
              <a:pPr>
                <a:defRPr/>
              </a:pPr>
              <a:t>‹#›</a:t>
            </a:fld>
            <a:endParaRPr lang="en-I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a:defRPr/>
            </a:pPr>
            <a:fld id="{0CB8B1E0-F22B-4A8F-9B5F-BF9893B5ABD8}" type="datetime1">
              <a:rPr lang="en-US" smtClean="0"/>
              <a:t>4/1/2024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a:defRPr/>
            </a:pPr>
            <a:endParaRPr lang="en-US"/>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a:defRPr/>
            </a:pPr>
            <a:fld id="{A584C6A3-7CCD-4C85-B025-7257B7982604}" type="datetime1">
              <a:rPr lang="en-US" smtClean="0"/>
              <a:t>4/1/2024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a:defRPr/>
            </a:pPr>
            <a:fld id="{1F874284-52B8-4470-BDD8-4ADED48827A4}" type="datetime1">
              <a:rPr lang="en-US" smtClean="0"/>
              <a:t>4/1/2024</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pPr>
              <a:defRPr/>
            </a:pPr>
            <a:fld id="{45A6D408-3886-45AE-87AA-FE4F4DD13316}" type="datetime1">
              <a:rPr lang="en-US" smtClean="0"/>
              <a:t>4/1/2024</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pPr>
              <a:defRPr/>
            </a:pPr>
            <a:fld id="{7593DD7E-D674-4C29-BA87-30671220063F}" type="datetime1">
              <a:rPr lang="en-US" smtClean="0"/>
              <a:t>4/1/2024</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a:defRPr/>
            </a:pPr>
            <a:fld id="{7CF17F4D-4696-48FF-B372-B1606F96277B}" type="datetime1">
              <a:rPr lang="en-US" smtClean="0"/>
              <a:t>4/1/2024</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a:defRPr/>
            </a:pPr>
            <a:fld id="{16FB00BD-2A3E-405A-924C-959BC25F82CE}" type="datetime1">
              <a:rPr lang="en-US" smtClean="0"/>
              <a:t>4/1/2024</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a:defRPr/>
            </a:pPr>
            <a:fld id="{861E31B3-1A8E-48F2-BF0B-FF8F2A0CCD74}" type="datetime1">
              <a:rPr lang="en-US" smtClean="0"/>
              <a:t>4/1/2024</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a:defRPr/>
            </a:pPr>
            <a:fld id="{BB9B2037-4F83-45AB-A8AE-5B592BBCAE9F}" type="datetime1">
              <a:rPr lang="en-US" smtClean="0"/>
              <a:t>4/1/2024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a:defRPr/>
            </a:pPr>
            <a:fld id="{C509AD5F-0A31-424D-AB9D-62B102033000}" type="datetime1">
              <a:rPr lang="en-US" smtClean="0"/>
              <a:t>4/1/2024</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TextBox 8"/>
          <p:cNvSpPr txBox="1"/>
          <p:nvPr/>
        </p:nvSpPr>
        <p:spPr>
          <a:xfrm>
            <a:off x="6858000" y="7620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010437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3638"/>
            <a:ext cx="2133600" cy="457200"/>
          </a:xfrm>
          <a:prstGeom prst="rect">
            <a:avLst/>
          </a:prstGeom>
        </p:spPr>
        <p:txBody>
          <a:bodyPr/>
          <a:lstStyle>
            <a:lvl1pPr>
              <a:defRPr/>
            </a:lvl1pPr>
          </a:lstStyle>
          <a:p>
            <a:endParaRPr lang="en-US" altLang="zh-CN"/>
          </a:p>
        </p:txBody>
      </p:sp>
      <p:sp>
        <p:nvSpPr>
          <p:cNvPr id="7" name="Footer Placeholder 6"/>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8" name="Slide Number Placeholder 7"/>
          <p:cNvSpPr>
            <a:spLocks noGrp="1"/>
          </p:cNvSpPr>
          <p:nvPr>
            <p:ph type="sldNum" sz="quarter" idx="12"/>
          </p:nvPr>
        </p:nvSpPr>
        <p:spPr>
          <a:xfrm>
            <a:off x="6553200" y="6243638"/>
            <a:ext cx="2133600" cy="457200"/>
          </a:xfrm>
          <a:prstGeom prst="rect">
            <a:avLst/>
          </a:prstGeom>
        </p:spPr>
        <p:txBody>
          <a:bodyPr/>
          <a:lstStyle>
            <a:lvl1pPr>
              <a:defRPr/>
            </a:lvl1pPr>
          </a:lstStyle>
          <a:p>
            <a:fld id="{A17F44B5-105B-4EE8-BC8A-AF6D66C6DE3A}" type="slidenum">
              <a:rPr lang="en-US" altLang="zh-CN"/>
              <a:pPr/>
              <a:t>‹#›</a:t>
            </a:fld>
            <a:endParaRPr lang="en-US" altLang="zh-CN"/>
          </a:p>
        </p:txBody>
      </p:sp>
    </p:spTree>
    <p:extLst>
      <p:ext uri="{BB962C8B-B14F-4D97-AF65-F5344CB8AC3E}">
        <p14:creationId xmlns:p14="http://schemas.microsoft.com/office/powerpoint/2010/main" val="3104042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4.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image" Target="../media/image4.png"/><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a:defRPr/>
            </a:pPr>
            <a:fld id="{74A149CE-A26C-4113-98AE-9143637F4EE9}" type="datetime1">
              <a:rPr lang="en-US" smtClean="0"/>
              <a:t>4/1/2024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a:defRPr/>
            </a:pPr>
            <a:fld id="{60DB935C-A2BB-404C-A6C5-67E9068028E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1" r:id="rId12"/>
  </p:sldLayoutIdLst>
  <p:hf sldNum="0" hdr="0" ftr="0" dt="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pic>
        <p:nvPicPr>
          <p:cNvPr id="3076" name="Picture 7" descr="Picture 7.png"/>
          <p:cNvPicPr>
            <a:picLocks noChangeAspect="1"/>
          </p:cNvPicPr>
          <p:nvPr/>
        </p:nvPicPr>
        <p:blipFill>
          <a:blip r:embed="rId13"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Tree>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pic>
        <p:nvPicPr>
          <p:cNvPr id="4100" name="Picture 7" descr="Picture 7.png"/>
          <p:cNvPicPr>
            <a:picLocks noChangeAspect="1"/>
          </p:cNvPicPr>
          <p:nvPr/>
        </p:nvPicPr>
        <p:blipFill>
          <a:blip r:embed="rId13"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4101"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4102"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Tree>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pic>
        <p:nvPicPr>
          <p:cNvPr id="8" name="Picture 7" descr="Picture 7.png"/>
          <p:cNvPicPr>
            <a:picLocks noChangeAspect="1"/>
          </p:cNvPicPr>
          <p:nvPr/>
        </p:nvPicPr>
        <p:blipFill>
          <a:blip r:embed="rId15" cstate="print"/>
          <a:srcRect l="1923" b="5336"/>
          <a:stretch>
            <a:fillRect/>
          </a:stretch>
        </p:blipFill>
        <p:spPr>
          <a:xfrm>
            <a:off x="6629400" y="-1"/>
            <a:ext cx="2193193" cy="692697"/>
          </a:xfrm>
          <a:prstGeom prst="rect">
            <a:avLst/>
          </a:prstGeom>
        </p:spPr>
      </p:pic>
      <p:grpSp>
        <p:nvGrpSpPr>
          <p:cNvPr id="2" name="Group 8"/>
          <p:cNvGrpSpPr/>
          <p:nvPr/>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 name="Group 12"/>
          <p:cNvGrpSpPr/>
          <p:nvPr/>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20" r:id="rId12"/>
    <p:sldLayoutId id="2147483922"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customXml" Target="../ink/ink1.xml"/><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customXml" Target="../ink/ink2.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customXml" Target="../ink/ink3.xml"/><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customXml" Target="../ink/ink4.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7.png"/><Relationship Id="rId1" Type="http://schemas.openxmlformats.org/officeDocument/2006/relationships/slideLayout" Target="../slideLayouts/slideLayout40.x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8.png"/><Relationship Id="rId1" Type="http://schemas.openxmlformats.org/officeDocument/2006/relationships/slideLayout" Target="../slideLayouts/slideLayout40.xml"/><Relationship Id="rId4" Type="http://schemas.openxmlformats.org/officeDocument/2006/relationships/image" Target="../media/image13.emf"/></Relationships>
</file>

<file path=ppt/slides/_rels/slide13.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9.png"/><Relationship Id="rId1" Type="http://schemas.openxmlformats.org/officeDocument/2006/relationships/slideLayout" Target="../slideLayouts/slideLayout41.xml"/><Relationship Id="rId4" Type="http://schemas.openxmlformats.org/officeDocument/2006/relationships/image" Target="../media/image15.emf"/></Relationships>
</file>

<file path=ppt/slides/_rels/slide1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120.png"/><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customXml" Target="../ink/ink8.xml"/><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36.xml"/><Relationship Id="rId6" Type="http://schemas.openxmlformats.org/officeDocument/2006/relationships/image" Target="../media/image19.emf"/><Relationship Id="rId4" Type="http://schemas.openxmlformats.org/officeDocument/2006/relationships/customXml" Target="../ink/ink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2.png"/><Relationship Id="rId1" Type="http://schemas.openxmlformats.org/officeDocument/2006/relationships/slideLayout" Target="../slideLayouts/slideLayout36.xml"/><Relationship Id="rId4" Type="http://schemas.openxmlformats.org/officeDocument/2006/relationships/image" Target="../media/image21.emf"/></Relationships>
</file>

<file path=ppt/slides/_rels/slide21.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220.png"/><Relationship Id="rId1" Type="http://schemas.openxmlformats.org/officeDocument/2006/relationships/slideLayout" Target="../slideLayouts/slideLayout41.xml"/><Relationship Id="rId6" Type="http://schemas.openxmlformats.org/officeDocument/2006/relationships/image" Target="../media/image22.emf"/><Relationship Id="rId5" Type="http://schemas.openxmlformats.org/officeDocument/2006/relationships/customXml" Target="../ink/ink11.xml"/><Relationship Id="rId4" Type="http://schemas.openxmlformats.org/officeDocument/2006/relationships/hyperlink" Target="https://towardsdatascience.com/support-vector-machines-soft-margin-formulation-and-kernel-trick-4c9729dc8efe" TargetMode="External"/></Relationships>
</file>

<file path=ppt/slides/_rels/slide22.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14.emf"/><Relationship Id="rId1" Type="http://schemas.openxmlformats.org/officeDocument/2006/relationships/slideLayout" Target="../slideLayouts/slideLayout41.xml"/><Relationship Id="rId4" Type="http://schemas.openxmlformats.org/officeDocument/2006/relationships/image" Target="../media/image24.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customXml" Target="../ink/ink13.xml"/><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customXml" Target="../ink/ink14.xml"/><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2.bin"/><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4.xml"/><Relationship Id="rId5" Type="http://schemas.openxmlformats.org/officeDocument/2006/relationships/image" Target="../media/image31.emf"/><Relationship Id="rId4" Type="http://schemas.openxmlformats.org/officeDocument/2006/relationships/customXml" Target="../ink/ink15.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4.xml"/></Relationships>
</file>

<file path=ppt/slides/_rels/slide33.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20.png"/><Relationship Id="rId1" Type="http://schemas.openxmlformats.org/officeDocument/2006/relationships/slideLayout" Target="../slideLayouts/slideLayout44.xml"/><Relationship Id="rId4" Type="http://schemas.openxmlformats.org/officeDocument/2006/relationships/image" Target="../media/image34.emf"/></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40.xml"/><Relationship Id="rId5" Type="http://schemas.openxmlformats.org/officeDocument/2006/relationships/image" Target="../media/image36.emf"/><Relationship Id="rId4" Type="http://schemas.openxmlformats.org/officeDocument/2006/relationships/customXml" Target="../ink/ink17.xml"/></Relationships>
</file>

<file path=ppt/slides/_rels/slide35.xml.rels><?xml version="1.0" encoding="UTF-8" standalone="yes"?>
<Relationships xmlns="http://schemas.openxmlformats.org/package/2006/relationships"><Relationship Id="rId8" Type="http://schemas.openxmlformats.org/officeDocument/2006/relationships/hyperlink" Target="https://medium.com/deep-math-machine-learning-ai/chapter-3-support-vector-machine-with-math-47d6193c82be" TargetMode="External"/><Relationship Id="rId3" Type="http://schemas.openxmlformats.org/officeDocument/2006/relationships/hyperlink" Target="https://www.coursera.org/learn/machine-learning/home/week/7" TargetMode="External"/><Relationship Id="rId7" Type="http://schemas.openxmlformats.org/officeDocument/2006/relationships/hyperlink" Target="https://www.sciencedirect.com/science/article/abs/pii/S0893608006002796" TargetMode="External"/><Relationship Id="rId2" Type="http://schemas.openxmlformats.org/officeDocument/2006/relationships/hyperlink" Target="http://www.cs.utexas.edu/users/mooney/cs391L/" TargetMode="External"/><Relationship Id="rId1" Type="http://schemas.openxmlformats.org/officeDocument/2006/relationships/slideLayout" Target="../slideLayouts/slideLayout36.xml"/><Relationship Id="rId6" Type="http://schemas.openxmlformats.org/officeDocument/2006/relationships/hyperlink" Target="https://stats.stackexchange.com/questions/30042/neural-networks-vs-support-vector-machines-are-the-second-definitely-superior" TargetMode="External"/><Relationship Id="rId5" Type="http://schemas.openxmlformats.org/officeDocument/2006/relationships/hyperlink" Target="https://www.youtube.com/watch?time_continue=1&amp;v=_PwhiWxHK8o" TargetMode="External"/><Relationship Id="rId4" Type="http://schemas.openxmlformats.org/officeDocument/2006/relationships/hyperlink" Target="https://data-flair.training/blogs/svm-kernel-functions/" TargetMode="External"/><Relationship Id="rId9" Type="http://schemas.openxmlformats.org/officeDocument/2006/relationships/hyperlink" Target="https://www.youtube.com/watch?v=Qc5IyLW_h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title"/>
          </p:nvPr>
        </p:nvSpPr>
        <p:spPr>
          <a:xfrm>
            <a:off x="1524000" y="3810000"/>
            <a:ext cx="7467600" cy="1524000"/>
          </a:xfrm>
        </p:spPr>
        <p:txBody>
          <a:bodyPr/>
          <a:lstStyle/>
          <a:p>
            <a:pPr algn="ctr" fontAlgn="auto">
              <a:spcAft>
                <a:spcPts val="0"/>
              </a:spcAft>
              <a:defRPr/>
            </a:pPr>
            <a:r>
              <a:rPr lang="en-US" sz="4800" dirty="0">
                <a:solidFill>
                  <a:srgbClr val="FFFF66"/>
                </a:solidFill>
                <a:latin typeface="+mn-lt"/>
              </a:rPr>
              <a:t>Support Vector Machines</a:t>
            </a:r>
          </a:p>
        </p:txBody>
      </p:sp>
      <p:sp>
        <p:nvSpPr>
          <p:cNvPr id="5" name="Content Placeholder 1"/>
          <p:cNvSpPr>
            <a:spLocks noGrp="1"/>
          </p:cNvSpPr>
          <p:nvPr>
            <p:ph sz="quarter" idx="4294967295"/>
          </p:nvPr>
        </p:nvSpPr>
        <p:spPr>
          <a:xfrm>
            <a:off x="2690948" y="4926874"/>
            <a:ext cx="5943600" cy="1143000"/>
          </a:xfrm>
          <a:prstGeom prst="rect">
            <a:avLst/>
          </a:prstGeom>
        </p:spPr>
        <p:txBody>
          <a:bodyPr rtlCol="0">
            <a:normAutofit fontScale="85000" lnSpcReduction="20000"/>
          </a:bodyPr>
          <a:lstStyle/>
          <a:p>
            <a:pPr marL="365760" indent="-256032" algn="r" fontAlgn="auto">
              <a:lnSpc>
                <a:spcPct val="100000"/>
              </a:lnSpc>
              <a:spcAft>
                <a:spcPts val="0"/>
              </a:spcAft>
              <a:buClr>
                <a:schemeClr val="accent1"/>
              </a:buClr>
              <a:buSzPct val="68000"/>
              <a:buNone/>
              <a:defRPr/>
            </a:pPr>
            <a:r>
              <a:rPr lang="en-US" sz="2800">
                <a:solidFill>
                  <a:schemeClr val="bg1"/>
                </a:solidFill>
                <a:latin typeface="+mn-lt"/>
                <a:cs typeface="Courier New" pitchFamily="49" charset="0"/>
              </a:rPr>
              <a:t>Dr. Chetana Gavankar, Ph.D,</a:t>
            </a:r>
          </a:p>
          <a:p>
            <a:pPr marL="365760" indent="-256032" algn="r" fontAlgn="auto">
              <a:lnSpc>
                <a:spcPct val="100000"/>
              </a:lnSpc>
              <a:spcAft>
                <a:spcPts val="0"/>
              </a:spcAft>
              <a:buClr>
                <a:schemeClr val="accent1"/>
              </a:buClr>
              <a:buSzPct val="68000"/>
              <a:buNone/>
              <a:defRPr/>
            </a:pPr>
            <a:r>
              <a:rPr lang="en-US" sz="2800">
                <a:solidFill>
                  <a:schemeClr val="bg1"/>
                </a:solidFill>
                <a:latin typeface="+mn-lt"/>
                <a:cs typeface="Courier New" pitchFamily="49" charset="0"/>
              </a:rPr>
              <a:t>IIT Bombay-Monash University Australia</a:t>
            </a:r>
          </a:p>
          <a:p>
            <a:pPr marL="365760" indent="-256032" algn="r" fontAlgn="auto">
              <a:lnSpc>
                <a:spcPct val="100000"/>
              </a:lnSpc>
              <a:spcAft>
                <a:spcPts val="0"/>
              </a:spcAft>
              <a:buClr>
                <a:schemeClr val="accent1"/>
              </a:buClr>
              <a:buSzPct val="68000"/>
              <a:buNone/>
              <a:defRPr/>
            </a:pPr>
            <a:r>
              <a:rPr lang="en-US" sz="2800">
                <a:solidFill>
                  <a:schemeClr val="bg1"/>
                </a:solidFill>
                <a:latin typeface="+mn-lt"/>
                <a:cs typeface="Courier New" pitchFamily="49" charset="0"/>
              </a:rPr>
              <a:t>Chetana.gavankar@pilani.bits-pilani.ac.in</a:t>
            </a:r>
            <a:endParaRPr lang="en-US" sz="2800" dirty="0">
              <a:solidFill>
                <a:schemeClr val="bg1"/>
              </a:solidFill>
              <a:latin typeface="+mn-lt"/>
              <a:cs typeface="Courier New" pitchFamily="49" charset="0"/>
            </a:endParaRPr>
          </a:p>
        </p:txBody>
      </p:sp>
      <p:sp>
        <p:nvSpPr>
          <p:cNvPr id="6" name="Content Placeholder 1"/>
          <p:cNvSpPr>
            <a:spLocks noGrp="1"/>
          </p:cNvSpPr>
          <p:nvPr>
            <p:ph sz="quarter" idx="4294967295"/>
          </p:nvPr>
        </p:nvSpPr>
        <p:spPr>
          <a:xfrm>
            <a:off x="3920836" y="6260374"/>
            <a:ext cx="5257800" cy="381000"/>
          </a:xfrm>
          <a:prstGeom prst="rect">
            <a:avLst/>
          </a:prstGeom>
        </p:spPr>
        <p:txBody>
          <a:bodyPr rtlCol="0">
            <a:noAutofit/>
          </a:bodyPr>
          <a:lstStyle/>
          <a:p>
            <a:pPr marL="365760" indent="-256032" algn="r" fontAlgn="auto">
              <a:lnSpc>
                <a:spcPct val="100000"/>
              </a:lnSpc>
              <a:spcAft>
                <a:spcPts val="0"/>
              </a:spcAft>
              <a:buClr>
                <a:schemeClr val="accent1"/>
              </a:buClr>
              <a:buSzPct val="68000"/>
              <a:buNone/>
              <a:defRPr/>
            </a:pPr>
            <a:r>
              <a:rPr lang="en-US" sz="1800" dirty="0">
                <a:latin typeface="+mn-lt"/>
                <a:cs typeface="Courier New" pitchFamily="49" charset="0"/>
              </a:rPr>
              <a:t>Updated – Anita Ramachandran,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600200"/>
            <a:ext cx="8153400" cy="4696292"/>
          </a:xfrm>
        </p:spPr>
        <p:txBody>
          <a:bodyPr/>
          <a:lstStyle/>
          <a:p>
            <a:pPr lvl="1">
              <a:buFont typeface="Wingdings" panose="05000000000000000000" pitchFamily="2" charset="2"/>
              <a:buChar char="§"/>
            </a:pPr>
            <a:r>
              <a:rPr lang="en-US" sz="2800" dirty="0"/>
              <a:t>Linear Classifiers</a:t>
            </a:r>
          </a:p>
          <a:p>
            <a:pPr lvl="1">
              <a:buFont typeface="Wingdings" panose="05000000000000000000" pitchFamily="2" charset="2"/>
              <a:buChar char="§"/>
            </a:pPr>
            <a:r>
              <a:rPr lang="en-US" sz="2800" dirty="0"/>
              <a:t>Maximum Margin Classification</a:t>
            </a:r>
          </a:p>
          <a:p>
            <a:pPr lvl="1">
              <a:buFont typeface="Wingdings" panose="05000000000000000000" pitchFamily="2" charset="2"/>
              <a:buChar char="§"/>
            </a:pPr>
            <a:r>
              <a:rPr lang="en-US" sz="2800" dirty="0"/>
              <a:t>Linear SVM </a:t>
            </a:r>
          </a:p>
          <a:p>
            <a:pPr lvl="1">
              <a:buFont typeface="Wingdings" panose="05000000000000000000" pitchFamily="2" charset="2"/>
              <a:buChar char="§"/>
            </a:pPr>
            <a:r>
              <a:rPr lang="en-US" sz="2800" dirty="0"/>
              <a:t>Soft Margin SVM</a:t>
            </a:r>
          </a:p>
          <a:p>
            <a:pPr lvl="1">
              <a:buFont typeface="Wingdings" panose="05000000000000000000" pitchFamily="2" charset="2"/>
              <a:buChar char="§"/>
            </a:pPr>
            <a:r>
              <a:rPr lang="en-US" sz="2800" dirty="0"/>
              <a:t>Nonlinear SVM </a:t>
            </a:r>
          </a:p>
          <a:p>
            <a:pPr lvl="1">
              <a:buFont typeface="Wingdings" panose="05000000000000000000" pitchFamily="2" charset="2"/>
              <a:buChar char="§"/>
            </a:pPr>
            <a:r>
              <a:rPr lang="en-US" sz="2800" dirty="0"/>
              <a:t>Multi-Class Problem</a:t>
            </a:r>
          </a:p>
        </p:txBody>
      </p:sp>
      <p:sp>
        <p:nvSpPr>
          <p:cNvPr id="3" name="Content Placeholder 2"/>
          <p:cNvSpPr>
            <a:spLocks noGrp="1"/>
          </p:cNvSpPr>
          <p:nvPr>
            <p:ph sz="quarter" idx="10"/>
          </p:nvPr>
        </p:nvSpPr>
        <p:spPr>
          <a:xfrm>
            <a:off x="381000" y="228600"/>
            <a:ext cx="6324600" cy="1143000"/>
          </a:xfrm>
        </p:spPr>
        <p:txBody>
          <a:bodyPr>
            <a:normAutofit/>
          </a:bodyPr>
          <a:lstStyle/>
          <a:p>
            <a:r>
              <a:rPr lang="en-US" sz="4400" b="0" dirty="0"/>
              <a:t>Agenda</a:t>
            </a:r>
          </a:p>
        </p:txBody>
      </p:sp>
    </p:spTree>
    <p:extLst>
      <p:ext uri="{BB962C8B-B14F-4D97-AF65-F5344CB8AC3E}">
        <p14:creationId xmlns:p14="http://schemas.microsoft.com/office/powerpoint/2010/main" val="2194482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2" name="Rectangle 4"/>
          <p:cNvSpPr>
            <a:spLocks noChangeArrowheads="1"/>
          </p:cNvSpPr>
          <p:nvPr/>
        </p:nvSpPr>
        <p:spPr bwMode="auto">
          <a:xfrm>
            <a:off x="4359" y="600045"/>
            <a:ext cx="4648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dirty="0"/>
              <a:t> </a:t>
            </a:r>
            <a:r>
              <a:rPr lang="en-US" altLang="zh-CN" sz="4400" dirty="0">
                <a:solidFill>
                  <a:schemeClr val="tx1"/>
                </a:solidFill>
                <a:latin typeface="+mj-lt"/>
                <a:ea typeface="+mj-ea"/>
                <a:cs typeface="+mj-cs"/>
              </a:rPr>
              <a:t>Linear Classifiers</a:t>
            </a:r>
          </a:p>
        </p:txBody>
      </p:sp>
      <p:sp>
        <p:nvSpPr>
          <p:cNvPr id="237580" name="Text Box 12"/>
          <p:cNvSpPr txBox="1">
            <a:spLocks noChangeArrowheads="1"/>
          </p:cNvSpPr>
          <p:nvPr/>
        </p:nvSpPr>
        <p:spPr bwMode="auto">
          <a:xfrm>
            <a:off x="368318" y="2990804"/>
            <a:ext cx="1905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dirty="0">
                <a:latin typeface="Tahoma" panose="020B0604030504040204" pitchFamily="34" charset="0"/>
              </a:rPr>
              <a:t> denotes +1</a:t>
            </a:r>
          </a:p>
          <a:p>
            <a:pPr>
              <a:spcBef>
                <a:spcPct val="50000"/>
              </a:spcBef>
              <a:buClr>
                <a:schemeClr val="tx1"/>
              </a:buClr>
            </a:pPr>
            <a:r>
              <a:rPr lang="en-US" altLang="zh-CN" sz="2000" dirty="0">
                <a:latin typeface="Tahoma" panose="020B0604030504040204" pitchFamily="34" charset="0"/>
              </a:rPr>
              <a:t> denotes -1</a:t>
            </a:r>
          </a:p>
        </p:txBody>
      </p:sp>
      <p:sp>
        <p:nvSpPr>
          <p:cNvPr id="237581" name="Oval 13"/>
          <p:cNvSpPr>
            <a:spLocks noChangeAspect="1" noChangeArrowheads="1"/>
          </p:cNvSpPr>
          <p:nvPr/>
        </p:nvSpPr>
        <p:spPr bwMode="auto">
          <a:xfrm rot="4777107">
            <a:off x="369460" y="3212113"/>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82" name="Oval 14"/>
          <p:cNvSpPr>
            <a:spLocks noChangeAspect="1" noChangeArrowheads="1"/>
          </p:cNvSpPr>
          <p:nvPr/>
        </p:nvSpPr>
        <p:spPr bwMode="auto">
          <a:xfrm rot="5895381">
            <a:off x="378035" y="3673417"/>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83" name="Line 15"/>
          <p:cNvSpPr>
            <a:spLocks noChangeShapeType="1"/>
          </p:cNvSpPr>
          <p:nvPr/>
        </p:nvSpPr>
        <p:spPr bwMode="auto">
          <a:xfrm>
            <a:off x="2438400" y="2073275"/>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37584" name="Line 16"/>
          <p:cNvSpPr>
            <a:spLocks noChangeShapeType="1"/>
          </p:cNvSpPr>
          <p:nvPr/>
        </p:nvSpPr>
        <p:spPr bwMode="auto">
          <a:xfrm flipV="1">
            <a:off x="2438400" y="5562600"/>
            <a:ext cx="3657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37585" name="Oval 17"/>
          <p:cNvSpPr>
            <a:spLocks noChangeAspect="1" noChangeArrowheads="1"/>
          </p:cNvSpPr>
          <p:nvPr/>
        </p:nvSpPr>
        <p:spPr bwMode="auto">
          <a:xfrm>
            <a:off x="3717925" y="5032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86" name="Oval 18"/>
          <p:cNvSpPr>
            <a:spLocks noChangeAspect="1" noChangeArrowheads="1"/>
          </p:cNvSpPr>
          <p:nvPr/>
        </p:nvSpPr>
        <p:spPr bwMode="auto">
          <a:xfrm>
            <a:off x="2486025" y="3903663"/>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87" name="Oval 19"/>
          <p:cNvSpPr>
            <a:spLocks noChangeAspect="1" noChangeArrowheads="1"/>
          </p:cNvSpPr>
          <p:nvPr/>
        </p:nvSpPr>
        <p:spPr bwMode="auto">
          <a:xfrm>
            <a:off x="4340225" y="28146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88" name="Oval 20"/>
          <p:cNvSpPr>
            <a:spLocks noChangeAspect="1" noChangeArrowheads="1"/>
          </p:cNvSpPr>
          <p:nvPr/>
        </p:nvSpPr>
        <p:spPr bwMode="auto">
          <a:xfrm>
            <a:off x="4403725" y="3635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89" name="Oval 21"/>
          <p:cNvSpPr>
            <a:spLocks noChangeAspect="1" noChangeArrowheads="1"/>
          </p:cNvSpPr>
          <p:nvPr/>
        </p:nvSpPr>
        <p:spPr bwMode="auto">
          <a:xfrm>
            <a:off x="3409950" y="26638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90" name="Oval 22"/>
          <p:cNvSpPr>
            <a:spLocks noChangeAspect="1" noChangeArrowheads="1"/>
          </p:cNvSpPr>
          <p:nvPr/>
        </p:nvSpPr>
        <p:spPr bwMode="auto">
          <a:xfrm>
            <a:off x="3886200" y="3733800"/>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91" name="Oval 23"/>
          <p:cNvSpPr>
            <a:spLocks noChangeAspect="1" noChangeArrowheads="1"/>
          </p:cNvSpPr>
          <p:nvPr/>
        </p:nvSpPr>
        <p:spPr bwMode="auto">
          <a:xfrm>
            <a:off x="3048000" y="31242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92" name="Oval 24"/>
          <p:cNvSpPr>
            <a:spLocks noChangeAspect="1" noChangeArrowheads="1"/>
          </p:cNvSpPr>
          <p:nvPr/>
        </p:nvSpPr>
        <p:spPr bwMode="auto">
          <a:xfrm>
            <a:off x="5105400" y="41148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93" name="Oval 25"/>
          <p:cNvSpPr>
            <a:spLocks noChangeAspect="1" noChangeArrowheads="1"/>
          </p:cNvSpPr>
          <p:nvPr/>
        </p:nvSpPr>
        <p:spPr bwMode="auto">
          <a:xfrm rot="-1118274">
            <a:off x="3887788" y="4443413"/>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94" name="Oval 26"/>
          <p:cNvSpPr>
            <a:spLocks noChangeAspect="1" noChangeArrowheads="1"/>
          </p:cNvSpPr>
          <p:nvPr/>
        </p:nvSpPr>
        <p:spPr bwMode="auto">
          <a:xfrm rot="-1118274">
            <a:off x="6003925" y="3228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95" name="Oval 27"/>
          <p:cNvSpPr>
            <a:spLocks noChangeAspect="1" noChangeArrowheads="1"/>
          </p:cNvSpPr>
          <p:nvPr/>
        </p:nvSpPr>
        <p:spPr bwMode="auto">
          <a:xfrm rot="-1118274">
            <a:off x="5295900" y="45450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96" name="Oval 28"/>
          <p:cNvSpPr>
            <a:spLocks noChangeAspect="1" noChangeArrowheads="1"/>
          </p:cNvSpPr>
          <p:nvPr/>
        </p:nvSpPr>
        <p:spPr bwMode="auto">
          <a:xfrm rot="-1118274">
            <a:off x="3124200" y="26670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97" name="Oval 29"/>
          <p:cNvSpPr>
            <a:spLocks noChangeAspect="1" noChangeArrowheads="1"/>
          </p:cNvSpPr>
          <p:nvPr/>
        </p:nvSpPr>
        <p:spPr bwMode="auto">
          <a:xfrm rot="-1118274">
            <a:off x="4711700" y="35845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98" name="Oval 30"/>
          <p:cNvSpPr>
            <a:spLocks noChangeAspect="1" noChangeArrowheads="1"/>
          </p:cNvSpPr>
          <p:nvPr/>
        </p:nvSpPr>
        <p:spPr bwMode="auto">
          <a:xfrm rot="-1118274">
            <a:off x="5867400" y="4495800"/>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99" name="Oval 31"/>
          <p:cNvSpPr>
            <a:spLocks noChangeAspect="1" noChangeArrowheads="1"/>
          </p:cNvSpPr>
          <p:nvPr/>
        </p:nvSpPr>
        <p:spPr bwMode="auto">
          <a:xfrm rot="-1118274">
            <a:off x="3114675" y="36401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00" name="Oval 32"/>
          <p:cNvSpPr>
            <a:spLocks noChangeAspect="1" noChangeArrowheads="1"/>
          </p:cNvSpPr>
          <p:nvPr/>
        </p:nvSpPr>
        <p:spPr bwMode="auto">
          <a:xfrm rot="5895381">
            <a:off x="3867150" y="3057525"/>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01" name="Oval 33"/>
          <p:cNvSpPr>
            <a:spLocks noChangeAspect="1" noChangeArrowheads="1"/>
          </p:cNvSpPr>
          <p:nvPr/>
        </p:nvSpPr>
        <p:spPr bwMode="auto">
          <a:xfrm rot="5895381">
            <a:off x="4136231" y="5242719"/>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02" name="Oval 34"/>
          <p:cNvSpPr>
            <a:spLocks noChangeAspect="1" noChangeArrowheads="1"/>
          </p:cNvSpPr>
          <p:nvPr/>
        </p:nvSpPr>
        <p:spPr bwMode="auto">
          <a:xfrm rot="5895381">
            <a:off x="3114675" y="40989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03" name="Oval 35"/>
          <p:cNvSpPr>
            <a:spLocks noChangeAspect="1" noChangeArrowheads="1"/>
          </p:cNvSpPr>
          <p:nvPr/>
        </p:nvSpPr>
        <p:spPr bwMode="auto">
          <a:xfrm rot="5895381">
            <a:off x="4343400" y="2393950"/>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04" name="Oval 36"/>
          <p:cNvSpPr>
            <a:spLocks noChangeAspect="1" noChangeArrowheads="1"/>
          </p:cNvSpPr>
          <p:nvPr/>
        </p:nvSpPr>
        <p:spPr bwMode="auto">
          <a:xfrm rot="5895381">
            <a:off x="5304632" y="4144169"/>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05" name="Oval 37"/>
          <p:cNvSpPr>
            <a:spLocks noChangeAspect="1" noChangeArrowheads="1"/>
          </p:cNvSpPr>
          <p:nvPr/>
        </p:nvSpPr>
        <p:spPr bwMode="auto">
          <a:xfrm rot="5895381">
            <a:off x="4370388" y="407987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06" name="Oval 38"/>
          <p:cNvSpPr>
            <a:spLocks noChangeAspect="1" noChangeArrowheads="1"/>
          </p:cNvSpPr>
          <p:nvPr/>
        </p:nvSpPr>
        <p:spPr bwMode="auto">
          <a:xfrm rot="5895381">
            <a:off x="5619750" y="3365500"/>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07" name="Oval 39"/>
          <p:cNvSpPr>
            <a:spLocks noChangeAspect="1" noChangeArrowheads="1"/>
          </p:cNvSpPr>
          <p:nvPr/>
        </p:nvSpPr>
        <p:spPr bwMode="auto">
          <a:xfrm rot="5895381">
            <a:off x="3087688" y="23463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08" name="Oval 40"/>
          <p:cNvSpPr>
            <a:spLocks noChangeAspect="1" noChangeArrowheads="1"/>
          </p:cNvSpPr>
          <p:nvPr/>
        </p:nvSpPr>
        <p:spPr bwMode="auto">
          <a:xfrm rot="5895381">
            <a:off x="5260975" y="32734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09" name="Oval 41"/>
          <p:cNvSpPr>
            <a:spLocks noChangeAspect="1" noChangeArrowheads="1"/>
          </p:cNvSpPr>
          <p:nvPr/>
        </p:nvSpPr>
        <p:spPr bwMode="auto">
          <a:xfrm rot="5895381">
            <a:off x="5117307" y="4718844"/>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10" name="Oval 42"/>
          <p:cNvSpPr>
            <a:spLocks noChangeAspect="1" noChangeArrowheads="1"/>
          </p:cNvSpPr>
          <p:nvPr/>
        </p:nvSpPr>
        <p:spPr bwMode="auto">
          <a:xfrm rot="4777107">
            <a:off x="3498057" y="3534569"/>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11" name="Oval 43"/>
          <p:cNvSpPr>
            <a:spLocks noChangeAspect="1" noChangeArrowheads="1"/>
          </p:cNvSpPr>
          <p:nvPr/>
        </p:nvSpPr>
        <p:spPr bwMode="auto">
          <a:xfrm rot="4777107">
            <a:off x="4651375" y="5254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12" name="Oval 44"/>
          <p:cNvSpPr>
            <a:spLocks noChangeAspect="1" noChangeArrowheads="1"/>
          </p:cNvSpPr>
          <p:nvPr/>
        </p:nvSpPr>
        <p:spPr bwMode="auto">
          <a:xfrm rot="4777107">
            <a:off x="4346575" y="4873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13" name="Oval 45"/>
          <p:cNvSpPr>
            <a:spLocks noChangeAspect="1" noChangeArrowheads="1"/>
          </p:cNvSpPr>
          <p:nvPr/>
        </p:nvSpPr>
        <p:spPr bwMode="auto">
          <a:xfrm rot="4777107">
            <a:off x="2817019" y="3736181"/>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14" name="Oval 46"/>
          <p:cNvSpPr>
            <a:spLocks noChangeAspect="1" noChangeArrowheads="1"/>
          </p:cNvSpPr>
          <p:nvPr/>
        </p:nvSpPr>
        <p:spPr bwMode="auto">
          <a:xfrm rot="4777107">
            <a:off x="3713163" y="2776537"/>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15" name="Oval 47"/>
          <p:cNvSpPr>
            <a:spLocks noChangeAspect="1" noChangeArrowheads="1"/>
          </p:cNvSpPr>
          <p:nvPr/>
        </p:nvSpPr>
        <p:spPr bwMode="auto">
          <a:xfrm rot="4777107">
            <a:off x="4356101" y="4364037"/>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16" name="Oval 48"/>
          <p:cNvSpPr>
            <a:spLocks noChangeAspect="1" noChangeArrowheads="1"/>
          </p:cNvSpPr>
          <p:nvPr/>
        </p:nvSpPr>
        <p:spPr bwMode="auto">
          <a:xfrm rot="4777107">
            <a:off x="2504282" y="3082131"/>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17" name="Oval 49"/>
          <p:cNvSpPr>
            <a:spLocks noChangeAspect="1" noChangeArrowheads="1"/>
          </p:cNvSpPr>
          <p:nvPr/>
        </p:nvSpPr>
        <p:spPr bwMode="auto">
          <a:xfrm rot="4777107">
            <a:off x="3937794" y="5049044"/>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18" name="Oval 50"/>
          <p:cNvSpPr>
            <a:spLocks noChangeAspect="1" noChangeArrowheads="1"/>
          </p:cNvSpPr>
          <p:nvPr/>
        </p:nvSpPr>
        <p:spPr bwMode="auto">
          <a:xfrm rot="4777107">
            <a:off x="5303838" y="4756150"/>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19" name="Text Box 51"/>
          <p:cNvSpPr txBox="1">
            <a:spLocks noChangeArrowheads="1"/>
          </p:cNvSpPr>
          <p:nvPr/>
        </p:nvSpPr>
        <p:spPr bwMode="auto">
          <a:xfrm>
            <a:off x="5486400" y="1676400"/>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b="1" i="1">
                <a:latin typeface="Tahoma" panose="020B0604030504040204" pitchFamily="34" charset="0"/>
              </a:rPr>
              <a:t>f</a:t>
            </a:r>
            <a:r>
              <a:rPr lang="en-US" altLang="zh-CN" sz="2000" i="1">
                <a:latin typeface="Tahoma" panose="020B0604030504040204" pitchFamily="34" charset="0"/>
              </a:rPr>
              <a:t>(</a:t>
            </a:r>
            <a:r>
              <a:rPr lang="en-US" altLang="zh-CN" sz="2000" b="1" i="1">
                <a:latin typeface="Tahoma" panose="020B0604030504040204" pitchFamily="34" charset="0"/>
              </a:rPr>
              <a:t>x</a:t>
            </a:r>
            <a:r>
              <a:rPr lang="en-US" altLang="zh-CN" sz="2000" i="1">
                <a:latin typeface="Tahoma" panose="020B0604030504040204" pitchFamily="34" charset="0"/>
              </a:rPr>
              <a:t>,</a:t>
            </a:r>
            <a:r>
              <a:rPr lang="en-US" altLang="zh-CN" sz="2000" b="1" i="1">
                <a:solidFill>
                  <a:srgbClr val="00CC00"/>
                </a:solidFill>
                <a:latin typeface="Tahoma" panose="020B0604030504040204" pitchFamily="34" charset="0"/>
              </a:rPr>
              <a:t>w</a:t>
            </a:r>
            <a:r>
              <a:rPr lang="en-US" altLang="zh-CN" sz="2000" i="1">
                <a:solidFill>
                  <a:srgbClr val="00CC00"/>
                </a:solidFill>
                <a:latin typeface="Tahoma" panose="020B0604030504040204" pitchFamily="34" charset="0"/>
              </a:rPr>
              <a:t>,b</a:t>
            </a:r>
            <a:r>
              <a:rPr lang="en-US" altLang="zh-CN" sz="2000" i="1">
                <a:latin typeface="Tahoma" panose="020B0604030504040204" pitchFamily="34" charset="0"/>
              </a:rPr>
              <a:t>) = sign(</a:t>
            </a:r>
            <a:r>
              <a:rPr lang="en-US" altLang="zh-CN" sz="2000" b="1" i="1">
                <a:solidFill>
                  <a:srgbClr val="00CC00"/>
                </a:solidFill>
                <a:latin typeface="Tahoma" panose="020B0604030504040204" pitchFamily="34" charset="0"/>
              </a:rPr>
              <a:t>w</a:t>
            </a:r>
            <a:r>
              <a:rPr lang="en-US" altLang="zh-CN" sz="2000" b="1" i="1">
                <a:latin typeface="Tahoma" panose="020B0604030504040204" pitchFamily="34" charset="0"/>
              </a:rPr>
              <a:t> x</a:t>
            </a:r>
            <a:r>
              <a:rPr lang="en-US" altLang="zh-CN" sz="2000" i="1">
                <a:solidFill>
                  <a:srgbClr val="00CC00"/>
                </a:solidFill>
                <a:latin typeface="Tahoma" panose="020B0604030504040204" pitchFamily="34" charset="0"/>
              </a:rPr>
              <a:t> </a:t>
            </a:r>
            <a:r>
              <a:rPr lang="en-US" altLang="zh-CN" sz="2000" i="1">
                <a:latin typeface="Tahoma" panose="020B0604030504040204" pitchFamily="34" charset="0"/>
              </a:rPr>
              <a:t>+ </a:t>
            </a:r>
            <a:r>
              <a:rPr lang="en-US" altLang="zh-CN" sz="2000" i="1">
                <a:solidFill>
                  <a:srgbClr val="00CC00"/>
                </a:solidFill>
                <a:latin typeface="Tahoma" panose="020B0604030504040204" pitchFamily="34" charset="0"/>
              </a:rPr>
              <a:t>b</a:t>
            </a:r>
            <a:r>
              <a:rPr lang="en-US" altLang="zh-CN" sz="2000" i="1">
                <a:latin typeface="Tahoma" panose="020B0604030504040204" pitchFamily="34" charset="0"/>
              </a:rPr>
              <a:t>)</a:t>
            </a:r>
          </a:p>
        </p:txBody>
      </p:sp>
      <p:sp>
        <p:nvSpPr>
          <p:cNvPr id="237620" name="Line 52"/>
          <p:cNvSpPr>
            <a:spLocks noChangeShapeType="1"/>
          </p:cNvSpPr>
          <p:nvPr/>
        </p:nvSpPr>
        <p:spPr bwMode="auto">
          <a:xfrm flipV="1">
            <a:off x="2590800" y="2209800"/>
            <a:ext cx="3124200" cy="3048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37621" name="Text Box 53"/>
          <p:cNvSpPr txBox="1">
            <a:spLocks noChangeArrowheads="1"/>
          </p:cNvSpPr>
          <p:nvPr/>
        </p:nvSpPr>
        <p:spPr bwMode="auto">
          <a:xfrm>
            <a:off x="6248400" y="3200400"/>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endParaRPr lang="en-US" altLang="en-US" sz="2000">
              <a:latin typeface="Tahoma" panose="020B0604030504040204" pitchFamily="34" charset="0"/>
            </a:endParaRPr>
          </a:p>
        </p:txBody>
      </p:sp>
      <p:sp>
        <p:nvSpPr>
          <p:cNvPr id="237622" name="Text Box 54"/>
          <p:cNvSpPr txBox="1">
            <a:spLocks noChangeArrowheads="1"/>
          </p:cNvSpPr>
          <p:nvPr/>
        </p:nvSpPr>
        <p:spPr bwMode="auto">
          <a:xfrm>
            <a:off x="6400800" y="3352800"/>
            <a:ext cx="220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r>
              <a:rPr lang="en-US" altLang="zh-CN" sz="2000">
                <a:latin typeface="Tahoma" panose="020B0604030504040204" pitchFamily="34" charset="0"/>
              </a:rPr>
              <a:t>How would you classify this data?</a:t>
            </a:r>
          </a:p>
        </p:txBody>
      </p:sp>
      <p:sp>
        <p:nvSpPr>
          <p:cNvPr id="237623" name="Rectangle 55"/>
          <p:cNvSpPr>
            <a:spLocks noChangeArrowheads="1"/>
          </p:cNvSpPr>
          <p:nvPr/>
        </p:nvSpPr>
        <p:spPr bwMode="auto">
          <a:xfrm rot="-24333336">
            <a:off x="3962400" y="2743200"/>
            <a:ext cx="2438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i="1">
                <a:solidFill>
                  <a:srgbClr val="00CC00"/>
                </a:solidFill>
              </a:rPr>
              <a:t>w</a:t>
            </a:r>
            <a:r>
              <a:rPr lang="en-US" altLang="zh-CN" b="1" i="1"/>
              <a:t> x</a:t>
            </a:r>
            <a:r>
              <a:rPr lang="en-US" altLang="zh-CN" b="1" i="1">
                <a:solidFill>
                  <a:srgbClr val="00CC00"/>
                </a:solidFill>
              </a:rPr>
              <a:t> </a:t>
            </a:r>
            <a:r>
              <a:rPr lang="en-US" altLang="zh-CN" b="1" i="1"/>
              <a:t>+ </a:t>
            </a:r>
            <a:r>
              <a:rPr lang="en-US" altLang="zh-CN" b="1" i="1">
                <a:solidFill>
                  <a:srgbClr val="00CC00"/>
                </a:solidFill>
              </a:rPr>
              <a:t>b=0</a:t>
            </a:r>
          </a:p>
        </p:txBody>
      </p:sp>
      <p:sp>
        <p:nvSpPr>
          <p:cNvPr id="237624" name="Rectangle 56"/>
          <p:cNvSpPr>
            <a:spLocks noChangeArrowheads="1"/>
          </p:cNvSpPr>
          <p:nvPr/>
        </p:nvSpPr>
        <p:spPr bwMode="auto">
          <a:xfrm>
            <a:off x="4648200" y="4876800"/>
            <a:ext cx="2438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i="1">
                <a:solidFill>
                  <a:srgbClr val="00CC00"/>
                </a:solidFill>
              </a:rPr>
              <a:t>w</a:t>
            </a:r>
            <a:r>
              <a:rPr lang="en-US" altLang="zh-CN" b="1" i="1"/>
              <a:t> x</a:t>
            </a:r>
            <a:r>
              <a:rPr lang="en-US" altLang="zh-CN" b="1" i="1">
                <a:solidFill>
                  <a:srgbClr val="00CC00"/>
                </a:solidFill>
              </a:rPr>
              <a:t> </a:t>
            </a:r>
            <a:r>
              <a:rPr lang="en-US" altLang="zh-CN" b="1" i="1"/>
              <a:t>+ </a:t>
            </a:r>
            <a:r>
              <a:rPr lang="en-US" altLang="zh-CN" b="1" i="1">
                <a:solidFill>
                  <a:srgbClr val="00CC00"/>
                </a:solidFill>
              </a:rPr>
              <a:t>b&lt;0</a:t>
            </a:r>
          </a:p>
        </p:txBody>
      </p:sp>
      <p:sp>
        <p:nvSpPr>
          <p:cNvPr id="237625" name="Rectangle 57"/>
          <p:cNvSpPr>
            <a:spLocks noChangeArrowheads="1"/>
          </p:cNvSpPr>
          <p:nvPr/>
        </p:nvSpPr>
        <p:spPr bwMode="auto">
          <a:xfrm>
            <a:off x="2677350" y="1756569"/>
            <a:ext cx="2438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i="1">
                <a:solidFill>
                  <a:srgbClr val="00CC00"/>
                </a:solidFill>
              </a:rPr>
              <a:t>w</a:t>
            </a:r>
            <a:r>
              <a:rPr lang="en-US" altLang="zh-CN" b="1" i="1"/>
              <a:t> x</a:t>
            </a:r>
            <a:r>
              <a:rPr lang="en-US" altLang="zh-CN" b="1" i="1">
                <a:solidFill>
                  <a:srgbClr val="00CC00"/>
                </a:solidFill>
              </a:rPr>
              <a:t> </a:t>
            </a:r>
            <a:r>
              <a:rPr lang="en-US" altLang="zh-CN" b="1" i="1"/>
              <a:t>+ </a:t>
            </a:r>
            <a:r>
              <a:rPr lang="en-US" altLang="zh-CN" b="1" i="1">
                <a:solidFill>
                  <a:srgbClr val="00CC00"/>
                </a:solidFill>
              </a:rPr>
              <a:t>b&gt;0</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3996360" y="1806120"/>
              <a:ext cx="2590200" cy="2717280"/>
            </p14:xfrm>
          </p:contentPart>
        </mc:Choice>
        <mc:Fallback xmlns="">
          <p:pic>
            <p:nvPicPr>
              <p:cNvPr id="2" name="Ink 1"/>
              <p:cNvPicPr/>
              <p:nvPr/>
            </p:nvPicPr>
            <p:blipFill>
              <a:blip r:embed="rId3"/>
              <a:stretch>
                <a:fillRect/>
              </a:stretch>
            </p:blipFill>
            <p:spPr>
              <a:xfrm>
                <a:off x="3985200" y="1794960"/>
                <a:ext cx="2609640" cy="2737080"/>
              </a:xfrm>
              <a:prstGeom prst="rect">
                <a:avLst/>
              </a:prstGeom>
            </p:spPr>
          </p:pic>
        </mc:Fallback>
      </mc:AlternateContent>
    </p:spTree>
    <p:extLst>
      <p:ext uri="{BB962C8B-B14F-4D97-AF65-F5344CB8AC3E}">
        <p14:creationId xmlns:p14="http://schemas.microsoft.com/office/powerpoint/2010/main" val="7124962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76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76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76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76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76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619" grpId="0"/>
      <p:bldP spid="237620" grpId="0" animBg="1"/>
      <p:bldP spid="237623" grpId="0"/>
      <p:bldP spid="237624" grpId="0"/>
      <p:bldP spid="2376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604" name="Text Box 12"/>
          <p:cNvSpPr txBox="1">
            <a:spLocks noChangeArrowheads="1"/>
          </p:cNvSpPr>
          <p:nvPr/>
        </p:nvSpPr>
        <p:spPr bwMode="auto">
          <a:xfrm>
            <a:off x="518430" y="2942845"/>
            <a:ext cx="1905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dirty="0">
                <a:latin typeface="Tahoma" panose="020B0604030504040204" pitchFamily="34" charset="0"/>
              </a:rPr>
              <a:t>denotes +1</a:t>
            </a:r>
          </a:p>
          <a:p>
            <a:pPr>
              <a:spcBef>
                <a:spcPct val="50000"/>
              </a:spcBef>
              <a:buClr>
                <a:schemeClr val="tx1"/>
              </a:buClr>
            </a:pPr>
            <a:r>
              <a:rPr lang="en-US" altLang="zh-CN" sz="2000" dirty="0">
                <a:latin typeface="Tahoma" panose="020B0604030504040204" pitchFamily="34" charset="0"/>
              </a:rPr>
              <a:t>denotes -1</a:t>
            </a:r>
          </a:p>
        </p:txBody>
      </p:sp>
      <p:sp>
        <p:nvSpPr>
          <p:cNvPr id="238605" name="Oval 13"/>
          <p:cNvSpPr>
            <a:spLocks noChangeAspect="1" noChangeArrowheads="1"/>
          </p:cNvSpPr>
          <p:nvPr/>
        </p:nvSpPr>
        <p:spPr bwMode="auto">
          <a:xfrm rot="4777107">
            <a:off x="429358" y="3093512"/>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06" name="Oval 14"/>
          <p:cNvSpPr>
            <a:spLocks noChangeAspect="1" noChangeArrowheads="1"/>
          </p:cNvSpPr>
          <p:nvPr/>
        </p:nvSpPr>
        <p:spPr bwMode="auto">
          <a:xfrm rot="5895381">
            <a:off x="388214" y="3616695"/>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07" name="Line 15"/>
          <p:cNvSpPr>
            <a:spLocks noChangeShapeType="1"/>
          </p:cNvSpPr>
          <p:nvPr/>
        </p:nvSpPr>
        <p:spPr bwMode="auto">
          <a:xfrm>
            <a:off x="2420471" y="2142484"/>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38608" name="Line 16"/>
          <p:cNvSpPr>
            <a:spLocks noChangeShapeType="1"/>
          </p:cNvSpPr>
          <p:nvPr/>
        </p:nvSpPr>
        <p:spPr bwMode="auto">
          <a:xfrm flipV="1">
            <a:off x="2438400" y="5562600"/>
            <a:ext cx="3657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38609" name="Oval 17"/>
          <p:cNvSpPr>
            <a:spLocks noChangeAspect="1" noChangeArrowheads="1"/>
          </p:cNvSpPr>
          <p:nvPr/>
        </p:nvSpPr>
        <p:spPr bwMode="auto">
          <a:xfrm>
            <a:off x="3717925" y="5032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10" name="Oval 18"/>
          <p:cNvSpPr>
            <a:spLocks noChangeAspect="1" noChangeArrowheads="1"/>
          </p:cNvSpPr>
          <p:nvPr/>
        </p:nvSpPr>
        <p:spPr bwMode="auto">
          <a:xfrm>
            <a:off x="2486025" y="3903663"/>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11" name="Oval 19"/>
          <p:cNvSpPr>
            <a:spLocks noChangeAspect="1" noChangeArrowheads="1"/>
          </p:cNvSpPr>
          <p:nvPr/>
        </p:nvSpPr>
        <p:spPr bwMode="auto">
          <a:xfrm>
            <a:off x="4340225" y="28146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12" name="Oval 20"/>
          <p:cNvSpPr>
            <a:spLocks noChangeAspect="1" noChangeArrowheads="1"/>
          </p:cNvSpPr>
          <p:nvPr/>
        </p:nvSpPr>
        <p:spPr bwMode="auto">
          <a:xfrm>
            <a:off x="4403725" y="3635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13" name="Oval 21"/>
          <p:cNvSpPr>
            <a:spLocks noChangeAspect="1" noChangeArrowheads="1"/>
          </p:cNvSpPr>
          <p:nvPr/>
        </p:nvSpPr>
        <p:spPr bwMode="auto">
          <a:xfrm>
            <a:off x="3409950" y="26638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14" name="Oval 22"/>
          <p:cNvSpPr>
            <a:spLocks noChangeAspect="1" noChangeArrowheads="1"/>
          </p:cNvSpPr>
          <p:nvPr/>
        </p:nvSpPr>
        <p:spPr bwMode="auto">
          <a:xfrm>
            <a:off x="3886200" y="3733800"/>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15" name="Oval 23"/>
          <p:cNvSpPr>
            <a:spLocks noChangeAspect="1" noChangeArrowheads="1"/>
          </p:cNvSpPr>
          <p:nvPr/>
        </p:nvSpPr>
        <p:spPr bwMode="auto">
          <a:xfrm>
            <a:off x="3048000" y="31242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16" name="Oval 24"/>
          <p:cNvSpPr>
            <a:spLocks noChangeAspect="1" noChangeArrowheads="1"/>
          </p:cNvSpPr>
          <p:nvPr/>
        </p:nvSpPr>
        <p:spPr bwMode="auto">
          <a:xfrm>
            <a:off x="5105400" y="41148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17" name="Oval 25"/>
          <p:cNvSpPr>
            <a:spLocks noChangeAspect="1" noChangeArrowheads="1"/>
          </p:cNvSpPr>
          <p:nvPr/>
        </p:nvSpPr>
        <p:spPr bwMode="auto">
          <a:xfrm rot="-1118274">
            <a:off x="3887788" y="4443413"/>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18" name="Oval 26"/>
          <p:cNvSpPr>
            <a:spLocks noChangeAspect="1" noChangeArrowheads="1"/>
          </p:cNvSpPr>
          <p:nvPr/>
        </p:nvSpPr>
        <p:spPr bwMode="auto">
          <a:xfrm rot="-1118274">
            <a:off x="6003925" y="3228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19" name="Oval 27"/>
          <p:cNvSpPr>
            <a:spLocks noChangeAspect="1" noChangeArrowheads="1"/>
          </p:cNvSpPr>
          <p:nvPr/>
        </p:nvSpPr>
        <p:spPr bwMode="auto">
          <a:xfrm rot="-1118274">
            <a:off x="5295900" y="45450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20" name="Oval 28"/>
          <p:cNvSpPr>
            <a:spLocks noChangeAspect="1" noChangeArrowheads="1"/>
          </p:cNvSpPr>
          <p:nvPr/>
        </p:nvSpPr>
        <p:spPr bwMode="auto">
          <a:xfrm rot="-1118274">
            <a:off x="3124200" y="26670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21" name="Oval 29"/>
          <p:cNvSpPr>
            <a:spLocks noChangeAspect="1" noChangeArrowheads="1"/>
          </p:cNvSpPr>
          <p:nvPr/>
        </p:nvSpPr>
        <p:spPr bwMode="auto">
          <a:xfrm rot="-1118274">
            <a:off x="4711700" y="35845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22" name="Oval 30"/>
          <p:cNvSpPr>
            <a:spLocks noChangeAspect="1" noChangeArrowheads="1"/>
          </p:cNvSpPr>
          <p:nvPr/>
        </p:nvSpPr>
        <p:spPr bwMode="auto">
          <a:xfrm rot="-1118274">
            <a:off x="5867400" y="4495800"/>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23" name="Oval 31"/>
          <p:cNvSpPr>
            <a:spLocks noChangeAspect="1" noChangeArrowheads="1"/>
          </p:cNvSpPr>
          <p:nvPr/>
        </p:nvSpPr>
        <p:spPr bwMode="auto">
          <a:xfrm rot="-1118274">
            <a:off x="3114675" y="36401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24" name="Oval 32"/>
          <p:cNvSpPr>
            <a:spLocks noChangeAspect="1" noChangeArrowheads="1"/>
          </p:cNvSpPr>
          <p:nvPr/>
        </p:nvSpPr>
        <p:spPr bwMode="auto">
          <a:xfrm rot="5895381">
            <a:off x="3867150" y="3057525"/>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25" name="Oval 33"/>
          <p:cNvSpPr>
            <a:spLocks noChangeAspect="1" noChangeArrowheads="1"/>
          </p:cNvSpPr>
          <p:nvPr/>
        </p:nvSpPr>
        <p:spPr bwMode="auto">
          <a:xfrm rot="5895381">
            <a:off x="4136231" y="5242719"/>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26" name="Oval 34"/>
          <p:cNvSpPr>
            <a:spLocks noChangeAspect="1" noChangeArrowheads="1"/>
          </p:cNvSpPr>
          <p:nvPr/>
        </p:nvSpPr>
        <p:spPr bwMode="auto">
          <a:xfrm rot="5895381">
            <a:off x="3114675" y="40989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27" name="Oval 35"/>
          <p:cNvSpPr>
            <a:spLocks noChangeAspect="1" noChangeArrowheads="1"/>
          </p:cNvSpPr>
          <p:nvPr/>
        </p:nvSpPr>
        <p:spPr bwMode="auto">
          <a:xfrm rot="5895381">
            <a:off x="4343400" y="2393950"/>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28" name="Oval 36"/>
          <p:cNvSpPr>
            <a:spLocks noChangeAspect="1" noChangeArrowheads="1"/>
          </p:cNvSpPr>
          <p:nvPr/>
        </p:nvSpPr>
        <p:spPr bwMode="auto">
          <a:xfrm rot="5895381">
            <a:off x="5304632" y="4144169"/>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29" name="Oval 37"/>
          <p:cNvSpPr>
            <a:spLocks noChangeAspect="1" noChangeArrowheads="1"/>
          </p:cNvSpPr>
          <p:nvPr/>
        </p:nvSpPr>
        <p:spPr bwMode="auto">
          <a:xfrm rot="5895381">
            <a:off x="4370388" y="407987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30" name="Oval 38"/>
          <p:cNvSpPr>
            <a:spLocks noChangeAspect="1" noChangeArrowheads="1"/>
          </p:cNvSpPr>
          <p:nvPr/>
        </p:nvSpPr>
        <p:spPr bwMode="auto">
          <a:xfrm rot="5895381">
            <a:off x="5619750" y="3365500"/>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31" name="Oval 39"/>
          <p:cNvSpPr>
            <a:spLocks noChangeAspect="1" noChangeArrowheads="1"/>
          </p:cNvSpPr>
          <p:nvPr/>
        </p:nvSpPr>
        <p:spPr bwMode="auto">
          <a:xfrm rot="5895381">
            <a:off x="3087688" y="23463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32" name="Oval 40"/>
          <p:cNvSpPr>
            <a:spLocks noChangeAspect="1" noChangeArrowheads="1"/>
          </p:cNvSpPr>
          <p:nvPr/>
        </p:nvSpPr>
        <p:spPr bwMode="auto">
          <a:xfrm rot="5895381">
            <a:off x="5260975" y="32734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33" name="Oval 41"/>
          <p:cNvSpPr>
            <a:spLocks noChangeAspect="1" noChangeArrowheads="1"/>
          </p:cNvSpPr>
          <p:nvPr/>
        </p:nvSpPr>
        <p:spPr bwMode="auto">
          <a:xfrm rot="5895381">
            <a:off x="5117307" y="4718844"/>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34" name="Oval 42"/>
          <p:cNvSpPr>
            <a:spLocks noChangeAspect="1" noChangeArrowheads="1"/>
          </p:cNvSpPr>
          <p:nvPr/>
        </p:nvSpPr>
        <p:spPr bwMode="auto">
          <a:xfrm rot="4777107">
            <a:off x="3498057" y="3534569"/>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35" name="Oval 43"/>
          <p:cNvSpPr>
            <a:spLocks noChangeAspect="1" noChangeArrowheads="1"/>
          </p:cNvSpPr>
          <p:nvPr/>
        </p:nvSpPr>
        <p:spPr bwMode="auto">
          <a:xfrm rot="4777107">
            <a:off x="4651375" y="5254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36" name="Oval 44"/>
          <p:cNvSpPr>
            <a:spLocks noChangeAspect="1" noChangeArrowheads="1"/>
          </p:cNvSpPr>
          <p:nvPr/>
        </p:nvSpPr>
        <p:spPr bwMode="auto">
          <a:xfrm rot="4777107">
            <a:off x="4346575" y="4873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37" name="Oval 45"/>
          <p:cNvSpPr>
            <a:spLocks noChangeAspect="1" noChangeArrowheads="1"/>
          </p:cNvSpPr>
          <p:nvPr/>
        </p:nvSpPr>
        <p:spPr bwMode="auto">
          <a:xfrm rot="4777107">
            <a:off x="2817019" y="3736181"/>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38" name="Oval 46"/>
          <p:cNvSpPr>
            <a:spLocks noChangeAspect="1" noChangeArrowheads="1"/>
          </p:cNvSpPr>
          <p:nvPr/>
        </p:nvSpPr>
        <p:spPr bwMode="auto">
          <a:xfrm rot="4777107">
            <a:off x="3713163" y="2776537"/>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39" name="Oval 47"/>
          <p:cNvSpPr>
            <a:spLocks noChangeAspect="1" noChangeArrowheads="1"/>
          </p:cNvSpPr>
          <p:nvPr/>
        </p:nvSpPr>
        <p:spPr bwMode="auto">
          <a:xfrm rot="4777107">
            <a:off x="4356101" y="4364037"/>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40" name="Oval 48"/>
          <p:cNvSpPr>
            <a:spLocks noChangeAspect="1" noChangeArrowheads="1"/>
          </p:cNvSpPr>
          <p:nvPr/>
        </p:nvSpPr>
        <p:spPr bwMode="auto">
          <a:xfrm rot="4777107">
            <a:off x="2504282" y="3082131"/>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41" name="Oval 49"/>
          <p:cNvSpPr>
            <a:spLocks noChangeAspect="1" noChangeArrowheads="1"/>
          </p:cNvSpPr>
          <p:nvPr/>
        </p:nvSpPr>
        <p:spPr bwMode="auto">
          <a:xfrm rot="4777107">
            <a:off x="3937794" y="5049044"/>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42" name="Oval 50"/>
          <p:cNvSpPr>
            <a:spLocks noChangeAspect="1" noChangeArrowheads="1"/>
          </p:cNvSpPr>
          <p:nvPr/>
        </p:nvSpPr>
        <p:spPr bwMode="auto">
          <a:xfrm rot="4777107">
            <a:off x="5303838" y="4756150"/>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43" name="Text Box 51"/>
          <p:cNvSpPr txBox="1">
            <a:spLocks noChangeArrowheads="1"/>
          </p:cNvSpPr>
          <p:nvPr/>
        </p:nvSpPr>
        <p:spPr bwMode="auto">
          <a:xfrm>
            <a:off x="5486400" y="1676400"/>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b="1" i="1">
                <a:latin typeface="Tahoma" panose="020B0604030504040204" pitchFamily="34" charset="0"/>
              </a:rPr>
              <a:t>f</a:t>
            </a:r>
            <a:r>
              <a:rPr lang="en-US" altLang="zh-CN" sz="2000" i="1">
                <a:latin typeface="Tahoma" panose="020B0604030504040204" pitchFamily="34" charset="0"/>
              </a:rPr>
              <a:t>(</a:t>
            </a:r>
            <a:r>
              <a:rPr lang="en-US" altLang="zh-CN" sz="2000" b="1" i="1">
                <a:latin typeface="Tahoma" panose="020B0604030504040204" pitchFamily="34" charset="0"/>
              </a:rPr>
              <a:t>x</a:t>
            </a:r>
            <a:r>
              <a:rPr lang="en-US" altLang="zh-CN" sz="2000" i="1">
                <a:latin typeface="Tahoma" panose="020B0604030504040204" pitchFamily="34" charset="0"/>
              </a:rPr>
              <a:t>,</a:t>
            </a:r>
            <a:r>
              <a:rPr lang="en-US" altLang="zh-CN" sz="2000" b="1" i="1">
                <a:solidFill>
                  <a:srgbClr val="00CC00"/>
                </a:solidFill>
                <a:latin typeface="Tahoma" panose="020B0604030504040204" pitchFamily="34" charset="0"/>
              </a:rPr>
              <a:t>w</a:t>
            </a:r>
            <a:r>
              <a:rPr lang="en-US" altLang="zh-CN" sz="2000" i="1">
                <a:solidFill>
                  <a:srgbClr val="00CC00"/>
                </a:solidFill>
                <a:latin typeface="Tahoma" panose="020B0604030504040204" pitchFamily="34" charset="0"/>
              </a:rPr>
              <a:t>,b</a:t>
            </a:r>
            <a:r>
              <a:rPr lang="en-US" altLang="zh-CN" sz="2000" i="1">
                <a:latin typeface="Tahoma" panose="020B0604030504040204" pitchFamily="34" charset="0"/>
              </a:rPr>
              <a:t>) = sign(</a:t>
            </a:r>
            <a:r>
              <a:rPr lang="en-US" altLang="zh-CN" sz="2000" b="1" i="1">
                <a:solidFill>
                  <a:srgbClr val="00CC00"/>
                </a:solidFill>
                <a:latin typeface="Tahoma" panose="020B0604030504040204" pitchFamily="34" charset="0"/>
              </a:rPr>
              <a:t>w</a:t>
            </a:r>
            <a:r>
              <a:rPr lang="en-US" altLang="zh-CN" sz="2000" b="1" i="1">
                <a:latin typeface="Tahoma" panose="020B0604030504040204" pitchFamily="34" charset="0"/>
              </a:rPr>
              <a:t> x</a:t>
            </a:r>
            <a:r>
              <a:rPr lang="en-US" altLang="zh-CN" sz="2000" i="1">
                <a:solidFill>
                  <a:srgbClr val="00CC00"/>
                </a:solidFill>
                <a:latin typeface="Tahoma" panose="020B0604030504040204" pitchFamily="34" charset="0"/>
              </a:rPr>
              <a:t> +</a:t>
            </a:r>
            <a:r>
              <a:rPr lang="en-US" altLang="zh-CN" sz="2000" i="1">
                <a:latin typeface="Tahoma" panose="020B0604030504040204" pitchFamily="34" charset="0"/>
              </a:rPr>
              <a:t> </a:t>
            </a:r>
            <a:r>
              <a:rPr lang="en-US" altLang="zh-CN" sz="2000" i="1">
                <a:solidFill>
                  <a:srgbClr val="00CC00"/>
                </a:solidFill>
                <a:latin typeface="Tahoma" panose="020B0604030504040204" pitchFamily="34" charset="0"/>
              </a:rPr>
              <a:t>b</a:t>
            </a:r>
            <a:r>
              <a:rPr lang="en-US" altLang="zh-CN" sz="2000" i="1">
                <a:latin typeface="Tahoma" panose="020B0604030504040204" pitchFamily="34" charset="0"/>
              </a:rPr>
              <a:t>)</a:t>
            </a:r>
          </a:p>
        </p:txBody>
      </p:sp>
      <p:sp>
        <p:nvSpPr>
          <p:cNvPr id="238644" name="Line 52"/>
          <p:cNvSpPr>
            <a:spLocks noChangeShapeType="1"/>
          </p:cNvSpPr>
          <p:nvPr/>
        </p:nvSpPr>
        <p:spPr bwMode="auto">
          <a:xfrm flipV="1">
            <a:off x="2286000" y="2362200"/>
            <a:ext cx="4038600" cy="2590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38645" name="Text Box 53"/>
          <p:cNvSpPr txBox="1">
            <a:spLocks noChangeArrowheads="1"/>
          </p:cNvSpPr>
          <p:nvPr/>
        </p:nvSpPr>
        <p:spPr bwMode="auto">
          <a:xfrm>
            <a:off x="6248400" y="3200400"/>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endParaRPr lang="en-US" altLang="en-US" sz="2000">
              <a:latin typeface="Tahoma" panose="020B0604030504040204" pitchFamily="34" charset="0"/>
            </a:endParaRPr>
          </a:p>
        </p:txBody>
      </p:sp>
      <p:sp>
        <p:nvSpPr>
          <p:cNvPr id="238646" name="Text Box 54"/>
          <p:cNvSpPr txBox="1">
            <a:spLocks noChangeArrowheads="1"/>
          </p:cNvSpPr>
          <p:nvPr/>
        </p:nvSpPr>
        <p:spPr bwMode="auto">
          <a:xfrm>
            <a:off x="6400800" y="3352800"/>
            <a:ext cx="220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r>
              <a:rPr lang="en-US" altLang="zh-CN" sz="2000">
                <a:latin typeface="Tahoma" panose="020B0604030504040204" pitchFamily="34" charset="0"/>
              </a:rPr>
              <a:t>How would you classify this data?</a:t>
            </a:r>
          </a:p>
        </p:txBody>
      </p:sp>
      <p:sp>
        <p:nvSpPr>
          <p:cNvPr id="53" name="Rectangle 4"/>
          <p:cNvSpPr>
            <a:spLocks noChangeArrowheads="1"/>
          </p:cNvSpPr>
          <p:nvPr/>
        </p:nvSpPr>
        <p:spPr bwMode="auto">
          <a:xfrm>
            <a:off x="4359" y="600045"/>
            <a:ext cx="4648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dirty="0"/>
              <a:t> </a:t>
            </a:r>
            <a:r>
              <a:rPr lang="en-US" altLang="zh-CN" sz="4400" dirty="0">
                <a:solidFill>
                  <a:schemeClr val="tx1"/>
                </a:solidFill>
                <a:latin typeface="+mj-lt"/>
                <a:ea typeface="+mj-ea"/>
                <a:cs typeface="+mj-cs"/>
              </a:rPr>
              <a:t>Linear Classifiers</a:t>
            </a:r>
          </a:p>
        </p:txBody>
      </p:sp>
    </p:spTree>
    <p:extLst>
      <p:ext uri="{BB962C8B-B14F-4D97-AF65-F5344CB8AC3E}">
        <p14:creationId xmlns:p14="http://schemas.microsoft.com/office/powerpoint/2010/main" val="4096132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31" name="Line 15"/>
          <p:cNvSpPr>
            <a:spLocks noChangeShapeType="1"/>
          </p:cNvSpPr>
          <p:nvPr/>
        </p:nvSpPr>
        <p:spPr bwMode="auto">
          <a:xfrm>
            <a:off x="2441359" y="2091004"/>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39632" name="Line 16"/>
          <p:cNvSpPr>
            <a:spLocks noChangeShapeType="1"/>
          </p:cNvSpPr>
          <p:nvPr/>
        </p:nvSpPr>
        <p:spPr bwMode="auto">
          <a:xfrm flipV="1">
            <a:off x="2438400" y="5562600"/>
            <a:ext cx="3657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39633" name="Oval 17"/>
          <p:cNvSpPr>
            <a:spLocks noChangeAspect="1" noChangeArrowheads="1"/>
          </p:cNvSpPr>
          <p:nvPr/>
        </p:nvSpPr>
        <p:spPr bwMode="auto">
          <a:xfrm>
            <a:off x="3717925" y="5032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34" name="Oval 18"/>
          <p:cNvSpPr>
            <a:spLocks noChangeAspect="1" noChangeArrowheads="1"/>
          </p:cNvSpPr>
          <p:nvPr/>
        </p:nvSpPr>
        <p:spPr bwMode="auto">
          <a:xfrm>
            <a:off x="2486025" y="3903663"/>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35" name="Oval 19"/>
          <p:cNvSpPr>
            <a:spLocks noChangeAspect="1" noChangeArrowheads="1"/>
          </p:cNvSpPr>
          <p:nvPr/>
        </p:nvSpPr>
        <p:spPr bwMode="auto">
          <a:xfrm>
            <a:off x="4340225" y="28146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36" name="Oval 20"/>
          <p:cNvSpPr>
            <a:spLocks noChangeAspect="1" noChangeArrowheads="1"/>
          </p:cNvSpPr>
          <p:nvPr/>
        </p:nvSpPr>
        <p:spPr bwMode="auto">
          <a:xfrm>
            <a:off x="4403725" y="3635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37" name="Oval 21"/>
          <p:cNvSpPr>
            <a:spLocks noChangeAspect="1" noChangeArrowheads="1"/>
          </p:cNvSpPr>
          <p:nvPr/>
        </p:nvSpPr>
        <p:spPr bwMode="auto">
          <a:xfrm>
            <a:off x="3409950" y="26638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38" name="Oval 22"/>
          <p:cNvSpPr>
            <a:spLocks noChangeAspect="1" noChangeArrowheads="1"/>
          </p:cNvSpPr>
          <p:nvPr/>
        </p:nvSpPr>
        <p:spPr bwMode="auto">
          <a:xfrm>
            <a:off x="3886200" y="3733800"/>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39" name="Oval 23"/>
          <p:cNvSpPr>
            <a:spLocks noChangeAspect="1" noChangeArrowheads="1"/>
          </p:cNvSpPr>
          <p:nvPr/>
        </p:nvSpPr>
        <p:spPr bwMode="auto">
          <a:xfrm>
            <a:off x="3048000" y="31242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40" name="Oval 24"/>
          <p:cNvSpPr>
            <a:spLocks noChangeAspect="1" noChangeArrowheads="1"/>
          </p:cNvSpPr>
          <p:nvPr/>
        </p:nvSpPr>
        <p:spPr bwMode="auto">
          <a:xfrm>
            <a:off x="5105400" y="41148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41" name="Oval 25"/>
          <p:cNvSpPr>
            <a:spLocks noChangeAspect="1" noChangeArrowheads="1"/>
          </p:cNvSpPr>
          <p:nvPr/>
        </p:nvSpPr>
        <p:spPr bwMode="auto">
          <a:xfrm rot="-1118274">
            <a:off x="3887788" y="4443413"/>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42" name="Oval 26"/>
          <p:cNvSpPr>
            <a:spLocks noChangeAspect="1" noChangeArrowheads="1"/>
          </p:cNvSpPr>
          <p:nvPr/>
        </p:nvSpPr>
        <p:spPr bwMode="auto">
          <a:xfrm rot="-1118274">
            <a:off x="6003925" y="3228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43" name="Oval 27"/>
          <p:cNvSpPr>
            <a:spLocks noChangeAspect="1" noChangeArrowheads="1"/>
          </p:cNvSpPr>
          <p:nvPr/>
        </p:nvSpPr>
        <p:spPr bwMode="auto">
          <a:xfrm rot="-1118274">
            <a:off x="5295900" y="45450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44" name="Oval 28"/>
          <p:cNvSpPr>
            <a:spLocks noChangeAspect="1" noChangeArrowheads="1"/>
          </p:cNvSpPr>
          <p:nvPr/>
        </p:nvSpPr>
        <p:spPr bwMode="auto">
          <a:xfrm rot="-1118274">
            <a:off x="3124200" y="26670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45" name="Oval 29"/>
          <p:cNvSpPr>
            <a:spLocks noChangeAspect="1" noChangeArrowheads="1"/>
          </p:cNvSpPr>
          <p:nvPr/>
        </p:nvSpPr>
        <p:spPr bwMode="auto">
          <a:xfrm rot="-1118274">
            <a:off x="4711700" y="35845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46" name="Oval 30"/>
          <p:cNvSpPr>
            <a:spLocks noChangeAspect="1" noChangeArrowheads="1"/>
          </p:cNvSpPr>
          <p:nvPr/>
        </p:nvSpPr>
        <p:spPr bwMode="auto">
          <a:xfrm rot="-1118274">
            <a:off x="5867400" y="4495800"/>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47" name="Oval 31"/>
          <p:cNvSpPr>
            <a:spLocks noChangeAspect="1" noChangeArrowheads="1"/>
          </p:cNvSpPr>
          <p:nvPr/>
        </p:nvSpPr>
        <p:spPr bwMode="auto">
          <a:xfrm rot="-1118274">
            <a:off x="3114675" y="36401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48" name="Oval 32"/>
          <p:cNvSpPr>
            <a:spLocks noChangeAspect="1" noChangeArrowheads="1"/>
          </p:cNvSpPr>
          <p:nvPr/>
        </p:nvSpPr>
        <p:spPr bwMode="auto">
          <a:xfrm rot="5895381">
            <a:off x="3867150" y="3057525"/>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49" name="Oval 33"/>
          <p:cNvSpPr>
            <a:spLocks noChangeAspect="1" noChangeArrowheads="1"/>
          </p:cNvSpPr>
          <p:nvPr/>
        </p:nvSpPr>
        <p:spPr bwMode="auto">
          <a:xfrm rot="5895381">
            <a:off x="4136231" y="5242719"/>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50" name="Oval 34"/>
          <p:cNvSpPr>
            <a:spLocks noChangeAspect="1" noChangeArrowheads="1"/>
          </p:cNvSpPr>
          <p:nvPr/>
        </p:nvSpPr>
        <p:spPr bwMode="auto">
          <a:xfrm rot="5895381">
            <a:off x="3114675" y="40989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51" name="Oval 35"/>
          <p:cNvSpPr>
            <a:spLocks noChangeAspect="1" noChangeArrowheads="1"/>
          </p:cNvSpPr>
          <p:nvPr/>
        </p:nvSpPr>
        <p:spPr bwMode="auto">
          <a:xfrm rot="5895381">
            <a:off x="4343400" y="2393950"/>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52" name="Oval 36"/>
          <p:cNvSpPr>
            <a:spLocks noChangeAspect="1" noChangeArrowheads="1"/>
          </p:cNvSpPr>
          <p:nvPr/>
        </p:nvSpPr>
        <p:spPr bwMode="auto">
          <a:xfrm rot="5895381">
            <a:off x="5304632" y="4144169"/>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53" name="Oval 37"/>
          <p:cNvSpPr>
            <a:spLocks noChangeAspect="1" noChangeArrowheads="1"/>
          </p:cNvSpPr>
          <p:nvPr/>
        </p:nvSpPr>
        <p:spPr bwMode="auto">
          <a:xfrm rot="5895381">
            <a:off x="4370388" y="407987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54" name="Oval 38"/>
          <p:cNvSpPr>
            <a:spLocks noChangeAspect="1" noChangeArrowheads="1"/>
          </p:cNvSpPr>
          <p:nvPr/>
        </p:nvSpPr>
        <p:spPr bwMode="auto">
          <a:xfrm rot="5895381">
            <a:off x="5619750" y="3365500"/>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55" name="Oval 39"/>
          <p:cNvSpPr>
            <a:spLocks noChangeAspect="1" noChangeArrowheads="1"/>
          </p:cNvSpPr>
          <p:nvPr/>
        </p:nvSpPr>
        <p:spPr bwMode="auto">
          <a:xfrm rot="5895381">
            <a:off x="3087688" y="23463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56" name="Oval 40"/>
          <p:cNvSpPr>
            <a:spLocks noChangeAspect="1" noChangeArrowheads="1"/>
          </p:cNvSpPr>
          <p:nvPr/>
        </p:nvSpPr>
        <p:spPr bwMode="auto">
          <a:xfrm rot="5895381">
            <a:off x="5260975" y="32734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57" name="Oval 41"/>
          <p:cNvSpPr>
            <a:spLocks noChangeAspect="1" noChangeArrowheads="1"/>
          </p:cNvSpPr>
          <p:nvPr/>
        </p:nvSpPr>
        <p:spPr bwMode="auto">
          <a:xfrm rot="5895381">
            <a:off x="5117307" y="4718844"/>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58" name="Oval 42"/>
          <p:cNvSpPr>
            <a:spLocks noChangeAspect="1" noChangeArrowheads="1"/>
          </p:cNvSpPr>
          <p:nvPr/>
        </p:nvSpPr>
        <p:spPr bwMode="auto">
          <a:xfrm rot="4777107">
            <a:off x="3498057" y="3534569"/>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59" name="Oval 43"/>
          <p:cNvSpPr>
            <a:spLocks noChangeAspect="1" noChangeArrowheads="1"/>
          </p:cNvSpPr>
          <p:nvPr/>
        </p:nvSpPr>
        <p:spPr bwMode="auto">
          <a:xfrm rot="4777107">
            <a:off x="4651375" y="5254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60" name="Oval 44"/>
          <p:cNvSpPr>
            <a:spLocks noChangeAspect="1" noChangeArrowheads="1"/>
          </p:cNvSpPr>
          <p:nvPr/>
        </p:nvSpPr>
        <p:spPr bwMode="auto">
          <a:xfrm rot="4777107">
            <a:off x="4346575" y="4873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61" name="Oval 45"/>
          <p:cNvSpPr>
            <a:spLocks noChangeAspect="1" noChangeArrowheads="1"/>
          </p:cNvSpPr>
          <p:nvPr/>
        </p:nvSpPr>
        <p:spPr bwMode="auto">
          <a:xfrm rot="4777107">
            <a:off x="2817019" y="3736181"/>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62" name="Oval 46"/>
          <p:cNvSpPr>
            <a:spLocks noChangeAspect="1" noChangeArrowheads="1"/>
          </p:cNvSpPr>
          <p:nvPr/>
        </p:nvSpPr>
        <p:spPr bwMode="auto">
          <a:xfrm rot="4777107">
            <a:off x="3713163" y="2776537"/>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63" name="Oval 47"/>
          <p:cNvSpPr>
            <a:spLocks noChangeAspect="1" noChangeArrowheads="1"/>
          </p:cNvSpPr>
          <p:nvPr/>
        </p:nvSpPr>
        <p:spPr bwMode="auto">
          <a:xfrm rot="4777107">
            <a:off x="4356101" y="4364037"/>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64" name="Oval 48"/>
          <p:cNvSpPr>
            <a:spLocks noChangeAspect="1" noChangeArrowheads="1"/>
          </p:cNvSpPr>
          <p:nvPr/>
        </p:nvSpPr>
        <p:spPr bwMode="auto">
          <a:xfrm rot="4777107">
            <a:off x="2504282" y="3082131"/>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65" name="Oval 49"/>
          <p:cNvSpPr>
            <a:spLocks noChangeAspect="1" noChangeArrowheads="1"/>
          </p:cNvSpPr>
          <p:nvPr/>
        </p:nvSpPr>
        <p:spPr bwMode="auto">
          <a:xfrm rot="4777107">
            <a:off x="3937794" y="5049044"/>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66" name="Oval 50"/>
          <p:cNvSpPr>
            <a:spLocks noChangeAspect="1" noChangeArrowheads="1"/>
          </p:cNvSpPr>
          <p:nvPr/>
        </p:nvSpPr>
        <p:spPr bwMode="auto">
          <a:xfrm rot="4777107">
            <a:off x="5303838" y="4756150"/>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67" name="Text Box 51"/>
          <p:cNvSpPr txBox="1">
            <a:spLocks noChangeArrowheads="1"/>
          </p:cNvSpPr>
          <p:nvPr/>
        </p:nvSpPr>
        <p:spPr bwMode="auto">
          <a:xfrm>
            <a:off x="4876800" y="1744436"/>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b="1" i="1" dirty="0">
                <a:latin typeface="Tahoma" panose="020B0604030504040204" pitchFamily="34" charset="0"/>
              </a:rPr>
              <a:t>f</a:t>
            </a:r>
            <a:r>
              <a:rPr lang="en-US" altLang="zh-CN" sz="2000" i="1" dirty="0">
                <a:latin typeface="Tahoma" panose="020B0604030504040204" pitchFamily="34" charset="0"/>
              </a:rPr>
              <a:t>(</a:t>
            </a:r>
            <a:r>
              <a:rPr lang="en-US" altLang="zh-CN" sz="2000" b="1" i="1" dirty="0" err="1">
                <a:latin typeface="Tahoma" panose="020B0604030504040204" pitchFamily="34" charset="0"/>
              </a:rPr>
              <a:t>x</a:t>
            </a:r>
            <a:r>
              <a:rPr lang="en-US" altLang="zh-CN" sz="2000" i="1" dirty="0" err="1">
                <a:latin typeface="Tahoma" panose="020B0604030504040204" pitchFamily="34" charset="0"/>
              </a:rPr>
              <a:t>,</a:t>
            </a:r>
            <a:r>
              <a:rPr lang="en-US" altLang="zh-CN" sz="2000" b="1" i="1" dirty="0" err="1">
                <a:solidFill>
                  <a:srgbClr val="00CC00"/>
                </a:solidFill>
                <a:latin typeface="Tahoma" panose="020B0604030504040204" pitchFamily="34" charset="0"/>
              </a:rPr>
              <a:t>w</a:t>
            </a:r>
            <a:r>
              <a:rPr lang="en-US" altLang="zh-CN" sz="2000" i="1" dirty="0" err="1">
                <a:solidFill>
                  <a:srgbClr val="00CC00"/>
                </a:solidFill>
                <a:latin typeface="Tahoma" panose="020B0604030504040204" pitchFamily="34" charset="0"/>
              </a:rPr>
              <a:t>,b</a:t>
            </a:r>
            <a:r>
              <a:rPr lang="en-US" altLang="zh-CN" sz="2000" i="1" dirty="0">
                <a:latin typeface="Tahoma" panose="020B0604030504040204" pitchFamily="34" charset="0"/>
              </a:rPr>
              <a:t>) = sign(</a:t>
            </a:r>
            <a:r>
              <a:rPr lang="en-US" altLang="zh-CN" sz="2000" b="1" i="1" dirty="0">
                <a:solidFill>
                  <a:srgbClr val="00CC00"/>
                </a:solidFill>
                <a:latin typeface="Tahoma" panose="020B0604030504040204" pitchFamily="34" charset="0"/>
              </a:rPr>
              <a:t>w</a:t>
            </a:r>
            <a:r>
              <a:rPr lang="en-US" altLang="zh-CN" sz="2000" b="1" i="1" dirty="0">
                <a:latin typeface="Tahoma" panose="020B0604030504040204" pitchFamily="34" charset="0"/>
              </a:rPr>
              <a:t> x</a:t>
            </a:r>
            <a:r>
              <a:rPr lang="en-US" altLang="zh-CN" sz="2000" i="1" dirty="0">
                <a:solidFill>
                  <a:srgbClr val="00CC00"/>
                </a:solidFill>
                <a:latin typeface="Tahoma" panose="020B0604030504040204" pitchFamily="34" charset="0"/>
              </a:rPr>
              <a:t> </a:t>
            </a:r>
            <a:r>
              <a:rPr lang="en-US" altLang="zh-CN" sz="2000" i="1" dirty="0">
                <a:latin typeface="Tahoma" panose="020B0604030504040204" pitchFamily="34" charset="0"/>
              </a:rPr>
              <a:t>+ </a:t>
            </a:r>
            <a:r>
              <a:rPr lang="en-US" altLang="zh-CN" sz="2000" i="1" dirty="0">
                <a:solidFill>
                  <a:srgbClr val="00CC00"/>
                </a:solidFill>
                <a:latin typeface="Tahoma" panose="020B0604030504040204" pitchFamily="34" charset="0"/>
              </a:rPr>
              <a:t>b</a:t>
            </a:r>
            <a:r>
              <a:rPr lang="en-US" altLang="zh-CN" sz="2000" i="1" dirty="0">
                <a:latin typeface="Tahoma" panose="020B0604030504040204" pitchFamily="34" charset="0"/>
              </a:rPr>
              <a:t>)</a:t>
            </a:r>
          </a:p>
        </p:txBody>
      </p:sp>
      <p:sp>
        <p:nvSpPr>
          <p:cNvPr id="239668" name="Line 52"/>
          <p:cNvSpPr>
            <a:spLocks noChangeShapeType="1"/>
          </p:cNvSpPr>
          <p:nvPr/>
        </p:nvSpPr>
        <p:spPr bwMode="auto">
          <a:xfrm flipV="1">
            <a:off x="3429000" y="1676400"/>
            <a:ext cx="1447800" cy="403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39669" name="Text Box 53"/>
          <p:cNvSpPr txBox="1">
            <a:spLocks noChangeArrowheads="1"/>
          </p:cNvSpPr>
          <p:nvPr/>
        </p:nvSpPr>
        <p:spPr bwMode="auto">
          <a:xfrm>
            <a:off x="6248400" y="3200400"/>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endParaRPr lang="en-US" altLang="en-US" sz="2000">
              <a:latin typeface="Tahoma" panose="020B0604030504040204" pitchFamily="34" charset="0"/>
            </a:endParaRPr>
          </a:p>
        </p:txBody>
      </p:sp>
      <p:sp>
        <p:nvSpPr>
          <p:cNvPr id="239670" name="Text Box 54"/>
          <p:cNvSpPr txBox="1">
            <a:spLocks noChangeArrowheads="1"/>
          </p:cNvSpPr>
          <p:nvPr/>
        </p:nvSpPr>
        <p:spPr bwMode="auto">
          <a:xfrm>
            <a:off x="6400800" y="3352800"/>
            <a:ext cx="220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r>
              <a:rPr lang="en-US" altLang="zh-CN" sz="2000">
                <a:latin typeface="Tahoma" panose="020B0604030504040204" pitchFamily="34" charset="0"/>
              </a:rPr>
              <a:t>How would you classify this data?</a:t>
            </a:r>
          </a:p>
        </p:txBody>
      </p:sp>
      <p:sp>
        <p:nvSpPr>
          <p:cNvPr id="53" name="Text Box 12"/>
          <p:cNvSpPr txBox="1">
            <a:spLocks noChangeArrowheads="1"/>
          </p:cNvSpPr>
          <p:nvPr/>
        </p:nvSpPr>
        <p:spPr bwMode="auto">
          <a:xfrm>
            <a:off x="518430" y="2942845"/>
            <a:ext cx="1905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dirty="0">
                <a:latin typeface="Tahoma" panose="020B0604030504040204" pitchFamily="34" charset="0"/>
              </a:rPr>
              <a:t>denotes +1</a:t>
            </a:r>
          </a:p>
          <a:p>
            <a:pPr>
              <a:spcBef>
                <a:spcPct val="50000"/>
              </a:spcBef>
              <a:buClr>
                <a:schemeClr val="tx1"/>
              </a:buClr>
            </a:pPr>
            <a:r>
              <a:rPr lang="en-US" altLang="zh-CN" sz="2000" dirty="0">
                <a:latin typeface="Tahoma" panose="020B0604030504040204" pitchFamily="34" charset="0"/>
              </a:rPr>
              <a:t>denotes -1</a:t>
            </a:r>
          </a:p>
        </p:txBody>
      </p:sp>
      <p:sp>
        <p:nvSpPr>
          <p:cNvPr id="54" name="Oval 13"/>
          <p:cNvSpPr>
            <a:spLocks noChangeAspect="1" noChangeArrowheads="1"/>
          </p:cNvSpPr>
          <p:nvPr/>
        </p:nvSpPr>
        <p:spPr bwMode="auto">
          <a:xfrm rot="4777107">
            <a:off x="429358" y="3093512"/>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 name="Oval 14"/>
          <p:cNvSpPr>
            <a:spLocks noChangeAspect="1" noChangeArrowheads="1"/>
          </p:cNvSpPr>
          <p:nvPr/>
        </p:nvSpPr>
        <p:spPr bwMode="auto">
          <a:xfrm rot="5895381">
            <a:off x="388214" y="3616695"/>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 name="Rectangle 4"/>
          <p:cNvSpPr>
            <a:spLocks noChangeArrowheads="1"/>
          </p:cNvSpPr>
          <p:nvPr/>
        </p:nvSpPr>
        <p:spPr bwMode="auto">
          <a:xfrm>
            <a:off x="4359" y="600045"/>
            <a:ext cx="4648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dirty="0"/>
              <a:t> </a:t>
            </a:r>
            <a:r>
              <a:rPr lang="en-US" altLang="zh-CN" sz="4400" dirty="0">
                <a:solidFill>
                  <a:schemeClr val="tx1"/>
                </a:solidFill>
                <a:latin typeface="+mj-lt"/>
                <a:ea typeface="+mj-ea"/>
                <a:cs typeface="+mj-cs"/>
              </a:rPr>
              <a:t>Linear Classifiers</a:t>
            </a:r>
          </a:p>
        </p:txBody>
      </p:sp>
    </p:spTree>
    <p:extLst>
      <p:ext uri="{BB962C8B-B14F-4D97-AF65-F5344CB8AC3E}">
        <p14:creationId xmlns:p14="http://schemas.microsoft.com/office/powerpoint/2010/main" val="3179735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52" name="Text Box 12"/>
          <p:cNvSpPr txBox="1">
            <a:spLocks noChangeArrowheads="1"/>
          </p:cNvSpPr>
          <p:nvPr/>
        </p:nvSpPr>
        <p:spPr bwMode="auto">
          <a:xfrm>
            <a:off x="390618" y="2887692"/>
            <a:ext cx="1905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dirty="0">
                <a:latin typeface="Tahoma" panose="020B0604030504040204" pitchFamily="34" charset="0"/>
              </a:rPr>
              <a:t>  denotes +1</a:t>
            </a:r>
          </a:p>
          <a:p>
            <a:pPr>
              <a:spcBef>
                <a:spcPct val="50000"/>
              </a:spcBef>
              <a:buClr>
                <a:schemeClr val="tx1"/>
              </a:buClr>
            </a:pPr>
            <a:r>
              <a:rPr lang="en-US" altLang="zh-CN" sz="2000" dirty="0">
                <a:latin typeface="Tahoma" panose="020B0604030504040204" pitchFamily="34" charset="0"/>
              </a:rPr>
              <a:t>  denotes -1</a:t>
            </a:r>
          </a:p>
        </p:txBody>
      </p:sp>
      <p:sp>
        <p:nvSpPr>
          <p:cNvPr id="240653" name="Oval 13"/>
          <p:cNvSpPr>
            <a:spLocks noChangeAspect="1" noChangeArrowheads="1"/>
          </p:cNvSpPr>
          <p:nvPr/>
        </p:nvSpPr>
        <p:spPr bwMode="auto">
          <a:xfrm rot="4777107">
            <a:off x="416481" y="3094038"/>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54" name="Oval 14"/>
          <p:cNvSpPr>
            <a:spLocks noChangeAspect="1" noChangeArrowheads="1"/>
          </p:cNvSpPr>
          <p:nvPr/>
        </p:nvSpPr>
        <p:spPr bwMode="auto">
          <a:xfrm rot="5895381">
            <a:off x="395666" y="3532432"/>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55" name="Line 15"/>
          <p:cNvSpPr>
            <a:spLocks noChangeShapeType="1"/>
          </p:cNvSpPr>
          <p:nvPr/>
        </p:nvSpPr>
        <p:spPr bwMode="auto">
          <a:xfrm>
            <a:off x="2438400" y="2089818"/>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40656" name="Line 16"/>
          <p:cNvSpPr>
            <a:spLocks noChangeShapeType="1"/>
          </p:cNvSpPr>
          <p:nvPr/>
        </p:nvSpPr>
        <p:spPr bwMode="auto">
          <a:xfrm flipV="1">
            <a:off x="2438400" y="5562600"/>
            <a:ext cx="3657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0657" name="Oval 17"/>
          <p:cNvSpPr>
            <a:spLocks noChangeAspect="1" noChangeArrowheads="1"/>
          </p:cNvSpPr>
          <p:nvPr/>
        </p:nvSpPr>
        <p:spPr bwMode="auto">
          <a:xfrm>
            <a:off x="3717925" y="5032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58" name="Oval 18"/>
          <p:cNvSpPr>
            <a:spLocks noChangeAspect="1" noChangeArrowheads="1"/>
          </p:cNvSpPr>
          <p:nvPr/>
        </p:nvSpPr>
        <p:spPr bwMode="auto">
          <a:xfrm>
            <a:off x="2486025" y="3903663"/>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59" name="Oval 19"/>
          <p:cNvSpPr>
            <a:spLocks noChangeAspect="1" noChangeArrowheads="1"/>
          </p:cNvSpPr>
          <p:nvPr/>
        </p:nvSpPr>
        <p:spPr bwMode="auto">
          <a:xfrm>
            <a:off x="4340225" y="28146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60" name="Oval 20"/>
          <p:cNvSpPr>
            <a:spLocks noChangeAspect="1" noChangeArrowheads="1"/>
          </p:cNvSpPr>
          <p:nvPr/>
        </p:nvSpPr>
        <p:spPr bwMode="auto">
          <a:xfrm>
            <a:off x="4403725" y="3635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61" name="Oval 21"/>
          <p:cNvSpPr>
            <a:spLocks noChangeAspect="1" noChangeArrowheads="1"/>
          </p:cNvSpPr>
          <p:nvPr/>
        </p:nvSpPr>
        <p:spPr bwMode="auto">
          <a:xfrm>
            <a:off x="3409950" y="26638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62" name="Oval 22"/>
          <p:cNvSpPr>
            <a:spLocks noChangeAspect="1" noChangeArrowheads="1"/>
          </p:cNvSpPr>
          <p:nvPr/>
        </p:nvSpPr>
        <p:spPr bwMode="auto">
          <a:xfrm>
            <a:off x="3886200" y="3733800"/>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63" name="Oval 23"/>
          <p:cNvSpPr>
            <a:spLocks noChangeAspect="1" noChangeArrowheads="1"/>
          </p:cNvSpPr>
          <p:nvPr/>
        </p:nvSpPr>
        <p:spPr bwMode="auto">
          <a:xfrm>
            <a:off x="3048000" y="31242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64" name="Oval 24"/>
          <p:cNvSpPr>
            <a:spLocks noChangeAspect="1" noChangeArrowheads="1"/>
          </p:cNvSpPr>
          <p:nvPr/>
        </p:nvSpPr>
        <p:spPr bwMode="auto">
          <a:xfrm>
            <a:off x="5105400" y="41148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65" name="Oval 25"/>
          <p:cNvSpPr>
            <a:spLocks noChangeAspect="1" noChangeArrowheads="1"/>
          </p:cNvSpPr>
          <p:nvPr/>
        </p:nvSpPr>
        <p:spPr bwMode="auto">
          <a:xfrm rot="-1118274">
            <a:off x="3887788" y="4443413"/>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66" name="Oval 26"/>
          <p:cNvSpPr>
            <a:spLocks noChangeAspect="1" noChangeArrowheads="1"/>
          </p:cNvSpPr>
          <p:nvPr/>
        </p:nvSpPr>
        <p:spPr bwMode="auto">
          <a:xfrm rot="-1118274">
            <a:off x="6003925" y="3228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67" name="Oval 27"/>
          <p:cNvSpPr>
            <a:spLocks noChangeAspect="1" noChangeArrowheads="1"/>
          </p:cNvSpPr>
          <p:nvPr/>
        </p:nvSpPr>
        <p:spPr bwMode="auto">
          <a:xfrm rot="-1118274">
            <a:off x="5295900" y="45450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68" name="Oval 28"/>
          <p:cNvSpPr>
            <a:spLocks noChangeAspect="1" noChangeArrowheads="1"/>
          </p:cNvSpPr>
          <p:nvPr/>
        </p:nvSpPr>
        <p:spPr bwMode="auto">
          <a:xfrm rot="-1118274">
            <a:off x="3124200" y="26670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69" name="Oval 29"/>
          <p:cNvSpPr>
            <a:spLocks noChangeAspect="1" noChangeArrowheads="1"/>
          </p:cNvSpPr>
          <p:nvPr/>
        </p:nvSpPr>
        <p:spPr bwMode="auto">
          <a:xfrm rot="-1118274">
            <a:off x="4711700" y="35845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70" name="Oval 30"/>
          <p:cNvSpPr>
            <a:spLocks noChangeAspect="1" noChangeArrowheads="1"/>
          </p:cNvSpPr>
          <p:nvPr/>
        </p:nvSpPr>
        <p:spPr bwMode="auto">
          <a:xfrm rot="-1118274">
            <a:off x="5867400" y="4495800"/>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71" name="Oval 31"/>
          <p:cNvSpPr>
            <a:spLocks noChangeAspect="1" noChangeArrowheads="1"/>
          </p:cNvSpPr>
          <p:nvPr/>
        </p:nvSpPr>
        <p:spPr bwMode="auto">
          <a:xfrm rot="-1118274">
            <a:off x="3114675" y="36401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72" name="Oval 32"/>
          <p:cNvSpPr>
            <a:spLocks noChangeAspect="1" noChangeArrowheads="1"/>
          </p:cNvSpPr>
          <p:nvPr/>
        </p:nvSpPr>
        <p:spPr bwMode="auto">
          <a:xfrm rot="5895381">
            <a:off x="3867150" y="3057525"/>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73" name="Oval 33"/>
          <p:cNvSpPr>
            <a:spLocks noChangeAspect="1" noChangeArrowheads="1"/>
          </p:cNvSpPr>
          <p:nvPr/>
        </p:nvSpPr>
        <p:spPr bwMode="auto">
          <a:xfrm rot="5895381">
            <a:off x="4136231" y="5242719"/>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74" name="Oval 34"/>
          <p:cNvSpPr>
            <a:spLocks noChangeAspect="1" noChangeArrowheads="1"/>
          </p:cNvSpPr>
          <p:nvPr/>
        </p:nvSpPr>
        <p:spPr bwMode="auto">
          <a:xfrm rot="5895381">
            <a:off x="3114675" y="40989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75" name="Oval 35"/>
          <p:cNvSpPr>
            <a:spLocks noChangeAspect="1" noChangeArrowheads="1"/>
          </p:cNvSpPr>
          <p:nvPr/>
        </p:nvSpPr>
        <p:spPr bwMode="auto">
          <a:xfrm rot="5895381">
            <a:off x="4343400" y="2393950"/>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76" name="Oval 36"/>
          <p:cNvSpPr>
            <a:spLocks noChangeAspect="1" noChangeArrowheads="1"/>
          </p:cNvSpPr>
          <p:nvPr/>
        </p:nvSpPr>
        <p:spPr bwMode="auto">
          <a:xfrm rot="5895381">
            <a:off x="5304632" y="4144169"/>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77" name="Oval 37"/>
          <p:cNvSpPr>
            <a:spLocks noChangeAspect="1" noChangeArrowheads="1"/>
          </p:cNvSpPr>
          <p:nvPr/>
        </p:nvSpPr>
        <p:spPr bwMode="auto">
          <a:xfrm rot="5895381">
            <a:off x="4370388" y="407987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78" name="Oval 38"/>
          <p:cNvSpPr>
            <a:spLocks noChangeAspect="1" noChangeArrowheads="1"/>
          </p:cNvSpPr>
          <p:nvPr/>
        </p:nvSpPr>
        <p:spPr bwMode="auto">
          <a:xfrm rot="5895381">
            <a:off x="5619750" y="3365500"/>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79" name="Oval 39"/>
          <p:cNvSpPr>
            <a:spLocks noChangeAspect="1" noChangeArrowheads="1"/>
          </p:cNvSpPr>
          <p:nvPr/>
        </p:nvSpPr>
        <p:spPr bwMode="auto">
          <a:xfrm rot="5895381">
            <a:off x="3087688" y="23463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80" name="Oval 40"/>
          <p:cNvSpPr>
            <a:spLocks noChangeAspect="1" noChangeArrowheads="1"/>
          </p:cNvSpPr>
          <p:nvPr/>
        </p:nvSpPr>
        <p:spPr bwMode="auto">
          <a:xfrm rot="5895381">
            <a:off x="5260975" y="32734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81" name="Oval 41"/>
          <p:cNvSpPr>
            <a:spLocks noChangeAspect="1" noChangeArrowheads="1"/>
          </p:cNvSpPr>
          <p:nvPr/>
        </p:nvSpPr>
        <p:spPr bwMode="auto">
          <a:xfrm rot="5895381">
            <a:off x="5117307" y="4718844"/>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82" name="Oval 42"/>
          <p:cNvSpPr>
            <a:spLocks noChangeAspect="1" noChangeArrowheads="1"/>
          </p:cNvSpPr>
          <p:nvPr/>
        </p:nvSpPr>
        <p:spPr bwMode="auto">
          <a:xfrm rot="4777107">
            <a:off x="3498057" y="3534569"/>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83" name="Oval 43"/>
          <p:cNvSpPr>
            <a:spLocks noChangeAspect="1" noChangeArrowheads="1"/>
          </p:cNvSpPr>
          <p:nvPr/>
        </p:nvSpPr>
        <p:spPr bwMode="auto">
          <a:xfrm rot="4777107">
            <a:off x="4651375" y="5254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84" name="Oval 44"/>
          <p:cNvSpPr>
            <a:spLocks noChangeAspect="1" noChangeArrowheads="1"/>
          </p:cNvSpPr>
          <p:nvPr/>
        </p:nvSpPr>
        <p:spPr bwMode="auto">
          <a:xfrm rot="4777107">
            <a:off x="4346575" y="4873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85" name="Oval 45"/>
          <p:cNvSpPr>
            <a:spLocks noChangeAspect="1" noChangeArrowheads="1"/>
          </p:cNvSpPr>
          <p:nvPr/>
        </p:nvSpPr>
        <p:spPr bwMode="auto">
          <a:xfrm rot="4777107">
            <a:off x="2817019" y="3736181"/>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86" name="Oval 46"/>
          <p:cNvSpPr>
            <a:spLocks noChangeAspect="1" noChangeArrowheads="1"/>
          </p:cNvSpPr>
          <p:nvPr/>
        </p:nvSpPr>
        <p:spPr bwMode="auto">
          <a:xfrm rot="4777107">
            <a:off x="3713163" y="2776537"/>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87" name="Oval 47"/>
          <p:cNvSpPr>
            <a:spLocks noChangeAspect="1" noChangeArrowheads="1"/>
          </p:cNvSpPr>
          <p:nvPr/>
        </p:nvSpPr>
        <p:spPr bwMode="auto">
          <a:xfrm rot="4777107">
            <a:off x="4356101" y="4364037"/>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88" name="Oval 48"/>
          <p:cNvSpPr>
            <a:spLocks noChangeAspect="1" noChangeArrowheads="1"/>
          </p:cNvSpPr>
          <p:nvPr/>
        </p:nvSpPr>
        <p:spPr bwMode="auto">
          <a:xfrm rot="4777107">
            <a:off x="2504282" y="3082131"/>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89" name="Oval 49"/>
          <p:cNvSpPr>
            <a:spLocks noChangeAspect="1" noChangeArrowheads="1"/>
          </p:cNvSpPr>
          <p:nvPr/>
        </p:nvSpPr>
        <p:spPr bwMode="auto">
          <a:xfrm rot="4777107">
            <a:off x="3937794" y="5049044"/>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90" name="Oval 50"/>
          <p:cNvSpPr>
            <a:spLocks noChangeAspect="1" noChangeArrowheads="1"/>
          </p:cNvSpPr>
          <p:nvPr/>
        </p:nvSpPr>
        <p:spPr bwMode="auto">
          <a:xfrm rot="4777107">
            <a:off x="5303838" y="4756150"/>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91" name="Text Box 51"/>
          <p:cNvSpPr txBox="1">
            <a:spLocks noChangeArrowheads="1"/>
          </p:cNvSpPr>
          <p:nvPr/>
        </p:nvSpPr>
        <p:spPr bwMode="auto">
          <a:xfrm>
            <a:off x="2458571" y="1434418"/>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b="1" i="1" dirty="0">
                <a:latin typeface="Tahoma" panose="020B0604030504040204" pitchFamily="34" charset="0"/>
              </a:rPr>
              <a:t>f</a:t>
            </a:r>
            <a:r>
              <a:rPr lang="en-US" altLang="zh-CN" sz="2000" i="1" dirty="0">
                <a:latin typeface="Tahoma" panose="020B0604030504040204" pitchFamily="34" charset="0"/>
              </a:rPr>
              <a:t>(</a:t>
            </a:r>
            <a:r>
              <a:rPr lang="en-US" altLang="zh-CN" sz="2000" b="1" i="1" dirty="0" err="1">
                <a:latin typeface="Tahoma" panose="020B0604030504040204" pitchFamily="34" charset="0"/>
              </a:rPr>
              <a:t>x</a:t>
            </a:r>
            <a:r>
              <a:rPr lang="en-US" altLang="zh-CN" sz="2000" i="1" dirty="0" err="1">
                <a:latin typeface="Tahoma" panose="020B0604030504040204" pitchFamily="34" charset="0"/>
              </a:rPr>
              <a:t>,</a:t>
            </a:r>
            <a:r>
              <a:rPr lang="en-US" altLang="zh-CN" sz="2000" b="1" i="1" dirty="0" err="1">
                <a:solidFill>
                  <a:srgbClr val="00CC00"/>
                </a:solidFill>
                <a:latin typeface="Tahoma" panose="020B0604030504040204" pitchFamily="34" charset="0"/>
              </a:rPr>
              <a:t>w</a:t>
            </a:r>
            <a:r>
              <a:rPr lang="en-US" altLang="zh-CN" sz="2000" i="1" dirty="0" err="1">
                <a:solidFill>
                  <a:srgbClr val="00CC00"/>
                </a:solidFill>
                <a:latin typeface="Tahoma" panose="020B0604030504040204" pitchFamily="34" charset="0"/>
              </a:rPr>
              <a:t>,b</a:t>
            </a:r>
            <a:r>
              <a:rPr lang="en-US" altLang="zh-CN" sz="2000" i="1" dirty="0">
                <a:latin typeface="Tahoma" panose="020B0604030504040204" pitchFamily="34" charset="0"/>
              </a:rPr>
              <a:t>) = sign(</a:t>
            </a:r>
            <a:r>
              <a:rPr lang="en-US" altLang="zh-CN" sz="2000" b="1" i="1" dirty="0">
                <a:solidFill>
                  <a:srgbClr val="00CC00"/>
                </a:solidFill>
                <a:latin typeface="Tahoma" panose="020B0604030504040204" pitchFamily="34" charset="0"/>
              </a:rPr>
              <a:t>w</a:t>
            </a:r>
            <a:r>
              <a:rPr lang="en-US" altLang="zh-CN" sz="2000" b="1" i="1" dirty="0">
                <a:latin typeface="Tahoma" panose="020B0604030504040204" pitchFamily="34" charset="0"/>
              </a:rPr>
              <a:t> x</a:t>
            </a:r>
            <a:r>
              <a:rPr lang="en-US" altLang="zh-CN" sz="2000" i="1" dirty="0">
                <a:solidFill>
                  <a:srgbClr val="00CC00"/>
                </a:solidFill>
                <a:latin typeface="Tahoma" panose="020B0604030504040204" pitchFamily="34" charset="0"/>
              </a:rPr>
              <a:t> </a:t>
            </a:r>
            <a:r>
              <a:rPr lang="en-US" altLang="zh-CN" sz="2000" i="1" dirty="0">
                <a:latin typeface="Tahoma" panose="020B0604030504040204" pitchFamily="34" charset="0"/>
              </a:rPr>
              <a:t>+ </a:t>
            </a:r>
            <a:r>
              <a:rPr lang="en-US" altLang="zh-CN" sz="2000" i="1" dirty="0">
                <a:solidFill>
                  <a:srgbClr val="00CC00"/>
                </a:solidFill>
                <a:latin typeface="Tahoma" panose="020B0604030504040204" pitchFamily="34" charset="0"/>
              </a:rPr>
              <a:t>b</a:t>
            </a:r>
            <a:r>
              <a:rPr lang="en-US" altLang="zh-CN" sz="2000" i="1" dirty="0">
                <a:latin typeface="Tahoma" panose="020B0604030504040204" pitchFamily="34" charset="0"/>
              </a:rPr>
              <a:t>)</a:t>
            </a:r>
          </a:p>
        </p:txBody>
      </p:sp>
      <p:sp>
        <p:nvSpPr>
          <p:cNvPr id="240692" name="Line 52"/>
          <p:cNvSpPr>
            <a:spLocks noChangeShapeType="1"/>
          </p:cNvSpPr>
          <p:nvPr/>
        </p:nvSpPr>
        <p:spPr bwMode="auto">
          <a:xfrm flipV="1">
            <a:off x="3429000" y="1676400"/>
            <a:ext cx="1447800" cy="403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0693" name="Text Box 53"/>
          <p:cNvSpPr txBox="1">
            <a:spLocks noChangeArrowheads="1"/>
          </p:cNvSpPr>
          <p:nvPr/>
        </p:nvSpPr>
        <p:spPr bwMode="auto">
          <a:xfrm>
            <a:off x="6248400" y="3200400"/>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endParaRPr lang="en-US" altLang="en-US" sz="2000">
              <a:latin typeface="Tahoma" panose="020B0604030504040204" pitchFamily="34" charset="0"/>
            </a:endParaRPr>
          </a:p>
        </p:txBody>
      </p:sp>
      <p:sp>
        <p:nvSpPr>
          <p:cNvPr id="240694" name="Text Box 54"/>
          <p:cNvSpPr txBox="1">
            <a:spLocks noChangeArrowheads="1"/>
          </p:cNvSpPr>
          <p:nvPr/>
        </p:nvSpPr>
        <p:spPr bwMode="auto">
          <a:xfrm>
            <a:off x="6400800" y="3352800"/>
            <a:ext cx="22098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r>
              <a:rPr lang="en-US" altLang="zh-CN" sz="2000">
                <a:latin typeface="Tahoma" panose="020B0604030504040204" pitchFamily="34" charset="0"/>
              </a:rPr>
              <a:t>Any of these would be fine..</a:t>
            </a:r>
          </a:p>
          <a:p>
            <a:pPr algn="l">
              <a:spcBef>
                <a:spcPct val="50000"/>
              </a:spcBef>
              <a:buClr>
                <a:schemeClr val="tx1"/>
              </a:buClr>
            </a:pPr>
            <a:endParaRPr lang="en-US" altLang="zh-CN" sz="2000">
              <a:latin typeface="Tahoma" panose="020B0604030504040204" pitchFamily="34" charset="0"/>
            </a:endParaRPr>
          </a:p>
          <a:p>
            <a:pPr algn="l">
              <a:spcBef>
                <a:spcPct val="50000"/>
              </a:spcBef>
              <a:buClr>
                <a:schemeClr val="tx1"/>
              </a:buClr>
            </a:pPr>
            <a:r>
              <a:rPr lang="en-US" altLang="zh-CN" sz="2000">
                <a:latin typeface="Tahoma" panose="020B0604030504040204" pitchFamily="34" charset="0"/>
              </a:rPr>
              <a:t>..but which is best?</a:t>
            </a:r>
          </a:p>
        </p:txBody>
      </p:sp>
      <p:sp>
        <p:nvSpPr>
          <p:cNvPr id="240695" name="Line 55"/>
          <p:cNvSpPr>
            <a:spLocks noChangeShapeType="1"/>
          </p:cNvSpPr>
          <p:nvPr/>
        </p:nvSpPr>
        <p:spPr bwMode="auto">
          <a:xfrm flipV="1">
            <a:off x="2286000" y="2362200"/>
            <a:ext cx="4038600" cy="2590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0696" name="Line 56"/>
          <p:cNvSpPr>
            <a:spLocks noChangeShapeType="1"/>
          </p:cNvSpPr>
          <p:nvPr/>
        </p:nvSpPr>
        <p:spPr bwMode="auto">
          <a:xfrm flipV="1">
            <a:off x="2590800" y="2209800"/>
            <a:ext cx="3124200" cy="3048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0697" name="Line 57"/>
          <p:cNvSpPr>
            <a:spLocks noChangeShapeType="1"/>
          </p:cNvSpPr>
          <p:nvPr/>
        </p:nvSpPr>
        <p:spPr bwMode="auto">
          <a:xfrm flipV="1">
            <a:off x="2057400" y="2438400"/>
            <a:ext cx="4800600" cy="2209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0698" name="Line 58"/>
          <p:cNvSpPr>
            <a:spLocks noChangeShapeType="1"/>
          </p:cNvSpPr>
          <p:nvPr/>
        </p:nvSpPr>
        <p:spPr bwMode="auto">
          <a:xfrm flipV="1">
            <a:off x="2438400" y="2209800"/>
            <a:ext cx="3810000" cy="2819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0699" name="Line 59"/>
          <p:cNvSpPr>
            <a:spLocks noChangeShapeType="1"/>
          </p:cNvSpPr>
          <p:nvPr/>
        </p:nvSpPr>
        <p:spPr bwMode="auto">
          <a:xfrm flipV="1">
            <a:off x="2362200" y="1905000"/>
            <a:ext cx="3886200" cy="3352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0700" name="Line 60"/>
          <p:cNvSpPr>
            <a:spLocks noChangeShapeType="1"/>
          </p:cNvSpPr>
          <p:nvPr/>
        </p:nvSpPr>
        <p:spPr bwMode="auto">
          <a:xfrm flipV="1">
            <a:off x="2590800" y="1752600"/>
            <a:ext cx="3429000" cy="3352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0701" name="Line 61"/>
          <p:cNvSpPr>
            <a:spLocks noChangeShapeType="1"/>
          </p:cNvSpPr>
          <p:nvPr/>
        </p:nvSpPr>
        <p:spPr bwMode="auto">
          <a:xfrm flipV="1">
            <a:off x="2819400" y="2133600"/>
            <a:ext cx="2743200" cy="3505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0702" name="Line 62"/>
          <p:cNvSpPr>
            <a:spLocks noChangeShapeType="1"/>
          </p:cNvSpPr>
          <p:nvPr/>
        </p:nvSpPr>
        <p:spPr bwMode="auto">
          <a:xfrm flipV="1">
            <a:off x="2362200" y="2209800"/>
            <a:ext cx="4114800" cy="2819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1" name="Rectangle 4"/>
          <p:cNvSpPr>
            <a:spLocks noChangeArrowheads="1"/>
          </p:cNvSpPr>
          <p:nvPr/>
        </p:nvSpPr>
        <p:spPr bwMode="auto">
          <a:xfrm>
            <a:off x="4359" y="600045"/>
            <a:ext cx="4648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dirty="0"/>
              <a:t> </a:t>
            </a:r>
            <a:r>
              <a:rPr lang="en-US" altLang="zh-CN" sz="4400" dirty="0">
                <a:solidFill>
                  <a:schemeClr val="tx1"/>
                </a:solidFill>
                <a:latin typeface="+mj-lt"/>
                <a:ea typeface="+mj-ea"/>
                <a:cs typeface="+mj-cs"/>
              </a:rPr>
              <a:t>Linear Classifiers</a:t>
            </a:r>
          </a:p>
        </p:txBody>
      </p:sp>
    </p:spTree>
    <p:extLst>
      <p:ext uri="{BB962C8B-B14F-4D97-AF65-F5344CB8AC3E}">
        <p14:creationId xmlns:p14="http://schemas.microsoft.com/office/powerpoint/2010/main" val="3579937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74" name="Text Box 10"/>
          <p:cNvSpPr txBox="1">
            <a:spLocks noChangeArrowheads="1"/>
          </p:cNvSpPr>
          <p:nvPr/>
        </p:nvSpPr>
        <p:spPr bwMode="auto">
          <a:xfrm>
            <a:off x="203183" y="2600667"/>
            <a:ext cx="1905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dirty="0">
                <a:latin typeface="Tahoma" panose="020B0604030504040204" pitchFamily="34" charset="0"/>
              </a:rPr>
              <a:t>  denotes +1</a:t>
            </a:r>
          </a:p>
          <a:p>
            <a:pPr>
              <a:spcBef>
                <a:spcPct val="50000"/>
              </a:spcBef>
              <a:buClr>
                <a:schemeClr val="tx1"/>
              </a:buClr>
            </a:pPr>
            <a:r>
              <a:rPr lang="en-US" altLang="zh-CN" sz="2000" dirty="0">
                <a:latin typeface="Tahoma" panose="020B0604030504040204" pitchFamily="34" charset="0"/>
              </a:rPr>
              <a:t>  denotes -1</a:t>
            </a:r>
          </a:p>
        </p:txBody>
      </p:sp>
      <p:sp>
        <p:nvSpPr>
          <p:cNvPr id="241675" name="Oval 11"/>
          <p:cNvSpPr>
            <a:spLocks noChangeAspect="1" noChangeArrowheads="1"/>
          </p:cNvSpPr>
          <p:nvPr/>
        </p:nvSpPr>
        <p:spPr bwMode="auto">
          <a:xfrm rot="4777107">
            <a:off x="310392" y="2827290"/>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6" name="Oval 12"/>
          <p:cNvSpPr>
            <a:spLocks noChangeAspect="1" noChangeArrowheads="1"/>
          </p:cNvSpPr>
          <p:nvPr/>
        </p:nvSpPr>
        <p:spPr bwMode="auto">
          <a:xfrm rot="5895381">
            <a:off x="314361" y="3261095"/>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7" name="Line 13"/>
          <p:cNvSpPr>
            <a:spLocks noChangeShapeType="1"/>
          </p:cNvSpPr>
          <p:nvPr/>
        </p:nvSpPr>
        <p:spPr bwMode="auto">
          <a:xfrm>
            <a:off x="2438400" y="2087575"/>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41678" name="Line 14"/>
          <p:cNvSpPr>
            <a:spLocks noChangeShapeType="1"/>
          </p:cNvSpPr>
          <p:nvPr/>
        </p:nvSpPr>
        <p:spPr bwMode="auto">
          <a:xfrm flipV="1">
            <a:off x="2438400" y="5562600"/>
            <a:ext cx="3657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1679" name="Oval 15"/>
          <p:cNvSpPr>
            <a:spLocks noChangeAspect="1" noChangeArrowheads="1"/>
          </p:cNvSpPr>
          <p:nvPr/>
        </p:nvSpPr>
        <p:spPr bwMode="auto">
          <a:xfrm>
            <a:off x="3717925" y="5032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0" name="Oval 16"/>
          <p:cNvSpPr>
            <a:spLocks noChangeAspect="1" noChangeArrowheads="1"/>
          </p:cNvSpPr>
          <p:nvPr/>
        </p:nvSpPr>
        <p:spPr bwMode="auto">
          <a:xfrm>
            <a:off x="2486025" y="3903663"/>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1" name="Oval 17"/>
          <p:cNvSpPr>
            <a:spLocks noChangeAspect="1" noChangeArrowheads="1"/>
          </p:cNvSpPr>
          <p:nvPr/>
        </p:nvSpPr>
        <p:spPr bwMode="auto">
          <a:xfrm>
            <a:off x="4340225" y="28146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2" name="Oval 18"/>
          <p:cNvSpPr>
            <a:spLocks noChangeAspect="1" noChangeArrowheads="1"/>
          </p:cNvSpPr>
          <p:nvPr/>
        </p:nvSpPr>
        <p:spPr bwMode="auto">
          <a:xfrm>
            <a:off x="4403725" y="3635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3" name="Oval 19"/>
          <p:cNvSpPr>
            <a:spLocks noChangeAspect="1" noChangeArrowheads="1"/>
          </p:cNvSpPr>
          <p:nvPr/>
        </p:nvSpPr>
        <p:spPr bwMode="auto">
          <a:xfrm>
            <a:off x="3409950" y="26638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4" name="Oval 20"/>
          <p:cNvSpPr>
            <a:spLocks noChangeAspect="1" noChangeArrowheads="1"/>
          </p:cNvSpPr>
          <p:nvPr/>
        </p:nvSpPr>
        <p:spPr bwMode="auto">
          <a:xfrm>
            <a:off x="3886200" y="3733800"/>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5" name="Oval 21"/>
          <p:cNvSpPr>
            <a:spLocks noChangeAspect="1" noChangeArrowheads="1"/>
          </p:cNvSpPr>
          <p:nvPr/>
        </p:nvSpPr>
        <p:spPr bwMode="auto">
          <a:xfrm>
            <a:off x="3048000" y="31242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6" name="Oval 22"/>
          <p:cNvSpPr>
            <a:spLocks noChangeAspect="1" noChangeArrowheads="1"/>
          </p:cNvSpPr>
          <p:nvPr/>
        </p:nvSpPr>
        <p:spPr bwMode="auto">
          <a:xfrm>
            <a:off x="5105400" y="41148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7" name="Oval 23"/>
          <p:cNvSpPr>
            <a:spLocks noChangeAspect="1" noChangeArrowheads="1"/>
          </p:cNvSpPr>
          <p:nvPr/>
        </p:nvSpPr>
        <p:spPr bwMode="auto">
          <a:xfrm rot="-1118274">
            <a:off x="3887788" y="4443413"/>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8" name="Oval 24"/>
          <p:cNvSpPr>
            <a:spLocks noChangeAspect="1" noChangeArrowheads="1"/>
          </p:cNvSpPr>
          <p:nvPr/>
        </p:nvSpPr>
        <p:spPr bwMode="auto">
          <a:xfrm rot="-1118274">
            <a:off x="6003925" y="3228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9" name="Oval 25"/>
          <p:cNvSpPr>
            <a:spLocks noChangeAspect="1" noChangeArrowheads="1"/>
          </p:cNvSpPr>
          <p:nvPr/>
        </p:nvSpPr>
        <p:spPr bwMode="auto">
          <a:xfrm rot="-1118274">
            <a:off x="5295900" y="45450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90" name="Oval 26"/>
          <p:cNvSpPr>
            <a:spLocks noChangeAspect="1" noChangeArrowheads="1"/>
          </p:cNvSpPr>
          <p:nvPr/>
        </p:nvSpPr>
        <p:spPr bwMode="auto">
          <a:xfrm rot="-1118274">
            <a:off x="3124200" y="26670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91" name="Oval 27"/>
          <p:cNvSpPr>
            <a:spLocks noChangeAspect="1" noChangeArrowheads="1"/>
          </p:cNvSpPr>
          <p:nvPr/>
        </p:nvSpPr>
        <p:spPr bwMode="auto">
          <a:xfrm rot="-1118274">
            <a:off x="4711700" y="35845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92" name="Oval 28"/>
          <p:cNvSpPr>
            <a:spLocks noChangeAspect="1" noChangeArrowheads="1"/>
          </p:cNvSpPr>
          <p:nvPr/>
        </p:nvSpPr>
        <p:spPr bwMode="auto">
          <a:xfrm rot="-1118274">
            <a:off x="5867400" y="4495800"/>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93" name="Oval 29"/>
          <p:cNvSpPr>
            <a:spLocks noChangeAspect="1" noChangeArrowheads="1"/>
          </p:cNvSpPr>
          <p:nvPr/>
        </p:nvSpPr>
        <p:spPr bwMode="auto">
          <a:xfrm rot="-1118274">
            <a:off x="3114675" y="36401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94" name="Oval 30"/>
          <p:cNvSpPr>
            <a:spLocks noChangeAspect="1" noChangeArrowheads="1"/>
          </p:cNvSpPr>
          <p:nvPr/>
        </p:nvSpPr>
        <p:spPr bwMode="auto">
          <a:xfrm rot="5895381">
            <a:off x="3867150" y="3057525"/>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95" name="Oval 31"/>
          <p:cNvSpPr>
            <a:spLocks noChangeAspect="1" noChangeArrowheads="1"/>
          </p:cNvSpPr>
          <p:nvPr/>
        </p:nvSpPr>
        <p:spPr bwMode="auto">
          <a:xfrm rot="5895381">
            <a:off x="4136231" y="5242719"/>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96" name="Oval 32"/>
          <p:cNvSpPr>
            <a:spLocks noChangeAspect="1" noChangeArrowheads="1"/>
          </p:cNvSpPr>
          <p:nvPr/>
        </p:nvSpPr>
        <p:spPr bwMode="auto">
          <a:xfrm rot="5895381">
            <a:off x="3114675" y="40989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97" name="Oval 33"/>
          <p:cNvSpPr>
            <a:spLocks noChangeAspect="1" noChangeArrowheads="1"/>
          </p:cNvSpPr>
          <p:nvPr/>
        </p:nvSpPr>
        <p:spPr bwMode="auto">
          <a:xfrm rot="5895381">
            <a:off x="4343400" y="2393950"/>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98" name="Oval 34"/>
          <p:cNvSpPr>
            <a:spLocks noChangeAspect="1" noChangeArrowheads="1"/>
          </p:cNvSpPr>
          <p:nvPr/>
        </p:nvSpPr>
        <p:spPr bwMode="auto">
          <a:xfrm rot="5895381">
            <a:off x="5304632" y="4144169"/>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99" name="Oval 35"/>
          <p:cNvSpPr>
            <a:spLocks noChangeAspect="1" noChangeArrowheads="1"/>
          </p:cNvSpPr>
          <p:nvPr/>
        </p:nvSpPr>
        <p:spPr bwMode="auto">
          <a:xfrm rot="5895381">
            <a:off x="4370388" y="407987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700" name="Oval 36"/>
          <p:cNvSpPr>
            <a:spLocks noChangeAspect="1" noChangeArrowheads="1"/>
          </p:cNvSpPr>
          <p:nvPr/>
        </p:nvSpPr>
        <p:spPr bwMode="auto">
          <a:xfrm rot="5895381">
            <a:off x="5619750" y="3365500"/>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701" name="Oval 37"/>
          <p:cNvSpPr>
            <a:spLocks noChangeAspect="1" noChangeArrowheads="1"/>
          </p:cNvSpPr>
          <p:nvPr/>
        </p:nvSpPr>
        <p:spPr bwMode="auto">
          <a:xfrm rot="5895381">
            <a:off x="3087688" y="23463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702" name="Oval 38"/>
          <p:cNvSpPr>
            <a:spLocks noChangeAspect="1" noChangeArrowheads="1"/>
          </p:cNvSpPr>
          <p:nvPr/>
        </p:nvSpPr>
        <p:spPr bwMode="auto">
          <a:xfrm rot="5895381">
            <a:off x="5260975" y="32734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703" name="Oval 39"/>
          <p:cNvSpPr>
            <a:spLocks noChangeAspect="1" noChangeArrowheads="1"/>
          </p:cNvSpPr>
          <p:nvPr/>
        </p:nvSpPr>
        <p:spPr bwMode="auto">
          <a:xfrm rot="5895381">
            <a:off x="5117307" y="4718844"/>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704" name="Oval 40"/>
          <p:cNvSpPr>
            <a:spLocks noChangeAspect="1" noChangeArrowheads="1"/>
          </p:cNvSpPr>
          <p:nvPr/>
        </p:nvSpPr>
        <p:spPr bwMode="auto">
          <a:xfrm rot="4777107">
            <a:off x="3498057" y="3534569"/>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705" name="Oval 41"/>
          <p:cNvSpPr>
            <a:spLocks noChangeAspect="1" noChangeArrowheads="1"/>
          </p:cNvSpPr>
          <p:nvPr/>
        </p:nvSpPr>
        <p:spPr bwMode="auto">
          <a:xfrm rot="4777107">
            <a:off x="4651375" y="5254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706" name="Oval 42"/>
          <p:cNvSpPr>
            <a:spLocks noChangeAspect="1" noChangeArrowheads="1"/>
          </p:cNvSpPr>
          <p:nvPr/>
        </p:nvSpPr>
        <p:spPr bwMode="auto">
          <a:xfrm rot="4777107">
            <a:off x="4346575" y="4873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707" name="Oval 43"/>
          <p:cNvSpPr>
            <a:spLocks noChangeAspect="1" noChangeArrowheads="1"/>
          </p:cNvSpPr>
          <p:nvPr/>
        </p:nvSpPr>
        <p:spPr bwMode="auto">
          <a:xfrm rot="4777107">
            <a:off x="2817019" y="3736181"/>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708" name="Oval 44"/>
          <p:cNvSpPr>
            <a:spLocks noChangeAspect="1" noChangeArrowheads="1"/>
          </p:cNvSpPr>
          <p:nvPr/>
        </p:nvSpPr>
        <p:spPr bwMode="auto">
          <a:xfrm rot="4777107">
            <a:off x="3713163" y="2776537"/>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709" name="Oval 45"/>
          <p:cNvSpPr>
            <a:spLocks noChangeAspect="1" noChangeArrowheads="1"/>
          </p:cNvSpPr>
          <p:nvPr/>
        </p:nvSpPr>
        <p:spPr bwMode="auto">
          <a:xfrm rot="4777107">
            <a:off x="4356101" y="4364037"/>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710" name="Oval 46"/>
          <p:cNvSpPr>
            <a:spLocks noChangeAspect="1" noChangeArrowheads="1"/>
          </p:cNvSpPr>
          <p:nvPr/>
        </p:nvSpPr>
        <p:spPr bwMode="auto">
          <a:xfrm rot="4777107">
            <a:off x="2504282" y="3082131"/>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711" name="Oval 47"/>
          <p:cNvSpPr>
            <a:spLocks noChangeAspect="1" noChangeArrowheads="1"/>
          </p:cNvSpPr>
          <p:nvPr/>
        </p:nvSpPr>
        <p:spPr bwMode="auto">
          <a:xfrm rot="4777107">
            <a:off x="3937794" y="5049044"/>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712" name="Oval 48"/>
          <p:cNvSpPr>
            <a:spLocks noChangeAspect="1" noChangeArrowheads="1"/>
          </p:cNvSpPr>
          <p:nvPr/>
        </p:nvSpPr>
        <p:spPr bwMode="auto">
          <a:xfrm rot="4777107">
            <a:off x="5303838" y="4756150"/>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713" name="Text Box 49"/>
          <p:cNvSpPr txBox="1">
            <a:spLocks noChangeArrowheads="1"/>
          </p:cNvSpPr>
          <p:nvPr/>
        </p:nvSpPr>
        <p:spPr bwMode="auto">
          <a:xfrm>
            <a:off x="5486400" y="1676400"/>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b="1" i="1">
                <a:latin typeface="Tahoma" panose="020B0604030504040204" pitchFamily="34" charset="0"/>
              </a:rPr>
              <a:t>f</a:t>
            </a:r>
            <a:r>
              <a:rPr lang="en-US" altLang="zh-CN" sz="2000" i="1">
                <a:latin typeface="Tahoma" panose="020B0604030504040204" pitchFamily="34" charset="0"/>
              </a:rPr>
              <a:t>(</a:t>
            </a:r>
            <a:r>
              <a:rPr lang="en-US" altLang="zh-CN" sz="2000" b="1" i="1">
                <a:latin typeface="Tahoma" panose="020B0604030504040204" pitchFamily="34" charset="0"/>
              </a:rPr>
              <a:t>x</a:t>
            </a:r>
            <a:r>
              <a:rPr lang="en-US" altLang="zh-CN" sz="2000" i="1">
                <a:latin typeface="Tahoma" panose="020B0604030504040204" pitchFamily="34" charset="0"/>
              </a:rPr>
              <a:t>,</a:t>
            </a:r>
            <a:r>
              <a:rPr lang="en-US" altLang="zh-CN" sz="2000" b="1" i="1">
                <a:solidFill>
                  <a:srgbClr val="00CC00"/>
                </a:solidFill>
                <a:latin typeface="Tahoma" panose="020B0604030504040204" pitchFamily="34" charset="0"/>
              </a:rPr>
              <a:t>w</a:t>
            </a:r>
            <a:r>
              <a:rPr lang="en-US" altLang="zh-CN" sz="2000" i="1">
                <a:solidFill>
                  <a:srgbClr val="00CC00"/>
                </a:solidFill>
                <a:latin typeface="Tahoma" panose="020B0604030504040204" pitchFamily="34" charset="0"/>
              </a:rPr>
              <a:t>,b</a:t>
            </a:r>
            <a:r>
              <a:rPr lang="en-US" altLang="zh-CN" sz="2000" i="1">
                <a:latin typeface="Tahoma" panose="020B0604030504040204" pitchFamily="34" charset="0"/>
              </a:rPr>
              <a:t>) = sign(</a:t>
            </a:r>
            <a:r>
              <a:rPr lang="en-US" altLang="zh-CN" sz="2000" b="1" i="1">
                <a:solidFill>
                  <a:srgbClr val="00CC00"/>
                </a:solidFill>
                <a:latin typeface="Tahoma" panose="020B0604030504040204" pitchFamily="34" charset="0"/>
              </a:rPr>
              <a:t>w</a:t>
            </a:r>
            <a:r>
              <a:rPr lang="en-US" altLang="zh-CN" sz="2000" b="1" i="1">
                <a:latin typeface="Tahoma" panose="020B0604030504040204" pitchFamily="34" charset="0"/>
              </a:rPr>
              <a:t> x</a:t>
            </a:r>
            <a:r>
              <a:rPr lang="en-US" altLang="zh-CN" sz="2000" i="1">
                <a:solidFill>
                  <a:srgbClr val="00CC00"/>
                </a:solidFill>
                <a:latin typeface="Tahoma" panose="020B0604030504040204" pitchFamily="34" charset="0"/>
              </a:rPr>
              <a:t> +</a:t>
            </a:r>
            <a:r>
              <a:rPr lang="en-US" altLang="zh-CN" sz="2000" i="1">
                <a:latin typeface="Tahoma" panose="020B0604030504040204" pitchFamily="34" charset="0"/>
              </a:rPr>
              <a:t> </a:t>
            </a:r>
            <a:r>
              <a:rPr lang="en-US" altLang="zh-CN" sz="2000" i="1">
                <a:solidFill>
                  <a:srgbClr val="00CC00"/>
                </a:solidFill>
                <a:latin typeface="Tahoma" panose="020B0604030504040204" pitchFamily="34" charset="0"/>
              </a:rPr>
              <a:t>b</a:t>
            </a:r>
            <a:r>
              <a:rPr lang="en-US" altLang="zh-CN" sz="2000" i="1">
                <a:latin typeface="Tahoma" panose="020B0604030504040204" pitchFamily="34" charset="0"/>
              </a:rPr>
              <a:t>)</a:t>
            </a:r>
          </a:p>
        </p:txBody>
      </p:sp>
      <p:sp>
        <p:nvSpPr>
          <p:cNvPr id="241715" name="Text Box 51"/>
          <p:cNvSpPr txBox="1">
            <a:spLocks noChangeArrowheads="1"/>
          </p:cNvSpPr>
          <p:nvPr/>
        </p:nvSpPr>
        <p:spPr bwMode="auto">
          <a:xfrm>
            <a:off x="6248400" y="3200400"/>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endParaRPr lang="en-US" altLang="en-US" sz="2000">
              <a:latin typeface="Tahoma" panose="020B0604030504040204" pitchFamily="34" charset="0"/>
            </a:endParaRPr>
          </a:p>
        </p:txBody>
      </p:sp>
      <p:sp>
        <p:nvSpPr>
          <p:cNvPr id="241716" name="Text Box 52"/>
          <p:cNvSpPr txBox="1">
            <a:spLocks noChangeArrowheads="1"/>
          </p:cNvSpPr>
          <p:nvPr/>
        </p:nvSpPr>
        <p:spPr bwMode="auto">
          <a:xfrm>
            <a:off x="6400800" y="3352800"/>
            <a:ext cx="2209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r>
              <a:rPr lang="en-US" altLang="zh-CN" sz="2000">
                <a:latin typeface="Tahoma" panose="020B0604030504040204" pitchFamily="34" charset="0"/>
              </a:rPr>
              <a:t>How would you classify this data?</a:t>
            </a:r>
          </a:p>
        </p:txBody>
      </p:sp>
      <p:sp>
        <p:nvSpPr>
          <p:cNvPr id="241717" name="Line 53"/>
          <p:cNvSpPr>
            <a:spLocks noChangeShapeType="1"/>
          </p:cNvSpPr>
          <p:nvPr/>
        </p:nvSpPr>
        <p:spPr bwMode="auto">
          <a:xfrm flipV="1">
            <a:off x="3429000" y="1676400"/>
            <a:ext cx="1447800" cy="403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1721" name="Line 57"/>
          <p:cNvSpPr>
            <a:spLocks noChangeShapeType="1"/>
          </p:cNvSpPr>
          <p:nvPr/>
        </p:nvSpPr>
        <p:spPr bwMode="auto">
          <a:xfrm flipV="1">
            <a:off x="2590800" y="2209800"/>
            <a:ext cx="3124200" cy="3048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1722" name="Oval 58"/>
          <p:cNvSpPr>
            <a:spLocks noChangeArrowheads="1"/>
          </p:cNvSpPr>
          <p:nvPr/>
        </p:nvSpPr>
        <p:spPr bwMode="auto">
          <a:xfrm>
            <a:off x="4257354" y="5842281"/>
            <a:ext cx="1676400" cy="685800"/>
          </a:xfrm>
          <a:prstGeom prst="ellipse">
            <a:avLst/>
          </a:prstGeom>
          <a:solidFill>
            <a:srgbClr val="CC99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dirty="0"/>
              <a:t>Misclassified</a:t>
            </a:r>
          </a:p>
          <a:p>
            <a:r>
              <a:rPr lang="en-US" altLang="zh-CN" sz="1400" b="1" dirty="0"/>
              <a:t> to +1 class</a:t>
            </a:r>
          </a:p>
        </p:txBody>
      </p:sp>
      <p:cxnSp>
        <p:nvCxnSpPr>
          <p:cNvPr id="241725" name="AutoShape 61"/>
          <p:cNvCxnSpPr>
            <a:cxnSpLocks noChangeShapeType="1"/>
          </p:cNvCxnSpPr>
          <p:nvPr/>
        </p:nvCxnSpPr>
        <p:spPr bwMode="auto">
          <a:xfrm rot="10800000">
            <a:off x="3604557" y="4816614"/>
            <a:ext cx="685800" cy="1333500"/>
          </a:xfrm>
          <a:prstGeom prst="curvedConnector2">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Rectangle 4"/>
          <p:cNvSpPr>
            <a:spLocks noChangeArrowheads="1"/>
          </p:cNvSpPr>
          <p:nvPr/>
        </p:nvSpPr>
        <p:spPr bwMode="auto">
          <a:xfrm>
            <a:off x="4359" y="600045"/>
            <a:ext cx="4648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dirty="0"/>
              <a:t> </a:t>
            </a:r>
            <a:r>
              <a:rPr lang="en-US" altLang="zh-CN" sz="4400" dirty="0">
                <a:solidFill>
                  <a:schemeClr val="tx1"/>
                </a:solidFill>
                <a:latin typeface="+mj-lt"/>
                <a:ea typeface="+mj-ea"/>
                <a:cs typeface="+mj-cs"/>
              </a:rPr>
              <a:t>Linear Classifiers</a:t>
            </a:r>
          </a:p>
        </p:txBody>
      </p:sp>
      <p:sp>
        <p:nvSpPr>
          <p:cNvPr id="50" name="Oval 45"/>
          <p:cNvSpPr>
            <a:spLocks noChangeAspect="1" noChangeArrowheads="1"/>
          </p:cNvSpPr>
          <p:nvPr/>
        </p:nvSpPr>
        <p:spPr bwMode="auto">
          <a:xfrm rot="4777107">
            <a:off x="3571233" y="4746089"/>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3429720" y="4629240"/>
              <a:ext cx="282240" cy="275040"/>
            </p14:xfrm>
          </p:contentPart>
        </mc:Choice>
        <mc:Fallback xmlns="">
          <p:pic>
            <p:nvPicPr>
              <p:cNvPr id="2" name="Ink 1"/>
              <p:cNvPicPr/>
              <p:nvPr/>
            </p:nvPicPr>
            <p:blipFill>
              <a:blip r:embed="rId3"/>
              <a:stretch>
                <a:fillRect/>
              </a:stretch>
            </p:blipFill>
            <p:spPr>
              <a:xfrm>
                <a:off x="3418920" y="4618440"/>
                <a:ext cx="303120" cy="292320"/>
              </a:xfrm>
              <a:prstGeom prst="rect">
                <a:avLst/>
              </a:prstGeom>
            </p:spPr>
          </p:pic>
        </mc:Fallback>
      </mc:AlternateContent>
    </p:spTree>
    <p:extLst>
      <p:ext uri="{BB962C8B-B14F-4D97-AF65-F5344CB8AC3E}">
        <p14:creationId xmlns:p14="http://schemas.microsoft.com/office/powerpoint/2010/main" val="16926149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17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172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17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721" grpId="0" animBg="1"/>
      <p:bldP spid="2417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703" name="Text Box 15"/>
          <p:cNvSpPr txBox="1">
            <a:spLocks noChangeArrowheads="1"/>
          </p:cNvSpPr>
          <p:nvPr/>
        </p:nvSpPr>
        <p:spPr bwMode="auto">
          <a:xfrm>
            <a:off x="990600" y="2057400"/>
            <a:ext cx="1905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a:latin typeface="Tahoma" panose="020B0604030504040204" pitchFamily="34" charset="0"/>
              </a:rPr>
              <a:t>denotes +1</a:t>
            </a:r>
          </a:p>
          <a:p>
            <a:pPr>
              <a:spcBef>
                <a:spcPct val="50000"/>
              </a:spcBef>
              <a:buClr>
                <a:schemeClr val="tx1"/>
              </a:buClr>
            </a:pPr>
            <a:r>
              <a:rPr lang="en-US" altLang="zh-CN" sz="2000">
                <a:latin typeface="Tahoma" panose="020B0604030504040204" pitchFamily="34" charset="0"/>
              </a:rPr>
              <a:t>denotes -1</a:t>
            </a:r>
          </a:p>
        </p:txBody>
      </p:sp>
      <p:sp>
        <p:nvSpPr>
          <p:cNvPr id="242704" name="Oval 16"/>
          <p:cNvSpPr>
            <a:spLocks noChangeAspect="1" noChangeArrowheads="1"/>
          </p:cNvSpPr>
          <p:nvPr/>
        </p:nvSpPr>
        <p:spPr bwMode="auto">
          <a:xfrm rot="4777107">
            <a:off x="1067594" y="2209006"/>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05" name="Oval 17"/>
          <p:cNvSpPr>
            <a:spLocks noChangeAspect="1" noChangeArrowheads="1"/>
          </p:cNvSpPr>
          <p:nvPr/>
        </p:nvSpPr>
        <p:spPr bwMode="auto">
          <a:xfrm rot="5895381">
            <a:off x="1068388" y="2665412"/>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06" name="Line 18"/>
          <p:cNvSpPr>
            <a:spLocks noChangeShapeType="1"/>
          </p:cNvSpPr>
          <p:nvPr/>
        </p:nvSpPr>
        <p:spPr bwMode="auto">
          <a:xfrm>
            <a:off x="2743200" y="2362200"/>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42707" name="Line 19"/>
          <p:cNvSpPr>
            <a:spLocks noChangeShapeType="1"/>
          </p:cNvSpPr>
          <p:nvPr/>
        </p:nvSpPr>
        <p:spPr bwMode="auto">
          <a:xfrm flipV="1">
            <a:off x="2590800" y="5715000"/>
            <a:ext cx="36576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hlink"/>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2708" name="Oval 20"/>
          <p:cNvSpPr>
            <a:spLocks noChangeAspect="1" noChangeArrowheads="1"/>
          </p:cNvSpPr>
          <p:nvPr/>
        </p:nvSpPr>
        <p:spPr bwMode="auto">
          <a:xfrm>
            <a:off x="3870325" y="51847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09" name="Oval 21"/>
          <p:cNvSpPr>
            <a:spLocks noChangeAspect="1" noChangeArrowheads="1"/>
          </p:cNvSpPr>
          <p:nvPr/>
        </p:nvSpPr>
        <p:spPr bwMode="auto">
          <a:xfrm>
            <a:off x="2638425" y="4056063"/>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10" name="Oval 22"/>
          <p:cNvSpPr>
            <a:spLocks noChangeAspect="1" noChangeArrowheads="1"/>
          </p:cNvSpPr>
          <p:nvPr/>
        </p:nvSpPr>
        <p:spPr bwMode="auto">
          <a:xfrm>
            <a:off x="4492625" y="29670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11" name="Oval 23"/>
          <p:cNvSpPr>
            <a:spLocks noChangeAspect="1" noChangeArrowheads="1"/>
          </p:cNvSpPr>
          <p:nvPr/>
        </p:nvSpPr>
        <p:spPr bwMode="auto">
          <a:xfrm>
            <a:off x="4556125" y="37877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12" name="Oval 24"/>
          <p:cNvSpPr>
            <a:spLocks noChangeAspect="1" noChangeArrowheads="1"/>
          </p:cNvSpPr>
          <p:nvPr/>
        </p:nvSpPr>
        <p:spPr bwMode="auto">
          <a:xfrm>
            <a:off x="3562350" y="28162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13" name="Oval 25"/>
          <p:cNvSpPr>
            <a:spLocks noChangeAspect="1" noChangeArrowheads="1"/>
          </p:cNvSpPr>
          <p:nvPr/>
        </p:nvSpPr>
        <p:spPr bwMode="auto">
          <a:xfrm>
            <a:off x="4038600" y="3886200"/>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14" name="Oval 26"/>
          <p:cNvSpPr>
            <a:spLocks noChangeAspect="1" noChangeArrowheads="1"/>
          </p:cNvSpPr>
          <p:nvPr/>
        </p:nvSpPr>
        <p:spPr bwMode="auto">
          <a:xfrm>
            <a:off x="3200400" y="32766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15" name="Oval 27"/>
          <p:cNvSpPr>
            <a:spLocks noChangeAspect="1" noChangeArrowheads="1"/>
          </p:cNvSpPr>
          <p:nvPr/>
        </p:nvSpPr>
        <p:spPr bwMode="auto">
          <a:xfrm>
            <a:off x="5257800" y="42672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16" name="Oval 28"/>
          <p:cNvSpPr>
            <a:spLocks noChangeAspect="1" noChangeArrowheads="1"/>
          </p:cNvSpPr>
          <p:nvPr/>
        </p:nvSpPr>
        <p:spPr bwMode="auto">
          <a:xfrm rot="-1118274">
            <a:off x="4040188" y="4595813"/>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17" name="Oval 29"/>
          <p:cNvSpPr>
            <a:spLocks noChangeAspect="1" noChangeArrowheads="1"/>
          </p:cNvSpPr>
          <p:nvPr/>
        </p:nvSpPr>
        <p:spPr bwMode="auto">
          <a:xfrm rot="-1118274">
            <a:off x="6156325" y="33813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18" name="Oval 30"/>
          <p:cNvSpPr>
            <a:spLocks noChangeAspect="1" noChangeArrowheads="1"/>
          </p:cNvSpPr>
          <p:nvPr/>
        </p:nvSpPr>
        <p:spPr bwMode="auto">
          <a:xfrm rot="-1118274">
            <a:off x="5448300" y="46974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19" name="Oval 31"/>
          <p:cNvSpPr>
            <a:spLocks noChangeAspect="1" noChangeArrowheads="1"/>
          </p:cNvSpPr>
          <p:nvPr/>
        </p:nvSpPr>
        <p:spPr bwMode="auto">
          <a:xfrm rot="-1118274">
            <a:off x="3276600" y="28194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20" name="Oval 32"/>
          <p:cNvSpPr>
            <a:spLocks noChangeAspect="1" noChangeArrowheads="1"/>
          </p:cNvSpPr>
          <p:nvPr/>
        </p:nvSpPr>
        <p:spPr bwMode="auto">
          <a:xfrm rot="-1118274">
            <a:off x="4864100" y="3736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21" name="Oval 33"/>
          <p:cNvSpPr>
            <a:spLocks noChangeAspect="1" noChangeArrowheads="1"/>
          </p:cNvSpPr>
          <p:nvPr/>
        </p:nvSpPr>
        <p:spPr bwMode="auto">
          <a:xfrm rot="-1118274">
            <a:off x="6019800" y="4648200"/>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22" name="Oval 34"/>
          <p:cNvSpPr>
            <a:spLocks noChangeAspect="1" noChangeArrowheads="1"/>
          </p:cNvSpPr>
          <p:nvPr/>
        </p:nvSpPr>
        <p:spPr bwMode="auto">
          <a:xfrm rot="-1118274">
            <a:off x="3267075" y="37925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23" name="Oval 35"/>
          <p:cNvSpPr>
            <a:spLocks noChangeAspect="1" noChangeArrowheads="1"/>
          </p:cNvSpPr>
          <p:nvPr/>
        </p:nvSpPr>
        <p:spPr bwMode="auto">
          <a:xfrm rot="5895381">
            <a:off x="4019550" y="3209925"/>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24" name="Oval 36"/>
          <p:cNvSpPr>
            <a:spLocks noChangeAspect="1" noChangeArrowheads="1"/>
          </p:cNvSpPr>
          <p:nvPr/>
        </p:nvSpPr>
        <p:spPr bwMode="auto">
          <a:xfrm rot="5895381">
            <a:off x="4288631" y="5395119"/>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25" name="Oval 37"/>
          <p:cNvSpPr>
            <a:spLocks noChangeAspect="1" noChangeArrowheads="1"/>
          </p:cNvSpPr>
          <p:nvPr/>
        </p:nvSpPr>
        <p:spPr bwMode="auto">
          <a:xfrm rot="5895381">
            <a:off x="3267075" y="42513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26" name="Oval 38"/>
          <p:cNvSpPr>
            <a:spLocks noChangeAspect="1" noChangeArrowheads="1"/>
          </p:cNvSpPr>
          <p:nvPr/>
        </p:nvSpPr>
        <p:spPr bwMode="auto">
          <a:xfrm rot="5895381">
            <a:off x="4495800" y="2546350"/>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27" name="Oval 39"/>
          <p:cNvSpPr>
            <a:spLocks noChangeAspect="1" noChangeArrowheads="1"/>
          </p:cNvSpPr>
          <p:nvPr/>
        </p:nvSpPr>
        <p:spPr bwMode="auto">
          <a:xfrm rot="5895381">
            <a:off x="5457032" y="4296569"/>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28" name="Oval 40"/>
          <p:cNvSpPr>
            <a:spLocks noChangeAspect="1" noChangeArrowheads="1"/>
          </p:cNvSpPr>
          <p:nvPr/>
        </p:nvSpPr>
        <p:spPr bwMode="auto">
          <a:xfrm rot="5895381">
            <a:off x="4522788" y="423227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29" name="Oval 41"/>
          <p:cNvSpPr>
            <a:spLocks noChangeAspect="1" noChangeArrowheads="1"/>
          </p:cNvSpPr>
          <p:nvPr/>
        </p:nvSpPr>
        <p:spPr bwMode="auto">
          <a:xfrm rot="5895381">
            <a:off x="5772150" y="3517900"/>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30" name="Oval 42"/>
          <p:cNvSpPr>
            <a:spLocks noChangeAspect="1" noChangeArrowheads="1"/>
          </p:cNvSpPr>
          <p:nvPr/>
        </p:nvSpPr>
        <p:spPr bwMode="auto">
          <a:xfrm rot="5895381">
            <a:off x="3240088" y="24987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31" name="Oval 43"/>
          <p:cNvSpPr>
            <a:spLocks noChangeAspect="1" noChangeArrowheads="1"/>
          </p:cNvSpPr>
          <p:nvPr/>
        </p:nvSpPr>
        <p:spPr bwMode="auto">
          <a:xfrm rot="5895381">
            <a:off x="5413375" y="34258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32" name="Oval 44"/>
          <p:cNvSpPr>
            <a:spLocks noChangeAspect="1" noChangeArrowheads="1"/>
          </p:cNvSpPr>
          <p:nvPr/>
        </p:nvSpPr>
        <p:spPr bwMode="auto">
          <a:xfrm rot="5895381">
            <a:off x="5269707" y="4871244"/>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33" name="Oval 45"/>
          <p:cNvSpPr>
            <a:spLocks noChangeAspect="1" noChangeArrowheads="1"/>
          </p:cNvSpPr>
          <p:nvPr/>
        </p:nvSpPr>
        <p:spPr bwMode="auto">
          <a:xfrm rot="4777107">
            <a:off x="3650457" y="3686969"/>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34" name="Oval 46"/>
          <p:cNvSpPr>
            <a:spLocks noChangeAspect="1" noChangeArrowheads="1"/>
          </p:cNvSpPr>
          <p:nvPr/>
        </p:nvSpPr>
        <p:spPr bwMode="auto">
          <a:xfrm rot="4777107">
            <a:off x="4803775" y="54070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35" name="Oval 47"/>
          <p:cNvSpPr>
            <a:spLocks noChangeAspect="1" noChangeArrowheads="1"/>
          </p:cNvSpPr>
          <p:nvPr/>
        </p:nvSpPr>
        <p:spPr bwMode="auto">
          <a:xfrm rot="4777107">
            <a:off x="4498975" y="50260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36" name="Oval 48"/>
          <p:cNvSpPr>
            <a:spLocks noChangeAspect="1" noChangeArrowheads="1"/>
          </p:cNvSpPr>
          <p:nvPr/>
        </p:nvSpPr>
        <p:spPr bwMode="auto">
          <a:xfrm rot="4777107">
            <a:off x="2969419" y="3888581"/>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37" name="Oval 49"/>
          <p:cNvSpPr>
            <a:spLocks noChangeAspect="1" noChangeArrowheads="1"/>
          </p:cNvSpPr>
          <p:nvPr/>
        </p:nvSpPr>
        <p:spPr bwMode="auto">
          <a:xfrm rot="4777107">
            <a:off x="3865563" y="2928937"/>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38" name="Oval 50"/>
          <p:cNvSpPr>
            <a:spLocks noChangeAspect="1" noChangeArrowheads="1"/>
          </p:cNvSpPr>
          <p:nvPr/>
        </p:nvSpPr>
        <p:spPr bwMode="auto">
          <a:xfrm rot="4777107">
            <a:off x="4508501" y="4516437"/>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39" name="Oval 51"/>
          <p:cNvSpPr>
            <a:spLocks noChangeAspect="1" noChangeArrowheads="1"/>
          </p:cNvSpPr>
          <p:nvPr/>
        </p:nvSpPr>
        <p:spPr bwMode="auto">
          <a:xfrm rot="4777107">
            <a:off x="2656682" y="3234531"/>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40" name="Oval 52"/>
          <p:cNvSpPr>
            <a:spLocks noChangeAspect="1" noChangeArrowheads="1"/>
          </p:cNvSpPr>
          <p:nvPr/>
        </p:nvSpPr>
        <p:spPr bwMode="auto">
          <a:xfrm rot="4777107">
            <a:off x="4090194" y="5201444"/>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41" name="Oval 53"/>
          <p:cNvSpPr>
            <a:spLocks noChangeAspect="1" noChangeArrowheads="1"/>
          </p:cNvSpPr>
          <p:nvPr/>
        </p:nvSpPr>
        <p:spPr bwMode="auto">
          <a:xfrm rot="4777107">
            <a:off x="5456238" y="4908550"/>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42" name="Text Box 54"/>
          <p:cNvSpPr txBox="1">
            <a:spLocks noChangeArrowheads="1"/>
          </p:cNvSpPr>
          <p:nvPr/>
        </p:nvSpPr>
        <p:spPr bwMode="auto">
          <a:xfrm>
            <a:off x="5638800" y="1828800"/>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b="1" i="1">
                <a:latin typeface="Tahoma" panose="020B0604030504040204" pitchFamily="34" charset="0"/>
              </a:rPr>
              <a:t>f</a:t>
            </a:r>
            <a:r>
              <a:rPr lang="en-US" altLang="zh-CN" sz="2000" i="1">
                <a:latin typeface="Tahoma" panose="020B0604030504040204" pitchFamily="34" charset="0"/>
              </a:rPr>
              <a:t>(</a:t>
            </a:r>
            <a:r>
              <a:rPr lang="en-US" altLang="zh-CN" sz="2000" b="1" i="1">
                <a:latin typeface="Tahoma" panose="020B0604030504040204" pitchFamily="34" charset="0"/>
              </a:rPr>
              <a:t>x</a:t>
            </a:r>
            <a:r>
              <a:rPr lang="en-US" altLang="zh-CN" sz="2000" i="1">
                <a:latin typeface="Tahoma" panose="020B0604030504040204" pitchFamily="34" charset="0"/>
              </a:rPr>
              <a:t>,</a:t>
            </a:r>
            <a:r>
              <a:rPr lang="en-US" altLang="zh-CN" sz="2000" b="1" i="1">
                <a:solidFill>
                  <a:srgbClr val="00CC00"/>
                </a:solidFill>
                <a:latin typeface="Tahoma" panose="020B0604030504040204" pitchFamily="34" charset="0"/>
              </a:rPr>
              <a:t>w</a:t>
            </a:r>
            <a:r>
              <a:rPr lang="en-US" altLang="zh-CN" sz="2000" i="1">
                <a:solidFill>
                  <a:srgbClr val="00CC00"/>
                </a:solidFill>
                <a:latin typeface="Tahoma" panose="020B0604030504040204" pitchFamily="34" charset="0"/>
              </a:rPr>
              <a:t>,b</a:t>
            </a:r>
            <a:r>
              <a:rPr lang="en-US" altLang="zh-CN" sz="2000" i="1">
                <a:latin typeface="Tahoma" panose="020B0604030504040204" pitchFamily="34" charset="0"/>
              </a:rPr>
              <a:t>) = sign(</a:t>
            </a:r>
            <a:r>
              <a:rPr lang="en-US" altLang="zh-CN" sz="2000" b="1" i="1">
                <a:solidFill>
                  <a:srgbClr val="00CC00"/>
                </a:solidFill>
                <a:latin typeface="Tahoma" panose="020B0604030504040204" pitchFamily="34" charset="0"/>
              </a:rPr>
              <a:t>w</a:t>
            </a:r>
            <a:r>
              <a:rPr lang="en-US" altLang="zh-CN" sz="2000" b="1" i="1">
                <a:latin typeface="Tahoma" panose="020B0604030504040204" pitchFamily="34" charset="0"/>
              </a:rPr>
              <a:t> x</a:t>
            </a:r>
            <a:r>
              <a:rPr lang="en-US" altLang="zh-CN" sz="2000" i="1">
                <a:solidFill>
                  <a:srgbClr val="00CC00"/>
                </a:solidFill>
                <a:latin typeface="Tahoma" panose="020B0604030504040204" pitchFamily="34" charset="0"/>
              </a:rPr>
              <a:t> +</a:t>
            </a:r>
            <a:r>
              <a:rPr lang="en-US" altLang="zh-CN" sz="2000" i="1">
                <a:latin typeface="Tahoma" panose="020B0604030504040204" pitchFamily="34" charset="0"/>
              </a:rPr>
              <a:t> </a:t>
            </a:r>
            <a:r>
              <a:rPr lang="en-US" altLang="zh-CN" sz="2000" i="1">
                <a:solidFill>
                  <a:srgbClr val="00CC00"/>
                </a:solidFill>
                <a:latin typeface="Tahoma" panose="020B0604030504040204" pitchFamily="34" charset="0"/>
              </a:rPr>
              <a:t>b</a:t>
            </a:r>
            <a:r>
              <a:rPr lang="en-US" altLang="zh-CN" sz="2000" i="1">
                <a:latin typeface="Tahoma" panose="020B0604030504040204" pitchFamily="34" charset="0"/>
              </a:rPr>
              <a:t>)</a:t>
            </a:r>
          </a:p>
        </p:txBody>
      </p:sp>
      <p:sp>
        <p:nvSpPr>
          <p:cNvPr id="242743" name="Text Box 55"/>
          <p:cNvSpPr txBox="1">
            <a:spLocks noChangeArrowheads="1"/>
          </p:cNvSpPr>
          <p:nvPr/>
        </p:nvSpPr>
        <p:spPr bwMode="auto">
          <a:xfrm>
            <a:off x="6400800" y="3352800"/>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endParaRPr lang="en-US" altLang="en-US" sz="2000">
              <a:latin typeface="Tahoma" panose="020B0604030504040204" pitchFamily="34" charset="0"/>
            </a:endParaRPr>
          </a:p>
        </p:txBody>
      </p:sp>
      <p:sp>
        <p:nvSpPr>
          <p:cNvPr id="242744" name="Text Box 56"/>
          <p:cNvSpPr txBox="1">
            <a:spLocks noChangeArrowheads="1"/>
          </p:cNvSpPr>
          <p:nvPr/>
        </p:nvSpPr>
        <p:spPr bwMode="auto">
          <a:xfrm>
            <a:off x="6553200" y="2438400"/>
            <a:ext cx="27432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r>
              <a:rPr lang="en-US" altLang="zh-CN" sz="2400" dirty="0">
                <a:latin typeface="Tahoma" panose="020B0604030504040204" pitchFamily="34" charset="0"/>
              </a:rPr>
              <a:t>Define the </a:t>
            </a:r>
            <a:r>
              <a:rPr lang="en-US" altLang="zh-CN" sz="2400" dirty="0">
                <a:solidFill>
                  <a:schemeClr val="hlink"/>
                </a:solidFill>
                <a:latin typeface="Tahoma" panose="020B0604030504040204" pitchFamily="34" charset="0"/>
              </a:rPr>
              <a:t>margin</a:t>
            </a:r>
            <a:r>
              <a:rPr lang="en-US" altLang="zh-CN" sz="2400" dirty="0">
                <a:latin typeface="Tahoma" panose="020B0604030504040204" pitchFamily="34" charset="0"/>
              </a:rPr>
              <a:t> of a linear classifier as the width that the boundary could be increased by before hitting a </a:t>
            </a:r>
            <a:r>
              <a:rPr lang="en-US" altLang="zh-CN" sz="2400" dirty="0" err="1">
                <a:latin typeface="Tahoma" panose="020B0604030504040204" pitchFamily="34" charset="0"/>
              </a:rPr>
              <a:t>datapoint</a:t>
            </a:r>
            <a:r>
              <a:rPr lang="en-US" altLang="zh-CN" sz="2400" dirty="0">
                <a:latin typeface="Tahoma" panose="020B0604030504040204" pitchFamily="34" charset="0"/>
              </a:rPr>
              <a:t>.</a:t>
            </a:r>
          </a:p>
        </p:txBody>
      </p:sp>
      <p:grpSp>
        <p:nvGrpSpPr>
          <p:cNvPr id="242745" name="Group 57"/>
          <p:cNvGrpSpPr>
            <a:grpSpLocks/>
          </p:cNvGrpSpPr>
          <p:nvPr/>
        </p:nvGrpSpPr>
        <p:grpSpPr bwMode="auto">
          <a:xfrm rot="-4217956">
            <a:off x="1358107" y="4228306"/>
            <a:ext cx="5562600" cy="1587"/>
            <a:chOff x="960" y="3888"/>
            <a:chExt cx="3504" cy="0"/>
          </a:xfrm>
        </p:grpSpPr>
        <p:sp>
          <p:nvSpPr>
            <p:cNvPr id="242746" name="Line 58"/>
            <p:cNvSpPr>
              <a:spLocks noChangeShapeType="1"/>
            </p:cNvSpPr>
            <p:nvPr/>
          </p:nvSpPr>
          <p:spPr bwMode="auto">
            <a:xfrm>
              <a:off x="1008" y="3888"/>
              <a:ext cx="3408" cy="0"/>
            </a:xfrm>
            <a:prstGeom prst="line">
              <a:avLst/>
            </a:prstGeom>
            <a:noFill/>
            <a:ln w="1047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42747" name="Line 59"/>
            <p:cNvSpPr>
              <a:spLocks noChangeShapeType="1"/>
            </p:cNvSpPr>
            <p:nvPr/>
          </p:nvSpPr>
          <p:spPr bwMode="auto">
            <a:xfrm>
              <a:off x="960" y="3888"/>
              <a:ext cx="350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sp>
        <p:nvSpPr>
          <p:cNvPr id="242748" name="Rectangle 60"/>
          <p:cNvSpPr>
            <a:spLocks noChangeArrowheads="1"/>
          </p:cNvSpPr>
          <p:nvPr/>
        </p:nvSpPr>
        <p:spPr bwMode="auto">
          <a:xfrm>
            <a:off x="304800" y="457200"/>
            <a:ext cx="4648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sz="4400" dirty="0">
                <a:solidFill>
                  <a:schemeClr val="tx1"/>
                </a:solidFill>
                <a:latin typeface="+mj-lt"/>
                <a:ea typeface="+mj-ea"/>
                <a:cs typeface="+mj-cs"/>
              </a:rPr>
              <a:t>Classifier Margin</a:t>
            </a:r>
          </a:p>
        </p:txBody>
      </p:sp>
      <p:sp>
        <p:nvSpPr>
          <p:cNvPr id="242756" name="Text Box 68"/>
          <p:cNvSpPr txBox="1">
            <a:spLocks noChangeArrowheads="1"/>
          </p:cNvSpPr>
          <p:nvPr/>
        </p:nvSpPr>
        <p:spPr bwMode="auto">
          <a:xfrm>
            <a:off x="990600" y="2057400"/>
            <a:ext cx="1905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a:latin typeface="Tahoma" panose="020B0604030504040204" pitchFamily="34" charset="0"/>
              </a:rPr>
              <a:t>denotes +1</a:t>
            </a:r>
          </a:p>
          <a:p>
            <a:pPr>
              <a:spcBef>
                <a:spcPct val="50000"/>
              </a:spcBef>
              <a:buClr>
                <a:schemeClr val="tx1"/>
              </a:buClr>
            </a:pPr>
            <a:r>
              <a:rPr lang="en-US" altLang="zh-CN" sz="2000">
                <a:latin typeface="Tahoma" panose="020B0604030504040204" pitchFamily="34" charset="0"/>
              </a:rPr>
              <a:t>denotes -1</a:t>
            </a:r>
          </a:p>
        </p:txBody>
      </p:sp>
      <p:sp>
        <p:nvSpPr>
          <p:cNvPr id="242757" name="Oval 69"/>
          <p:cNvSpPr>
            <a:spLocks noChangeAspect="1" noChangeArrowheads="1"/>
          </p:cNvSpPr>
          <p:nvPr/>
        </p:nvSpPr>
        <p:spPr bwMode="auto">
          <a:xfrm rot="4777107">
            <a:off x="1067594" y="2209006"/>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58" name="Oval 70"/>
          <p:cNvSpPr>
            <a:spLocks noChangeAspect="1" noChangeArrowheads="1"/>
          </p:cNvSpPr>
          <p:nvPr/>
        </p:nvSpPr>
        <p:spPr bwMode="auto">
          <a:xfrm rot="5895381">
            <a:off x="1068388" y="2665412"/>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59" name="Line 71"/>
          <p:cNvSpPr>
            <a:spLocks noChangeShapeType="1"/>
          </p:cNvSpPr>
          <p:nvPr/>
        </p:nvSpPr>
        <p:spPr bwMode="auto">
          <a:xfrm>
            <a:off x="2743200" y="2362200"/>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42760" name="Line 72"/>
          <p:cNvSpPr>
            <a:spLocks noChangeShapeType="1"/>
          </p:cNvSpPr>
          <p:nvPr/>
        </p:nvSpPr>
        <p:spPr bwMode="auto">
          <a:xfrm flipV="1">
            <a:off x="2590800" y="5715000"/>
            <a:ext cx="3657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2761" name="Oval 73"/>
          <p:cNvSpPr>
            <a:spLocks noChangeAspect="1" noChangeArrowheads="1"/>
          </p:cNvSpPr>
          <p:nvPr/>
        </p:nvSpPr>
        <p:spPr bwMode="auto">
          <a:xfrm>
            <a:off x="3870325" y="51847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62" name="Oval 74"/>
          <p:cNvSpPr>
            <a:spLocks noChangeAspect="1" noChangeArrowheads="1"/>
          </p:cNvSpPr>
          <p:nvPr/>
        </p:nvSpPr>
        <p:spPr bwMode="auto">
          <a:xfrm>
            <a:off x="2638425" y="4056063"/>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63" name="Oval 75"/>
          <p:cNvSpPr>
            <a:spLocks noChangeAspect="1" noChangeArrowheads="1"/>
          </p:cNvSpPr>
          <p:nvPr/>
        </p:nvSpPr>
        <p:spPr bwMode="auto">
          <a:xfrm>
            <a:off x="4492625" y="29670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64" name="Oval 76"/>
          <p:cNvSpPr>
            <a:spLocks noChangeAspect="1" noChangeArrowheads="1"/>
          </p:cNvSpPr>
          <p:nvPr/>
        </p:nvSpPr>
        <p:spPr bwMode="auto">
          <a:xfrm>
            <a:off x="4556125" y="37877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65" name="Oval 77"/>
          <p:cNvSpPr>
            <a:spLocks noChangeAspect="1" noChangeArrowheads="1"/>
          </p:cNvSpPr>
          <p:nvPr/>
        </p:nvSpPr>
        <p:spPr bwMode="auto">
          <a:xfrm>
            <a:off x="3562350" y="28162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66" name="Oval 78"/>
          <p:cNvSpPr>
            <a:spLocks noChangeAspect="1" noChangeArrowheads="1"/>
          </p:cNvSpPr>
          <p:nvPr/>
        </p:nvSpPr>
        <p:spPr bwMode="auto">
          <a:xfrm>
            <a:off x="4038600" y="3886200"/>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67" name="Oval 79"/>
          <p:cNvSpPr>
            <a:spLocks noChangeAspect="1" noChangeArrowheads="1"/>
          </p:cNvSpPr>
          <p:nvPr/>
        </p:nvSpPr>
        <p:spPr bwMode="auto">
          <a:xfrm>
            <a:off x="3200400" y="32766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68" name="Oval 80"/>
          <p:cNvSpPr>
            <a:spLocks noChangeAspect="1" noChangeArrowheads="1"/>
          </p:cNvSpPr>
          <p:nvPr/>
        </p:nvSpPr>
        <p:spPr bwMode="auto">
          <a:xfrm>
            <a:off x="5257800" y="42672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69" name="Oval 81"/>
          <p:cNvSpPr>
            <a:spLocks noChangeAspect="1" noChangeArrowheads="1"/>
          </p:cNvSpPr>
          <p:nvPr/>
        </p:nvSpPr>
        <p:spPr bwMode="auto">
          <a:xfrm rot="-1118274">
            <a:off x="4040188" y="4595813"/>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70" name="Oval 82"/>
          <p:cNvSpPr>
            <a:spLocks noChangeAspect="1" noChangeArrowheads="1"/>
          </p:cNvSpPr>
          <p:nvPr/>
        </p:nvSpPr>
        <p:spPr bwMode="auto">
          <a:xfrm rot="-1118274">
            <a:off x="6156325" y="33813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71" name="Oval 83"/>
          <p:cNvSpPr>
            <a:spLocks noChangeAspect="1" noChangeArrowheads="1"/>
          </p:cNvSpPr>
          <p:nvPr/>
        </p:nvSpPr>
        <p:spPr bwMode="auto">
          <a:xfrm rot="-1118274">
            <a:off x="5448300" y="46974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72" name="Oval 84"/>
          <p:cNvSpPr>
            <a:spLocks noChangeAspect="1" noChangeArrowheads="1"/>
          </p:cNvSpPr>
          <p:nvPr/>
        </p:nvSpPr>
        <p:spPr bwMode="auto">
          <a:xfrm rot="-1118274">
            <a:off x="3276600" y="28194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73" name="Oval 85"/>
          <p:cNvSpPr>
            <a:spLocks noChangeAspect="1" noChangeArrowheads="1"/>
          </p:cNvSpPr>
          <p:nvPr/>
        </p:nvSpPr>
        <p:spPr bwMode="auto">
          <a:xfrm rot="-1118274">
            <a:off x="4864100" y="3736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74" name="Oval 86"/>
          <p:cNvSpPr>
            <a:spLocks noChangeAspect="1" noChangeArrowheads="1"/>
          </p:cNvSpPr>
          <p:nvPr/>
        </p:nvSpPr>
        <p:spPr bwMode="auto">
          <a:xfrm rot="-1118274">
            <a:off x="6019800" y="4648200"/>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75" name="Oval 87"/>
          <p:cNvSpPr>
            <a:spLocks noChangeAspect="1" noChangeArrowheads="1"/>
          </p:cNvSpPr>
          <p:nvPr/>
        </p:nvSpPr>
        <p:spPr bwMode="auto">
          <a:xfrm rot="-1118274">
            <a:off x="3267075" y="37925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76" name="Oval 88"/>
          <p:cNvSpPr>
            <a:spLocks noChangeAspect="1" noChangeArrowheads="1"/>
          </p:cNvSpPr>
          <p:nvPr/>
        </p:nvSpPr>
        <p:spPr bwMode="auto">
          <a:xfrm rot="5895381">
            <a:off x="4019550" y="3209925"/>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77" name="Oval 89"/>
          <p:cNvSpPr>
            <a:spLocks noChangeAspect="1" noChangeArrowheads="1"/>
          </p:cNvSpPr>
          <p:nvPr/>
        </p:nvSpPr>
        <p:spPr bwMode="auto">
          <a:xfrm rot="5895381">
            <a:off x="4288631" y="5395119"/>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78" name="Oval 90"/>
          <p:cNvSpPr>
            <a:spLocks noChangeAspect="1" noChangeArrowheads="1"/>
          </p:cNvSpPr>
          <p:nvPr/>
        </p:nvSpPr>
        <p:spPr bwMode="auto">
          <a:xfrm rot="5895381">
            <a:off x="3267075" y="42513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79" name="Oval 91"/>
          <p:cNvSpPr>
            <a:spLocks noChangeAspect="1" noChangeArrowheads="1"/>
          </p:cNvSpPr>
          <p:nvPr/>
        </p:nvSpPr>
        <p:spPr bwMode="auto">
          <a:xfrm rot="5895381">
            <a:off x="4495800" y="2546350"/>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80" name="Oval 92"/>
          <p:cNvSpPr>
            <a:spLocks noChangeAspect="1" noChangeArrowheads="1"/>
          </p:cNvSpPr>
          <p:nvPr/>
        </p:nvSpPr>
        <p:spPr bwMode="auto">
          <a:xfrm rot="5895381">
            <a:off x="5457032" y="4296569"/>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81" name="Oval 93"/>
          <p:cNvSpPr>
            <a:spLocks noChangeAspect="1" noChangeArrowheads="1"/>
          </p:cNvSpPr>
          <p:nvPr/>
        </p:nvSpPr>
        <p:spPr bwMode="auto">
          <a:xfrm rot="5895381">
            <a:off x="4522788" y="423227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82" name="Oval 94"/>
          <p:cNvSpPr>
            <a:spLocks noChangeAspect="1" noChangeArrowheads="1"/>
          </p:cNvSpPr>
          <p:nvPr/>
        </p:nvSpPr>
        <p:spPr bwMode="auto">
          <a:xfrm rot="5895381">
            <a:off x="5772150" y="3517900"/>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83" name="Oval 95"/>
          <p:cNvSpPr>
            <a:spLocks noChangeAspect="1" noChangeArrowheads="1"/>
          </p:cNvSpPr>
          <p:nvPr/>
        </p:nvSpPr>
        <p:spPr bwMode="auto">
          <a:xfrm rot="5895381">
            <a:off x="3240088" y="24987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84" name="Oval 96"/>
          <p:cNvSpPr>
            <a:spLocks noChangeAspect="1" noChangeArrowheads="1"/>
          </p:cNvSpPr>
          <p:nvPr/>
        </p:nvSpPr>
        <p:spPr bwMode="auto">
          <a:xfrm rot="5895381">
            <a:off x="5413375" y="34258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85" name="Oval 97"/>
          <p:cNvSpPr>
            <a:spLocks noChangeAspect="1" noChangeArrowheads="1"/>
          </p:cNvSpPr>
          <p:nvPr/>
        </p:nvSpPr>
        <p:spPr bwMode="auto">
          <a:xfrm rot="5895381">
            <a:off x="5269707" y="4871244"/>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86" name="Oval 98"/>
          <p:cNvSpPr>
            <a:spLocks noChangeAspect="1" noChangeArrowheads="1"/>
          </p:cNvSpPr>
          <p:nvPr/>
        </p:nvSpPr>
        <p:spPr bwMode="auto">
          <a:xfrm rot="4777107">
            <a:off x="3650457" y="3686969"/>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87" name="Oval 99"/>
          <p:cNvSpPr>
            <a:spLocks noChangeAspect="1" noChangeArrowheads="1"/>
          </p:cNvSpPr>
          <p:nvPr/>
        </p:nvSpPr>
        <p:spPr bwMode="auto">
          <a:xfrm rot="4777107">
            <a:off x="4803775" y="54070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88" name="Oval 100"/>
          <p:cNvSpPr>
            <a:spLocks noChangeAspect="1" noChangeArrowheads="1"/>
          </p:cNvSpPr>
          <p:nvPr/>
        </p:nvSpPr>
        <p:spPr bwMode="auto">
          <a:xfrm rot="4777107">
            <a:off x="4498975" y="50260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89" name="Oval 101"/>
          <p:cNvSpPr>
            <a:spLocks noChangeAspect="1" noChangeArrowheads="1"/>
          </p:cNvSpPr>
          <p:nvPr/>
        </p:nvSpPr>
        <p:spPr bwMode="auto">
          <a:xfrm rot="4777107">
            <a:off x="2969419" y="3888581"/>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90" name="Oval 102"/>
          <p:cNvSpPr>
            <a:spLocks noChangeAspect="1" noChangeArrowheads="1"/>
          </p:cNvSpPr>
          <p:nvPr/>
        </p:nvSpPr>
        <p:spPr bwMode="auto">
          <a:xfrm rot="4777107">
            <a:off x="3865563" y="2928937"/>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91" name="Oval 103"/>
          <p:cNvSpPr>
            <a:spLocks noChangeAspect="1" noChangeArrowheads="1"/>
          </p:cNvSpPr>
          <p:nvPr/>
        </p:nvSpPr>
        <p:spPr bwMode="auto">
          <a:xfrm rot="4777107">
            <a:off x="4508501" y="4516437"/>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92" name="Oval 104"/>
          <p:cNvSpPr>
            <a:spLocks noChangeAspect="1" noChangeArrowheads="1"/>
          </p:cNvSpPr>
          <p:nvPr/>
        </p:nvSpPr>
        <p:spPr bwMode="auto">
          <a:xfrm rot="4777107">
            <a:off x="2656682" y="3234531"/>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93" name="Oval 105"/>
          <p:cNvSpPr>
            <a:spLocks noChangeAspect="1" noChangeArrowheads="1"/>
          </p:cNvSpPr>
          <p:nvPr/>
        </p:nvSpPr>
        <p:spPr bwMode="auto">
          <a:xfrm rot="4777107">
            <a:off x="4090194" y="5201444"/>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94" name="Oval 106"/>
          <p:cNvSpPr>
            <a:spLocks noChangeAspect="1" noChangeArrowheads="1"/>
          </p:cNvSpPr>
          <p:nvPr/>
        </p:nvSpPr>
        <p:spPr bwMode="auto">
          <a:xfrm rot="4777107">
            <a:off x="5456238" y="4908550"/>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95" name="Text Box 107"/>
          <p:cNvSpPr txBox="1">
            <a:spLocks noChangeArrowheads="1"/>
          </p:cNvSpPr>
          <p:nvPr/>
        </p:nvSpPr>
        <p:spPr bwMode="auto">
          <a:xfrm>
            <a:off x="5638800" y="1828800"/>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b="1" i="1">
                <a:latin typeface="Tahoma" panose="020B0604030504040204" pitchFamily="34" charset="0"/>
              </a:rPr>
              <a:t>f</a:t>
            </a:r>
            <a:r>
              <a:rPr lang="en-US" altLang="zh-CN" sz="2000" i="1">
                <a:latin typeface="Tahoma" panose="020B0604030504040204" pitchFamily="34" charset="0"/>
              </a:rPr>
              <a:t>(</a:t>
            </a:r>
            <a:r>
              <a:rPr lang="en-US" altLang="zh-CN" sz="2000" b="1" i="1">
                <a:latin typeface="Tahoma" panose="020B0604030504040204" pitchFamily="34" charset="0"/>
              </a:rPr>
              <a:t>x</a:t>
            </a:r>
            <a:r>
              <a:rPr lang="en-US" altLang="zh-CN" sz="2000" i="1">
                <a:latin typeface="Tahoma" panose="020B0604030504040204" pitchFamily="34" charset="0"/>
              </a:rPr>
              <a:t>,</a:t>
            </a:r>
            <a:r>
              <a:rPr lang="en-US" altLang="zh-CN" sz="2000" b="1" i="1">
                <a:solidFill>
                  <a:srgbClr val="00CC00"/>
                </a:solidFill>
                <a:latin typeface="Tahoma" panose="020B0604030504040204" pitchFamily="34" charset="0"/>
              </a:rPr>
              <a:t>w</a:t>
            </a:r>
            <a:r>
              <a:rPr lang="en-US" altLang="zh-CN" sz="2000" i="1">
                <a:solidFill>
                  <a:srgbClr val="00CC00"/>
                </a:solidFill>
                <a:latin typeface="Tahoma" panose="020B0604030504040204" pitchFamily="34" charset="0"/>
              </a:rPr>
              <a:t>,b</a:t>
            </a:r>
            <a:r>
              <a:rPr lang="en-US" altLang="zh-CN" sz="2000" i="1">
                <a:latin typeface="Tahoma" panose="020B0604030504040204" pitchFamily="34" charset="0"/>
              </a:rPr>
              <a:t>) = sign(</a:t>
            </a:r>
            <a:r>
              <a:rPr lang="en-US" altLang="zh-CN" sz="2000" b="1" i="1">
                <a:solidFill>
                  <a:srgbClr val="00CC00"/>
                </a:solidFill>
                <a:latin typeface="Tahoma" panose="020B0604030504040204" pitchFamily="34" charset="0"/>
              </a:rPr>
              <a:t>w</a:t>
            </a:r>
            <a:r>
              <a:rPr lang="en-US" altLang="zh-CN" sz="2000" b="1" i="1">
                <a:latin typeface="Tahoma" panose="020B0604030504040204" pitchFamily="34" charset="0"/>
              </a:rPr>
              <a:t> x</a:t>
            </a:r>
            <a:r>
              <a:rPr lang="en-US" altLang="zh-CN" sz="2000" i="1">
                <a:solidFill>
                  <a:srgbClr val="00CC00"/>
                </a:solidFill>
                <a:latin typeface="Tahoma" panose="020B0604030504040204" pitchFamily="34" charset="0"/>
              </a:rPr>
              <a:t> +</a:t>
            </a:r>
            <a:r>
              <a:rPr lang="en-US" altLang="zh-CN" sz="2000" i="1">
                <a:latin typeface="Tahoma" panose="020B0604030504040204" pitchFamily="34" charset="0"/>
              </a:rPr>
              <a:t> </a:t>
            </a:r>
            <a:r>
              <a:rPr lang="en-US" altLang="zh-CN" sz="2000" i="1">
                <a:solidFill>
                  <a:srgbClr val="00CC00"/>
                </a:solidFill>
                <a:latin typeface="Tahoma" panose="020B0604030504040204" pitchFamily="34" charset="0"/>
              </a:rPr>
              <a:t>b</a:t>
            </a:r>
            <a:r>
              <a:rPr lang="en-US" altLang="zh-CN" sz="2000" i="1">
                <a:latin typeface="Tahoma" panose="020B0604030504040204" pitchFamily="34" charset="0"/>
              </a:rPr>
              <a:t>)</a:t>
            </a:r>
          </a:p>
        </p:txBody>
      </p:sp>
      <p:sp>
        <p:nvSpPr>
          <p:cNvPr id="242796" name="Text Box 108"/>
          <p:cNvSpPr txBox="1">
            <a:spLocks noChangeArrowheads="1"/>
          </p:cNvSpPr>
          <p:nvPr/>
        </p:nvSpPr>
        <p:spPr bwMode="auto">
          <a:xfrm>
            <a:off x="6400800" y="3352800"/>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endParaRPr lang="en-US" altLang="en-US" sz="2000">
              <a:latin typeface="Tahoma" panose="020B0604030504040204" pitchFamily="34" charset="0"/>
            </a:endParaRPr>
          </a:p>
        </p:txBody>
      </p:sp>
      <p:sp>
        <p:nvSpPr>
          <p:cNvPr id="242797" name="Text Box 109"/>
          <p:cNvSpPr txBox="1">
            <a:spLocks noChangeArrowheads="1"/>
          </p:cNvSpPr>
          <p:nvPr/>
        </p:nvSpPr>
        <p:spPr bwMode="auto">
          <a:xfrm>
            <a:off x="6553200" y="2438400"/>
            <a:ext cx="27432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r>
              <a:rPr lang="en-US" altLang="zh-CN" sz="2400" dirty="0">
                <a:latin typeface="Tahoma" panose="020B0604030504040204" pitchFamily="34" charset="0"/>
              </a:rPr>
              <a:t>Define the </a:t>
            </a:r>
            <a:r>
              <a:rPr lang="en-US" altLang="zh-CN" sz="2400" dirty="0">
                <a:solidFill>
                  <a:schemeClr val="accent2"/>
                </a:solidFill>
                <a:latin typeface="Tahoma" panose="020B0604030504040204" pitchFamily="34" charset="0"/>
              </a:rPr>
              <a:t>margin</a:t>
            </a:r>
            <a:r>
              <a:rPr lang="en-US" altLang="zh-CN" sz="2400" dirty="0">
                <a:latin typeface="Tahoma" panose="020B0604030504040204" pitchFamily="34" charset="0"/>
              </a:rPr>
              <a:t> of a linear classifier as the width that the boundary could be increased by before hitting a </a:t>
            </a:r>
            <a:r>
              <a:rPr lang="en-US" altLang="zh-CN" sz="2400" dirty="0" err="1">
                <a:latin typeface="Tahoma" panose="020B0604030504040204" pitchFamily="34" charset="0"/>
              </a:rPr>
              <a:t>datapoint</a:t>
            </a:r>
            <a:r>
              <a:rPr lang="en-US" altLang="zh-CN" sz="2400" dirty="0">
                <a:latin typeface="Tahoma" panose="020B0604030504040204" pitchFamily="34" charset="0"/>
              </a:rPr>
              <a:t>.</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4871160" y="1474560"/>
              <a:ext cx="4177080" cy="1484280"/>
            </p14:xfrm>
          </p:contentPart>
        </mc:Choice>
        <mc:Fallback xmlns="">
          <p:pic>
            <p:nvPicPr>
              <p:cNvPr id="2" name="Ink 1"/>
              <p:cNvPicPr/>
              <p:nvPr/>
            </p:nvPicPr>
            <p:blipFill>
              <a:blip r:embed="rId3"/>
              <a:stretch>
                <a:fillRect/>
              </a:stretch>
            </p:blipFill>
            <p:spPr>
              <a:xfrm>
                <a:off x="4861440" y="1461960"/>
                <a:ext cx="4197600" cy="1501920"/>
              </a:xfrm>
              <a:prstGeom prst="rect">
                <a:avLst/>
              </a:prstGeom>
            </p:spPr>
          </p:pic>
        </mc:Fallback>
      </mc:AlternateContent>
    </p:spTree>
    <p:extLst>
      <p:ext uri="{BB962C8B-B14F-4D97-AF65-F5344CB8AC3E}">
        <p14:creationId xmlns:p14="http://schemas.microsoft.com/office/powerpoint/2010/main" val="1474171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6" name="Line 4"/>
          <p:cNvSpPr>
            <a:spLocks noChangeShapeType="1"/>
          </p:cNvSpPr>
          <p:nvPr/>
        </p:nvSpPr>
        <p:spPr bwMode="auto">
          <a:xfrm rot="-3472419">
            <a:off x="1239838" y="4076700"/>
            <a:ext cx="5410200" cy="0"/>
          </a:xfrm>
          <a:prstGeom prst="line">
            <a:avLst/>
          </a:prstGeom>
          <a:noFill/>
          <a:ln w="3619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43717" name="Line 5"/>
          <p:cNvSpPr>
            <a:spLocks noChangeShapeType="1"/>
          </p:cNvSpPr>
          <p:nvPr/>
        </p:nvSpPr>
        <p:spPr bwMode="auto">
          <a:xfrm rot="-3472419">
            <a:off x="1163638" y="4076700"/>
            <a:ext cx="5562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43718" name="Rectangle 6"/>
          <p:cNvSpPr>
            <a:spLocks noChangeArrowheads="1"/>
          </p:cNvSpPr>
          <p:nvPr/>
        </p:nvSpPr>
        <p:spPr bwMode="auto">
          <a:xfrm>
            <a:off x="119806" y="547222"/>
            <a:ext cx="4648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sz="4400" dirty="0">
                <a:solidFill>
                  <a:schemeClr val="tx1"/>
                </a:solidFill>
                <a:latin typeface="+mj-lt"/>
                <a:ea typeface="+mj-ea"/>
                <a:cs typeface="+mj-cs"/>
              </a:rPr>
              <a:t>Maximum Margin</a:t>
            </a:r>
          </a:p>
        </p:txBody>
      </p:sp>
      <p:sp>
        <p:nvSpPr>
          <p:cNvPr id="243726" name="Text Box 14"/>
          <p:cNvSpPr txBox="1">
            <a:spLocks noChangeArrowheads="1"/>
          </p:cNvSpPr>
          <p:nvPr/>
        </p:nvSpPr>
        <p:spPr bwMode="auto">
          <a:xfrm>
            <a:off x="838200" y="1905000"/>
            <a:ext cx="1905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a:latin typeface="Tahoma" panose="020B0604030504040204" pitchFamily="34" charset="0"/>
              </a:rPr>
              <a:t>denotes +1</a:t>
            </a:r>
          </a:p>
          <a:p>
            <a:pPr>
              <a:spcBef>
                <a:spcPct val="50000"/>
              </a:spcBef>
              <a:buClr>
                <a:schemeClr val="tx1"/>
              </a:buClr>
            </a:pPr>
            <a:r>
              <a:rPr lang="en-US" altLang="zh-CN" sz="2000">
                <a:latin typeface="Tahoma" panose="020B0604030504040204" pitchFamily="34" charset="0"/>
              </a:rPr>
              <a:t>denotes -1</a:t>
            </a:r>
          </a:p>
        </p:txBody>
      </p:sp>
      <p:sp>
        <p:nvSpPr>
          <p:cNvPr id="243727" name="Oval 15"/>
          <p:cNvSpPr>
            <a:spLocks noChangeAspect="1" noChangeArrowheads="1"/>
          </p:cNvSpPr>
          <p:nvPr/>
        </p:nvSpPr>
        <p:spPr bwMode="auto">
          <a:xfrm rot="4777107">
            <a:off x="915194" y="2056606"/>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28" name="Oval 16"/>
          <p:cNvSpPr>
            <a:spLocks noChangeAspect="1" noChangeArrowheads="1"/>
          </p:cNvSpPr>
          <p:nvPr/>
        </p:nvSpPr>
        <p:spPr bwMode="auto">
          <a:xfrm rot="5895381">
            <a:off x="915988" y="2513012"/>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29" name="Line 17"/>
          <p:cNvSpPr>
            <a:spLocks noChangeShapeType="1"/>
          </p:cNvSpPr>
          <p:nvPr/>
        </p:nvSpPr>
        <p:spPr bwMode="auto">
          <a:xfrm>
            <a:off x="2590800" y="2209800"/>
            <a:ext cx="0" cy="350520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3730" name="Line 18"/>
          <p:cNvSpPr>
            <a:spLocks noChangeShapeType="1"/>
          </p:cNvSpPr>
          <p:nvPr/>
        </p:nvSpPr>
        <p:spPr bwMode="auto">
          <a:xfrm flipV="1">
            <a:off x="2438400" y="5562600"/>
            <a:ext cx="3657600"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43731" name="Oval 19"/>
          <p:cNvSpPr>
            <a:spLocks noChangeAspect="1" noChangeArrowheads="1"/>
          </p:cNvSpPr>
          <p:nvPr/>
        </p:nvSpPr>
        <p:spPr bwMode="auto">
          <a:xfrm>
            <a:off x="3717925" y="5032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32" name="Oval 20"/>
          <p:cNvSpPr>
            <a:spLocks noChangeAspect="1" noChangeArrowheads="1"/>
          </p:cNvSpPr>
          <p:nvPr/>
        </p:nvSpPr>
        <p:spPr bwMode="auto">
          <a:xfrm>
            <a:off x="2486025" y="3903663"/>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33" name="Oval 21"/>
          <p:cNvSpPr>
            <a:spLocks noChangeAspect="1" noChangeArrowheads="1"/>
          </p:cNvSpPr>
          <p:nvPr/>
        </p:nvSpPr>
        <p:spPr bwMode="auto">
          <a:xfrm>
            <a:off x="4340225" y="28146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34" name="Oval 22"/>
          <p:cNvSpPr>
            <a:spLocks noChangeAspect="1" noChangeArrowheads="1"/>
          </p:cNvSpPr>
          <p:nvPr/>
        </p:nvSpPr>
        <p:spPr bwMode="auto">
          <a:xfrm>
            <a:off x="4403725" y="3635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35" name="Oval 23"/>
          <p:cNvSpPr>
            <a:spLocks noChangeAspect="1" noChangeArrowheads="1"/>
          </p:cNvSpPr>
          <p:nvPr/>
        </p:nvSpPr>
        <p:spPr bwMode="auto">
          <a:xfrm>
            <a:off x="3409950" y="26638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36" name="Oval 24"/>
          <p:cNvSpPr>
            <a:spLocks noChangeAspect="1" noChangeArrowheads="1"/>
          </p:cNvSpPr>
          <p:nvPr/>
        </p:nvSpPr>
        <p:spPr bwMode="auto">
          <a:xfrm>
            <a:off x="3886200" y="3733800"/>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37" name="Oval 25"/>
          <p:cNvSpPr>
            <a:spLocks noChangeAspect="1" noChangeArrowheads="1"/>
          </p:cNvSpPr>
          <p:nvPr/>
        </p:nvSpPr>
        <p:spPr bwMode="auto">
          <a:xfrm>
            <a:off x="3048000" y="31242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38" name="Oval 26"/>
          <p:cNvSpPr>
            <a:spLocks noChangeAspect="1" noChangeArrowheads="1"/>
          </p:cNvSpPr>
          <p:nvPr/>
        </p:nvSpPr>
        <p:spPr bwMode="auto">
          <a:xfrm>
            <a:off x="5105400" y="41148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39" name="Oval 27"/>
          <p:cNvSpPr>
            <a:spLocks noChangeAspect="1" noChangeArrowheads="1"/>
          </p:cNvSpPr>
          <p:nvPr/>
        </p:nvSpPr>
        <p:spPr bwMode="auto">
          <a:xfrm rot="-1118274">
            <a:off x="3887788" y="4443413"/>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40" name="Oval 28"/>
          <p:cNvSpPr>
            <a:spLocks noChangeAspect="1" noChangeArrowheads="1"/>
          </p:cNvSpPr>
          <p:nvPr/>
        </p:nvSpPr>
        <p:spPr bwMode="auto">
          <a:xfrm rot="-1118274">
            <a:off x="6003925" y="3228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41" name="Oval 29"/>
          <p:cNvSpPr>
            <a:spLocks noChangeAspect="1" noChangeArrowheads="1"/>
          </p:cNvSpPr>
          <p:nvPr/>
        </p:nvSpPr>
        <p:spPr bwMode="auto">
          <a:xfrm rot="-1118274">
            <a:off x="5295900" y="45450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42" name="Oval 30"/>
          <p:cNvSpPr>
            <a:spLocks noChangeAspect="1" noChangeArrowheads="1"/>
          </p:cNvSpPr>
          <p:nvPr/>
        </p:nvSpPr>
        <p:spPr bwMode="auto">
          <a:xfrm rot="-1118274">
            <a:off x="3124200" y="26670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43" name="Oval 31"/>
          <p:cNvSpPr>
            <a:spLocks noChangeAspect="1" noChangeArrowheads="1"/>
          </p:cNvSpPr>
          <p:nvPr/>
        </p:nvSpPr>
        <p:spPr bwMode="auto">
          <a:xfrm rot="-1118274">
            <a:off x="4711700" y="35845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44" name="Oval 32"/>
          <p:cNvSpPr>
            <a:spLocks noChangeAspect="1" noChangeArrowheads="1"/>
          </p:cNvSpPr>
          <p:nvPr/>
        </p:nvSpPr>
        <p:spPr bwMode="auto">
          <a:xfrm rot="-1118274">
            <a:off x="5867400" y="4495800"/>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45" name="Oval 33"/>
          <p:cNvSpPr>
            <a:spLocks noChangeAspect="1" noChangeArrowheads="1"/>
          </p:cNvSpPr>
          <p:nvPr/>
        </p:nvSpPr>
        <p:spPr bwMode="auto">
          <a:xfrm rot="-1118274">
            <a:off x="3114675" y="36401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46" name="Oval 34"/>
          <p:cNvSpPr>
            <a:spLocks noChangeAspect="1" noChangeArrowheads="1"/>
          </p:cNvSpPr>
          <p:nvPr/>
        </p:nvSpPr>
        <p:spPr bwMode="auto">
          <a:xfrm rot="5895381">
            <a:off x="3867150" y="3057525"/>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47" name="Oval 35"/>
          <p:cNvSpPr>
            <a:spLocks noChangeAspect="1" noChangeArrowheads="1"/>
          </p:cNvSpPr>
          <p:nvPr/>
        </p:nvSpPr>
        <p:spPr bwMode="auto">
          <a:xfrm rot="5895381">
            <a:off x="4136231" y="5242719"/>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48" name="Oval 36"/>
          <p:cNvSpPr>
            <a:spLocks noChangeAspect="1" noChangeArrowheads="1"/>
          </p:cNvSpPr>
          <p:nvPr/>
        </p:nvSpPr>
        <p:spPr bwMode="auto">
          <a:xfrm rot="5895381">
            <a:off x="3114675" y="40989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49" name="Oval 37"/>
          <p:cNvSpPr>
            <a:spLocks noChangeAspect="1" noChangeArrowheads="1"/>
          </p:cNvSpPr>
          <p:nvPr/>
        </p:nvSpPr>
        <p:spPr bwMode="auto">
          <a:xfrm rot="5895381">
            <a:off x="4343400" y="2393950"/>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50" name="Oval 38"/>
          <p:cNvSpPr>
            <a:spLocks noChangeAspect="1" noChangeArrowheads="1"/>
          </p:cNvSpPr>
          <p:nvPr/>
        </p:nvSpPr>
        <p:spPr bwMode="auto">
          <a:xfrm rot="5895381">
            <a:off x="5304632" y="4144169"/>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51" name="Oval 39"/>
          <p:cNvSpPr>
            <a:spLocks noChangeAspect="1" noChangeArrowheads="1"/>
          </p:cNvSpPr>
          <p:nvPr/>
        </p:nvSpPr>
        <p:spPr bwMode="auto">
          <a:xfrm rot="5895381">
            <a:off x="4370388" y="407987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52" name="Oval 40"/>
          <p:cNvSpPr>
            <a:spLocks noChangeAspect="1" noChangeArrowheads="1"/>
          </p:cNvSpPr>
          <p:nvPr/>
        </p:nvSpPr>
        <p:spPr bwMode="auto">
          <a:xfrm rot="5895381">
            <a:off x="5619750" y="3365500"/>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53" name="Oval 41"/>
          <p:cNvSpPr>
            <a:spLocks noChangeAspect="1" noChangeArrowheads="1"/>
          </p:cNvSpPr>
          <p:nvPr/>
        </p:nvSpPr>
        <p:spPr bwMode="auto">
          <a:xfrm rot="5895381">
            <a:off x="3087688" y="23463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54" name="Oval 42"/>
          <p:cNvSpPr>
            <a:spLocks noChangeAspect="1" noChangeArrowheads="1"/>
          </p:cNvSpPr>
          <p:nvPr/>
        </p:nvSpPr>
        <p:spPr bwMode="auto">
          <a:xfrm rot="5895381">
            <a:off x="5260975" y="32734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55" name="Oval 43"/>
          <p:cNvSpPr>
            <a:spLocks noChangeAspect="1" noChangeArrowheads="1"/>
          </p:cNvSpPr>
          <p:nvPr/>
        </p:nvSpPr>
        <p:spPr bwMode="auto">
          <a:xfrm rot="5895381">
            <a:off x="5117307" y="4718844"/>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56" name="Oval 44"/>
          <p:cNvSpPr>
            <a:spLocks noChangeAspect="1" noChangeArrowheads="1"/>
          </p:cNvSpPr>
          <p:nvPr/>
        </p:nvSpPr>
        <p:spPr bwMode="auto">
          <a:xfrm rot="4777107">
            <a:off x="3498057" y="3534569"/>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57" name="Oval 45"/>
          <p:cNvSpPr>
            <a:spLocks noChangeAspect="1" noChangeArrowheads="1"/>
          </p:cNvSpPr>
          <p:nvPr/>
        </p:nvSpPr>
        <p:spPr bwMode="auto">
          <a:xfrm rot="4777107">
            <a:off x="4651375" y="5254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58" name="Oval 46"/>
          <p:cNvSpPr>
            <a:spLocks noChangeAspect="1" noChangeArrowheads="1"/>
          </p:cNvSpPr>
          <p:nvPr/>
        </p:nvSpPr>
        <p:spPr bwMode="auto">
          <a:xfrm rot="4777107">
            <a:off x="4346575" y="4873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59" name="Oval 47"/>
          <p:cNvSpPr>
            <a:spLocks noChangeAspect="1" noChangeArrowheads="1"/>
          </p:cNvSpPr>
          <p:nvPr/>
        </p:nvSpPr>
        <p:spPr bwMode="auto">
          <a:xfrm rot="4777107">
            <a:off x="2817019" y="3736181"/>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60" name="Oval 48"/>
          <p:cNvSpPr>
            <a:spLocks noChangeAspect="1" noChangeArrowheads="1"/>
          </p:cNvSpPr>
          <p:nvPr/>
        </p:nvSpPr>
        <p:spPr bwMode="auto">
          <a:xfrm rot="4777107">
            <a:off x="3713163" y="2776537"/>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61" name="Oval 49"/>
          <p:cNvSpPr>
            <a:spLocks noChangeAspect="1" noChangeArrowheads="1"/>
          </p:cNvSpPr>
          <p:nvPr/>
        </p:nvSpPr>
        <p:spPr bwMode="auto">
          <a:xfrm rot="4777107">
            <a:off x="4356101" y="4364037"/>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62" name="Oval 50"/>
          <p:cNvSpPr>
            <a:spLocks noChangeAspect="1" noChangeArrowheads="1"/>
          </p:cNvSpPr>
          <p:nvPr/>
        </p:nvSpPr>
        <p:spPr bwMode="auto">
          <a:xfrm rot="4777107">
            <a:off x="2504282" y="3082131"/>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63" name="Oval 51"/>
          <p:cNvSpPr>
            <a:spLocks noChangeAspect="1" noChangeArrowheads="1"/>
          </p:cNvSpPr>
          <p:nvPr/>
        </p:nvSpPr>
        <p:spPr bwMode="auto">
          <a:xfrm rot="4777107">
            <a:off x="3937794" y="5049044"/>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64" name="Oval 52"/>
          <p:cNvSpPr>
            <a:spLocks noChangeAspect="1" noChangeArrowheads="1"/>
          </p:cNvSpPr>
          <p:nvPr/>
        </p:nvSpPr>
        <p:spPr bwMode="auto">
          <a:xfrm rot="4777107">
            <a:off x="5303838" y="4756150"/>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65" name="Text Box 53"/>
          <p:cNvSpPr txBox="1">
            <a:spLocks noChangeArrowheads="1"/>
          </p:cNvSpPr>
          <p:nvPr/>
        </p:nvSpPr>
        <p:spPr bwMode="auto">
          <a:xfrm>
            <a:off x="5486400" y="1676400"/>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b="1" i="1">
                <a:latin typeface="Tahoma" panose="020B0604030504040204" pitchFamily="34" charset="0"/>
              </a:rPr>
              <a:t>f</a:t>
            </a:r>
            <a:r>
              <a:rPr lang="en-US" altLang="zh-CN" sz="2000" i="1">
                <a:latin typeface="Tahoma" panose="020B0604030504040204" pitchFamily="34" charset="0"/>
              </a:rPr>
              <a:t>(</a:t>
            </a:r>
            <a:r>
              <a:rPr lang="en-US" altLang="zh-CN" sz="2000" b="1" i="1">
                <a:latin typeface="Tahoma" panose="020B0604030504040204" pitchFamily="34" charset="0"/>
              </a:rPr>
              <a:t>x</a:t>
            </a:r>
            <a:r>
              <a:rPr lang="en-US" altLang="zh-CN" sz="2000" i="1">
                <a:latin typeface="Tahoma" panose="020B0604030504040204" pitchFamily="34" charset="0"/>
              </a:rPr>
              <a:t>,</a:t>
            </a:r>
            <a:r>
              <a:rPr lang="en-US" altLang="zh-CN" sz="2000" b="1" i="1">
                <a:solidFill>
                  <a:srgbClr val="00CC00"/>
                </a:solidFill>
                <a:latin typeface="Tahoma" panose="020B0604030504040204" pitchFamily="34" charset="0"/>
              </a:rPr>
              <a:t>w</a:t>
            </a:r>
            <a:r>
              <a:rPr lang="en-US" altLang="zh-CN" sz="2000" i="1">
                <a:solidFill>
                  <a:srgbClr val="00CC00"/>
                </a:solidFill>
                <a:latin typeface="Tahoma" panose="020B0604030504040204" pitchFamily="34" charset="0"/>
              </a:rPr>
              <a:t>,b</a:t>
            </a:r>
            <a:r>
              <a:rPr lang="en-US" altLang="zh-CN" sz="2000" i="1">
                <a:latin typeface="Tahoma" panose="020B0604030504040204" pitchFamily="34" charset="0"/>
              </a:rPr>
              <a:t>) = sign(</a:t>
            </a:r>
            <a:r>
              <a:rPr lang="en-US" altLang="zh-CN" sz="2000" b="1" i="1">
                <a:solidFill>
                  <a:srgbClr val="00CC00"/>
                </a:solidFill>
                <a:latin typeface="Tahoma" panose="020B0604030504040204" pitchFamily="34" charset="0"/>
              </a:rPr>
              <a:t>w</a:t>
            </a:r>
            <a:r>
              <a:rPr lang="en-US" altLang="zh-CN" sz="2000" b="1" i="1">
                <a:latin typeface="Tahoma" panose="020B0604030504040204" pitchFamily="34" charset="0"/>
              </a:rPr>
              <a:t> x</a:t>
            </a:r>
            <a:r>
              <a:rPr lang="en-US" altLang="zh-CN" sz="2000" i="1">
                <a:solidFill>
                  <a:srgbClr val="00CC00"/>
                </a:solidFill>
                <a:latin typeface="Tahoma" panose="020B0604030504040204" pitchFamily="34" charset="0"/>
              </a:rPr>
              <a:t> </a:t>
            </a:r>
            <a:r>
              <a:rPr lang="en-US" altLang="zh-CN" sz="2000" i="1">
                <a:latin typeface="Tahoma" panose="020B0604030504040204" pitchFamily="34" charset="0"/>
              </a:rPr>
              <a:t>+ </a:t>
            </a:r>
            <a:r>
              <a:rPr lang="en-US" altLang="zh-CN" sz="2000" i="1">
                <a:solidFill>
                  <a:srgbClr val="00CC00"/>
                </a:solidFill>
                <a:latin typeface="Tahoma" panose="020B0604030504040204" pitchFamily="34" charset="0"/>
              </a:rPr>
              <a:t>b</a:t>
            </a:r>
            <a:r>
              <a:rPr lang="en-US" altLang="zh-CN" sz="2000" i="1">
                <a:latin typeface="Tahoma" panose="020B0604030504040204" pitchFamily="34" charset="0"/>
              </a:rPr>
              <a:t>)</a:t>
            </a:r>
          </a:p>
        </p:txBody>
      </p:sp>
      <p:sp>
        <p:nvSpPr>
          <p:cNvPr id="243766" name="Text Box 54"/>
          <p:cNvSpPr txBox="1">
            <a:spLocks noChangeArrowheads="1"/>
          </p:cNvSpPr>
          <p:nvPr/>
        </p:nvSpPr>
        <p:spPr bwMode="auto">
          <a:xfrm>
            <a:off x="6248400" y="3200400"/>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endParaRPr lang="en-US" altLang="en-US" sz="2000">
              <a:latin typeface="Tahoma" panose="020B0604030504040204" pitchFamily="34" charset="0"/>
            </a:endParaRPr>
          </a:p>
        </p:txBody>
      </p:sp>
      <p:sp>
        <p:nvSpPr>
          <p:cNvPr id="243767" name="Text Box 55"/>
          <p:cNvSpPr txBox="1">
            <a:spLocks noChangeArrowheads="1"/>
          </p:cNvSpPr>
          <p:nvPr/>
        </p:nvSpPr>
        <p:spPr bwMode="auto">
          <a:xfrm>
            <a:off x="6400800" y="2286000"/>
            <a:ext cx="27432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r>
              <a:rPr lang="en-US" altLang="zh-CN" sz="2400" dirty="0">
                <a:latin typeface="Tahoma" panose="020B0604030504040204" pitchFamily="34" charset="0"/>
              </a:rPr>
              <a:t>The </a:t>
            </a:r>
            <a:r>
              <a:rPr lang="en-US" altLang="zh-CN" sz="2400" dirty="0">
                <a:solidFill>
                  <a:srgbClr val="CC0000"/>
                </a:solidFill>
                <a:latin typeface="Tahoma" panose="020B0604030504040204" pitchFamily="34" charset="0"/>
              </a:rPr>
              <a:t>maximum margin linear classifier</a:t>
            </a:r>
            <a:r>
              <a:rPr lang="en-US" altLang="zh-CN" sz="2400" dirty="0">
                <a:latin typeface="Tahoma" panose="020B0604030504040204" pitchFamily="34" charset="0"/>
              </a:rPr>
              <a:t> is the linear classifier with the, maximum margin.</a:t>
            </a:r>
          </a:p>
          <a:p>
            <a:pPr algn="l">
              <a:spcBef>
                <a:spcPct val="50000"/>
              </a:spcBef>
              <a:buClr>
                <a:schemeClr val="tx1"/>
              </a:buClr>
            </a:pPr>
            <a:r>
              <a:rPr lang="en-US" altLang="zh-CN" sz="2400" dirty="0">
                <a:latin typeface="Tahoma" panose="020B0604030504040204" pitchFamily="34" charset="0"/>
              </a:rPr>
              <a:t>This is the simplest kind of SVM (Called an LSVM)</a:t>
            </a:r>
          </a:p>
        </p:txBody>
      </p:sp>
      <p:sp>
        <p:nvSpPr>
          <p:cNvPr id="243768" name="AutoShape 56"/>
          <p:cNvSpPr>
            <a:spLocks noChangeArrowheads="1"/>
          </p:cNvSpPr>
          <p:nvPr/>
        </p:nvSpPr>
        <p:spPr bwMode="auto">
          <a:xfrm>
            <a:off x="4441825" y="6097588"/>
            <a:ext cx="1758950" cy="381000"/>
          </a:xfrm>
          <a:prstGeom prst="wedgeRectCallout">
            <a:avLst>
              <a:gd name="adj1" fmla="val 64713"/>
              <a:gd name="adj2" fmla="val -86250"/>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50000"/>
              </a:spcBef>
              <a:buClr>
                <a:schemeClr val="tx1"/>
              </a:buClr>
            </a:pPr>
            <a:r>
              <a:rPr lang="en-US" altLang="zh-CN" sz="2000">
                <a:latin typeface="Tahoma" panose="020B0604030504040204" pitchFamily="34" charset="0"/>
              </a:rPr>
              <a:t>Linear SVM</a:t>
            </a:r>
          </a:p>
        </p:txBody>
      </p:sp>
      <p:sp>
        <p:nvSpPr>
          <p:cNvPr id="243769" name="Text Box 57"/>
          <p:cNvSpPr txBox="1">
            <a:spLocks noChangeArrowheads="1"/>
          </p:cNvSpPr>
          <p:nvPr/>
        </p:nvSpPr>
        <p:spPr bwMode="auto">
          <a:xfrm>
            <a:off x="173038" y="3675063"/>
            <a:ext cx="2120900" cy="1920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chemeClr val="tx1"/>
              </a:buClr>
            </a:pPr>
            <a:r>
              <a:rPr lang="en-US" altLang="zh-CN" sz="2000">
                <a:solidFill>
                  <a:srgbClr val="00CC00"/>
                </a:solidFill>
                <a:latin typeface="Tahoma" panose="020B0604030504040204" pitchFamily="34" charset="0"/>
              </a:rPr>
              <a:t>Support Vectors </a:t>
            </a:r>
            <a:r>
              <a:rPr lang="en-US" altLang="zh-CN" sz="2000">
                <a:latin typeface="Tahoma" panose="020B0604030504040204" pitchFamily="34" charset="0"/>
              </a:rPr>
              <a:t>are those datapoints that the margin pushes up against</a:t>
            </a:r>
          </a:p>
        </p:txBody>
      </p:sp>
      <p:sp>
        <p:nvSpPr>
          <p:cNvPr id="243770" name="Freeform 58"/>
          <p:cNvSpPr>
            <a:spLocks/>
          </p:cNvSpPr>
          <p:nvPr/>
        </p:nvSpPr>
        <p:spPr bwMode="auto">
          <a:xfrm>
            <a:off x="2112963" y="3725863"/>
            <a:ext cx="1708150" cy="155575"/>
          </a:xfrm>
          <a:custGeom>
            <a:avLst/>
            <a:gdLst>
              <a:gd name="T0" fmla="*/ 0 w 1076"/>
              <a:gd name="T1" fmla="*/ 98 h 98"/>
              <a:gd name="T2" fmla="*/ 104 w 1076"/>
              <a:gd name="T3" fmla="*/ 39 h 98"/>
              <a:gd name="T4" fmla="*/ 212 w 1076"/>
              <a:gd name="T5" fmla="*/ 0 h 98"/>
              <a:gd name="T6" fmla="*/ 326 w 1076"/>
              <a:gd name="T7" fmla="*/ 11 h 98"/>
              <a:gd name="T8" fmla="*/ 386 w 1076"/>
              <a:gd name="T9" fmla="*/ 39 h 98"/>
              <a:gd name="T10" fmla="*/ 386 w 1076"/>
              <a:gd name="T11" fmla="*/ 39 h 98"/>
              <a:gd name="T12" fmla="*/ 511 w 1076"/>
              <a:gd name="T13" fmla="*/ 82 h 98"/>
              <a:gd name="T14" fmla="*/ 989 w 1076"/>
              <a:gd name="T15" fmla="*/ 55 h 98"/>
              <a:gd name="T16" fmla="*/ 1076 w 1076"/>
              <a:gd name="T1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6" h="98">
                <a:moveTo>
                  <a:pt x="0" y="98"/>
                </a:moveTo>
                <a:cubicBezTo>
                  <a:pt x="38" y="87"/>
                  <a:pt x="66" y="53"/>
                  <a:pt x="104" y="39"/>
                </a:cubicBezTo>
                <a:cubicBezTo>
                  <a:pt x="132" y="9"/>
                  <a:pt x="172" y="6"/>
                  <a:pt x="212" y="0"/>
                </a:cubicBezTo>
                <a:cubicBezTo>
                  <a:pt x="262" y="3"/>
                  <a:pt x="286" y="0"/>
                  <a:pt x="326" y="11"/>
                </a:cubicBezTo>
                <a:lnTo>
                  <a:pt x="386" y="39"/>
                </a:lnTo>
                <a:cubicBezTo>
                  <a:pt x="386" y="39"/>
                  <a:pt x="386" y="39"/>
                  <a:pt x="386" y="39"/>
                </a:cubicBezTo>
                <a:cubicBezTo>
                  <a:pt x="428" y="52"/>
                  <a:pt x="469" y="69"/>
                  <a:pt x="511" y="82"/>
                </a:cubicBezTo>
                <a:cubicBezTo>
                  <a:pt x="670" y="74"/>
                  <a:pt x="829" y="60"/>
                  <a:pt x="989" y="55"/>
                </a:cubicBezTo>
                <a:cubicBezTo>
                  <a:pt x="1017" y="51"/>
                  <a:pt x="1048" y="44"/>
                  <a:pt x="1076" y="44"/>
                </a:cubicBezTo>
              </a:path>
            </a:pathLst>
          </a:custGeom>
          <a:noFill/>
          <a:ln w="38100" cap="flat" cmpd="sng">
            <a:solidFill>
              <a:srgbClr val="33CC33"/>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43771" name="Freeform 59"/>
          <p:cNvSpPr>
            <a:spLocks/>
          </p:cNvSpPr>
          <p:nvPr/>
        </p:nvSpPr>
        <p:spPr bwMode="auto">
          <a:xfrm>
            <a:off x="2079625" y="3317875"/>
            <a:ext cx="2293938" cy="485775"/>
          </a:xfrm>
          <a:custGeom>
            <a:avLst/>
            <a:gdLst>
              <a:gd name="T0" fmla="*/ 0 w 1445"/>
              <a:gd name="T1" fmla="*/ 306 h 306"/>
              <a:gd name="T2" fmla="*/ 16 w 1445"/>
              <a:gd name="T3" fmla="*/ 301 h 306"/>
              <a:gd name="T4" fmla="*/ 27 w 1445"/>
              <a:gd name="T5" fmla="*/ 268 h 306"/>
              <a:gd name="T6" fmla="*/ 48 w 1445"/>
              <a:gd name="T7" fmla="*/ 236 h 306"/>
              <a:gd name="T8" fmla="*/ 125 w 1445"/>
              <a:gd name="T9" fmla="*/ 171 h 306"/>
              <a:gd name="T10" fmla="*/ 228 w 1445"/>
              <a:gd name="T11" fmla="*/ 105 h 306"/>
              <a:gd name="T12" fmla="*/ 298 w 1445"/>
              <a:gd name="T13" fmla="*/ 73 h 306"/>
              <a:gd name="T14" fmla="*/ 635 w 1445"/>
              <a:gd name="T15" fmla="*/ 2 h 306"/>
              <a:gd name="T16" fmla="*/ 1043 w 1445"/>
              <a:gd name="T17" fmla="*/ 18 h 306"/>
              <a:gd name="T18" fmla="*/ 1119 w 1445"/>
              <a:gd name="T19" fmla="*/ 40 h 306"/>
              <a:gd name="T20" fmla="*/ 1217 w 1445"/>
              <a:gd name="T21" fmla="*/ 84 h 306"/>
              <a:gd name="T22" fmla="*/ 1336 w 1445"/>
              <a:gd name="T23" fmla="*/ 132 h 306"/>
              <a:gd name="T24" fmla="*/ 1445 w 1445"/>
              <a:gd name="T25" fmla="*/ 165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5" h="306">
                <a:moveTo>
                  <a:pt x="0" y="306"/>
                </a:moveTo>
                <a:cubicBezTo>
                  <a:pt x="5" y="304"/>
                  <a:pt x="12" y="305"/>
                  <a:pt x="16" y="301"/>
                </a:cubicBezTo>
                <a:cubicBezTo>
                  <a:pt x="24" y="293"/>
                  <a:pt x="21" y="278"/>
                  <a:pt x="27" y="268"/>
                </a:cubicBezTo>
                <a:cubicBezTo>
                  <a:pt x="33" y="257"/>
                  <a:pt x="41" y="247"/>
                  <a:pt x="48" y="236"/>
                </a:cubicBezTo>
                <a:cubicBezTo>
                  <a:pt x="58" y="221"/>
                  <a:pt x="117" y="177"/>
                  <a:pt x="125" y="171"/>
                </a:cubicBezTo>
                <a:cubicBezTo>
                  <a:pt x="159" y="146"/>
                  <a:pt x="186" y="117"/>
                  <a:pt x="228" y="105"/>
                </a:cubicBezTo>
                <a:cubicBezTo>
                  <a:pt x="249" y="91"/>
                  <a:pt x="273" y="79"/>
                  <a:pt x="298" y="73"/>
                </a:cubicBezTo>
                <a:cubicBezTo>
                  <a:pt x="394" y="11"/>
                  <a:pt x="526" y="10"/>
                  <a:pt x="635" y="2"/>
                </a:cubicBezTo>
                <a:cubicBezTo>
                  <a:pt x="773" y="5"/>
                  <a:pt x="907" y="0"/>
                  <a:pt x="1043" y="18"/>
                </a:cubicBezTo>
                <a:cubicBezTo>
                  <a:pt x="1068" y="27"/>
                  <a:pt x="1093" y="34"/>
                  <a:pt x="1119" y="40"/>
                </a:cubicBezTo>
                <a:cubicBezTo>
                  <a:pt x="1150" y="63"/>
                  <a:pt x="1183" y="68"/>
                  <a:pt x="1217" y="84"/>
                </a:cubicBezTo>
                <a:cubicBezTo>
                  <a:pt x="1257" y="104"/>
                  <a:pt x="1293" y="119"/>
                  <a:pt x="1336" y="132"/>
                </a:cubicBezTo>
                <a:cubicBezTo>
                  <a:pt x="1370" y="142"/>
                  <a:pt x="1410" y="165"/>
                  <a:pt x="1445" y="165"/>
                </a:cubicBezTo>
              </a:path>
            </a:pathLst>
          </a:custGeom>
          <a:noFill/>
          <a:ln w="38100" cap="flat" cmpd="sng">
            <a:solidFill>
              <a:srgbClr val="33CC33"/>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43772" name="Freeform 60"/>
          <p:cNvSpPr>
            <a:spLocks/>
          </p:cNvSpPr>
          <p:nvPr/>
        </p:nvSpPr>
        <p:spPr bwMode="auto">
          <a:xfrm>
            <a:off x="2105025" y="3994150"/>
            <a:ext cx="1733550" cy="449263"/>
          </a:xfrm>
          <a:custGeom>
            <a:avLst/>
            <a:gdLst>
              <a:gd name="T0" fmla="*/ 0 w 1092"/>
              <a:gd name="T1" fmla="*/ 0 h 283"/>
              <a:gd name="T2" fmla="*/ 130 w 1092"/>
              <a:gd name="T3" fmla="*/ 54 h 283"/>
              <a:gd name="T4" fmla="*/ 326 w 1092"/>
              <a:gd name="T5" fmla="*/ 147 h 283"/>
              <a:gd name="T6" fmla="*/ 397 w 1092"/>
              <a:gd name="T7" fmla="*/ 174 h 283"/>
              <a:gd name="T8" fmla="*/ 527 w 1092"/>
              <a:gd name="T9" fmla="*/ 217 h 283"/>
              <a:gd name="T10" fmla="*/ 1092 w 1092"/>
              <a:gd name="T11" fmla="*/ 272 h 283"/>
            </a:gdLst>
            <a:ahLst/>
            <a:cxnLst>
              <a:cxn ang="0">
                <a:pos x="T0" y="T1"/>
              </a:cxn>
              <a:cxn ang="0">
                <a:pos x="T2" y="T3"/>
              </a:cxn>
              <a:cxn ang="0">
                <a:pos x="T4" y="T5"/>
              </a:cxn>
              <a:cxn ang="0">
                <a:pos x="T6" y="T7"/>
              </a:cxn>
              <a:cxn ang="0">
                <a:pos x="T8" y="T9"/>
              </a:cxn>
              <a:cxn ang="0">
                <a:pos x="T10" y="T11"/>
              </a:cxn>
            </a:cxnLst>
            <a:rect l="0" t="0" r="r" b="b"/>
            <a:pathLst>
              <a:path w="1092" h="283">
                <a:moveTo>
                  <a:pt x="0" y="0"/>
                </a:moveTo>
                <a:cubicBezTo>
                  <a:pt x="47" y="9"/>
                  <a:pt x="84" y="40"/>
                  <a:pt x="130" y="54"/>
                </a:cubicBezTo>
                <a:cubicBezTo>
                  <a:pt x="184" y="96"/>
                  <a:pt x="261" y="129"/>
                  <a:pt x="326" y="147"/>
                </a:cubicBezTo>
                <a:cubicBezTo>
                  <a:pt x="348" y="162"/>
                  <a:pt x="373" y="163"/>
                  <a:pt x="397" y="174"/>
                </a:cubicBezTo>
                <a:cubicBezTo>
                  <a:pt x="439" y="193"/>
                  <a:pt x="481" y="209"/>
                  <a:pt x="527" y="217"/>
                </a:cubicBezTo>
                <a:cubicBezTo>
                  <a:pt x="704" y="283"/>
                  <a:pt x="907" y="272"/>
                  <a:pt x="1092" y="272"/>
                </a:cubicBezTo>
              </a:path>
            </a:pathLst>
          </a:custGeom>
          <a:noFill/>
          <a:ln w="38100" cap="flat" cmpd="sng">
            <a:solidFill>
              <a:srgbClr val="33CC33"/>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43775" name="Oval 63"/>
          <p:cNvSpPr>
            <a:spLocks noChangeArrowheads="1"/>
          </p:cNvSpPr>
          <p:nvPr/>
        </p:nvSpPr>
        <p:spPr bwMode="auto">
          <a:xfrm>
            <a:off x="4341813" y="3579813"/>
            <a:ext cx="152400" cy="152400"/>
          </a:xfrm>
          <a:prstGeom prst="ellipse">
            <a:avLst/>
          </a:prstGeom>
          <a:noFill/>
          <a:ln w="38100">
            <a:solidFill>
              <a:srgbClr val="33CC33"/>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43776" name="Oval 64"/>
          <p:cNvSpPr>
            <a:spLocks noChangeArrowheads="1"/>
          </p:cNvSpPr>
          <p:nvPr/>
        </p:nvSpPr>
        <p:spPr bwMode="auto">
          <a:xfrm>
            <a:off x="3844925" y="3689350"/>
            <a:ext cx="152400" cy="152400"/>
          </a:xfrm>
          <a:prstGeom prst="ellipse">
            <a:avLst/>
          </a:prstGeom>
          <a:noFill/>
          <a:ln w="38100">
            <a:solidFill>
              <a:srgbClr val="33CC33"/>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43777" name="Oval 65"/>
          <p:cNvSpPr>
            <a:spLocks noChangeArrowheads="1"/>
          </p:cNvSpPr>
          <p:nvPr/>
        </p:nvSpPr>
        <p:spPr bwMode="auto">
          <a:xfrm>
            <a:off x="3833813" y="4384675"/>
            <a:ext cx="152400" cy="152400"/>
          </a:xfrm>
          <a:prstGeom prst="ellipse">
            <a:avLst/>
          </a:prstGeom>
          <a:noFill/>
          <a:ln w="38100">
            <a:solidFill>
              <a:srgbClr val="33CC33"/>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43778" name="Text Box 66"/>
          <p:cNvSpPr txBox="1">
            <a:spLocks noChangeArrowheads="1"/>
          </p:cNvSpPr>
          <p:nvPr/>
        </p:nvSpPr>
        <p:spPr bwMode="auto">
          <a:xfrm>
            <a:off x="3668728" y="1545491"/>
            <a:ext cx="5170472" cy="2308324"/>
          </a:xfrm>
          <a:prstGeom prst="rect">
            <a:avLst/>
          </a:prstGeom>
          <a:solidFill>
            <a:srgbClr val="CC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lgn="l">
              <a:defRPr>
                <a:solidFill>
                  <a:schemeClr val="tx1"/>
                </a:solidFill>
                <a:latin typeface="Arial" panose="020B0604020202020204" pitchFamily="34" charset="0"/>
                <a:ea typeface="宋体" panose="02010600030101010101" pitchFamily="2" charset="-122"/>
              </a:defRPr>
            </a:lvl1pPr>
            <a:lvl2pPr marL="914400" indent="-457200" algn="l">
              <a:defRPr>
                <a:solidFill>
                  <a:schemeClr val="tx1"/>
                </a:solidFill>
                <a:latin typeface="Arial" panose="020B0604020202020204" pitchFamily="34" charset="0"/>
                <a:ea typeface="宋体" panose="02010600030101010101" pitchFamily="2" charset="-122"/>
              </a:defRPr>
            </a:lvl2pPr>
            <a:lvl3pPr marL="1371600" indent="-457200" algn="l">
              <a:defRPr>
                <a:solidFill>
                  <a:schemeClr val="tx1"/>
                </a:solidFill>
                <a:latin typeface="Arial" panose="020B0604020202020204" pitchFamily="34" charset="0"/>
                <a:ea typeface="宋体" panose="02010600030101010101" pitchFamily="2" charset="-122"/>
              </a:defRPr>
            </a:lvl3pPr>
            <a:lvl4pPr marL="1828800" indent="-457200" algn="l">
              <a:defRPr>
                <a:solidFill>
                  <a:schemeClr val="tx1"/>
                </a:solidFill>
                <a:latin typeface="Arial" panose="020B0604020202020204" pitchFamily="34" charset="0"/>
                <a:ea typeface="宋体" panose="02010600030101010101" pitchFamily="2" charset="-122"/>
              </a:defRPr>
            </a:lvl4pPr>
            <a:lvl5pPr marL="2286000" indent="-457200" algn="l">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AutoNum type="arabicPeriod"/>
            </a:pPr>
            <a:r>
              <a:rPr lang="en-US" sz="2000" dirty="0"/>
              <a:t>If hyperplane is oriented such that it is close to some of the points in your training set, new data may lie on the wrong side of the hyperplane, even if the new points lie close to training examples of the correct class.</a:t>
            </a:r>
          </a:p>
          <a:p>
            <a:pPr>
              <a:spcBef>
                <a:spcPct val="20000"/>
              </a:spcBef>
              <a:buFontTx/>
              <a:buAutoNum type="arabicPeriod"/>
            </a:pPr>
            <a:r>
              <a:rPr lang="en-US" altLang="zh-CN" sz="2000" dirty="0">
                <a:latin typeface="Tahoma" panose="020B0604030504040204" pitchFamily="34" charset="0"/>
              </a:rPr>
              <a:t>Solution is maximizing the margin</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3058920" y="1574640"/>
              <a:ext cx="2571840" cy="3000960"/>
            </p14:xfrm>
          </p:contentPart>
        </mc:Choice>
        <mc:Fallback xmlns="">
          <p:pic>
            <p:nvPicPr>
              <p:cNvPr id="2" name="Ink 1"/>
              <p:cNvPicPr/>
              <p:nvPr/>
            </p:nvPicPr>
            <p:blipFill>
              <a:blip r:embed="rId3"/>
              <a:stretch>
                <a:fillRect/>
              </a:stretch>
            </p:blipFill>
            <p:spPr>
              <a:xfrm>
                <a:off x="3047040" y="1566000"/>
                <a:ext cx="2594520" cy="3022200"/>
              </a:xfrm>
              <a:prstGeom prst="rect">
                <a:avLst/>
              </a:prstGeom>
            </p:spPr>
          </p:pic>
        </mc:Fallback>
      </mc:AlternateContent>
    </p:spTree>
    <p:extLst>
      <p:ext uri="{BB962C8B-B14F-4D97-AF65-F5344CB8AC3E}">
        <p14:creationId xmlns:p14="http://schemas.microsoft.com/office/powerpoint/2010/main" val="13813488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3769"/>
                                        </p:tgtEl>
                                        <p:attrNameLst>
                                          <p:attrName>style.visibility</p:attrName>
                                        </p:attrNameLst>
                                      </p:cBhvr>
                                      <p:to>
                                        <p:strVal val="visible"/>
                                      </p:to>
                                    </p:set>
                                    <p:anim calcmode="lin" valueType="num">
                                      <p:cBhvr additive="base">
                                        <p:cTn id="7" dur="500" fill="hold"/>
                                        <p:tgtEl>
                                          <p:spTgt spid="243769"/>
                                        </p:tgtEl>
                                        <p:attrNameLst>
                                          <p:attrName>ppt_x</p:attrName>
                                        </p:attrNameLst>
                                      </p:cBhvr>
                                      <p:tavLst>
                                        <p:tav tm="0">
                                          <p:val>
                                            <p:strVal val="#ppt_x"/>
                                          </p:val>
                                        </p:tav>
                                        <p:tav tm="100000">
                                          <p:val>
                                            <p:strVal val="#ppt_x"/>
                                          </p:val>
                                        </p:tav>
                                      </p:tavLst>
                                    </p:anim>
                                    <p:anim calcmode="lin" valueType="num">
                                      <p:cBhvr additive="base">
                                        <p:cTn id="8" dur="500" fill="hold"/>
                                        <p:tgtEl>
                                          <p:spTgt spid="24376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3771"/>
                                        </p:tgtEl>
                                        <p:attrNameLst>
                                          <p:attrName>style.visibility</p:attrName>
                                        </p:attrNameLst>
                                      </p:cBhvr>
                                      <p:to>
                                        <p:strVal val="visible"/>
                                      </p:to>
                                    </p:set>
                                    <p:anim calcmode="lin" valueType="num">
                                      <p:cBhvr additive="base">
                                        <p:cTn id="11" dur="500" fill="hold"/>
                                        <p:tgtEl>
                                          <p:spTgt spid="243771"/>
                                        </p:tgtEl>
                                        <p:attrNameLst>
                                          <p:attrName>ppt_x</p:attrName>
                                        </p:attrNameLst>
                                      </p:cBhvr>
                                      <p:tavLst>
                                        <p:tav tm="0">
                                          <p:val>
                                            <p:strVal val="#ppt_x"/>
                                          </p:val>
                                        </p:tav>
                                        <p:tav tm="100000">
                                          <p:val>
                                            <p:strVal val="#ppt_x"/>
                                          </p:val>
                                        </p:tav>
                                      </p:tavLst>
                                    </p:anim>
                                    <p:anim calcmode="lin" valueType="num">
                                      <p:cBhvr additive="base">
                                        <p:cTn id="12" dur="500" fill="hold"/>
                                        <p:tgtEl>
                                          <p:spTgt spid="24377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3770"/>
                                        </p:tgtEl>
                                        <p:attrNameLst>
                                          <p:attrName>style.visibility</p:attrName>
                                        </p:attrNameLst>
                                      </p:cBhvr>
                                      <p:to>
                                        <p:strVal val="visible"/>
                                      </p:to>
                                    </p:set>
                                    <p:anim calcmode="lin" valueType="num">
                                      <p:cBhvr additive="base">
                                        <p:cTn id="15" dur="500" fill="hold"/>
                                        <p:tgtEl>
                                          <p:spTgt spid="243770"/>
                                        </p:tgtEl>
                                        <p:attrNameLst>
                                          <p:attrName>ppt_x</p:attrName>
                                        </p:attrNameLst>
                                      </p:cBhvr>
                                      <p:tavLst>
                                        <p:tav tm="0">
                                          <p:val>
                                            <p:strVal val="#ppt_x"/>
                                          </p:val>
                                        </p:tav>
                                        <p:tav tm="100000">
                                          <p:val>
                                            <p:strVal val="#ppt_x"/>
                                          </p:val>
                                        </p:tav>
                                      </p:tavLst>
                                    </p:anim>
                                    <p:anim calcmode="lin" valueType="num">
                                      <p:cBhvr additive="base">
                                        <p:cTn id="16" dur="500" fill="hold"/>
                                        <p:tgtEl>
                                          <p:spTgt spid="24377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43772"/>
                                        </p:tgtEl>
                                        <p:attrNameLst>
                                          <p:attrName>style.visibility</p:attrName>
                                        </p:attrNameLst>
                                      </p:cBhvr>
                                      <p:to>
                                        <p:strVal val="visible"/>
                                      </p:to>
                                    </p:set>
                                    <p:anim calcmode="lin" valueType="num">
                                      <p:cBhvr additive="base">
                                        <p:cTn id="19" dur="500" fill="hold"/>
                                        <p:tgtEl>
                                          <p:spTgt spid="243772"/>
                                        </p:tgtEl>
                                        <p:attrNameLst>
                                          <p:attrName>ppt_x</p:attrName>
                                        </p:attrNameLst>
                                      </p:cBhvr>
                                      <p:tavLst>
                                        <p:tav tm="0">
                                          <p:val>
                                            <p:strVal val="#ppt_x"/>
                                          </p:val>
                                        </p:tav>
                                        <p:tav tm="100000">
                                          <p:val>
                                            <p:strVal val="#ppt_x"/>
                                          </p:val>
                                        </p:tav>
                                      </p:tavLst>
                                    </p:anim>
                                    <p:anim calcmode="lin" valueType="num">
                                      <p:cBhvr additive="base">
                                        <p:cTn id="20" dur="500" fill="hold"/>
                                        <p:tgtEl>
                                          <p:spTgt spid="24377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37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69" grpId="0"/>
      <p:bldP spid="243770" grpId="0" animBg="1"/>
      <p:bldP spid="243771" grpId="0" animBg="1"/>
      <p:bldP spid="243772" grpId="0" animBg="1"/>
      <p:bldP spid="24377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770" y="304800"/>
            <a:ext cx="6120680" cy="850106"/>
          </a:xfrm>
        </p:spPr>
        <p:txBody>
          <a:bodyPr/>
          <a:lstStyle/>
          <a:p>
            <a:r>
              <a:rPr lang="en-US" sz="4400" dirty="0"/>
              <a:t>Support Vectors</a:t>
            </a:r>
          </a:p>
        </p:txBody>
      </p:sp>
      <p:sp>
        <p:nvSpPr>
          <p:cNvPr id="3" name="Content Placeholder 2"/>
          <p:cNvSpPr>
            <a:spLocks noGrp="1"/>
          </p:cNvSpPr>
          <p:nvPr>
            <p:ph idx="1"/>
          </p:nvPr>
        </p:nvSpPr>
        <p:spPr/>
        <p:txBody>
          <a:bodyPr>
            <a:normAutofit lnSpcReduction="10000"/>
          </a:bodyPr>
          <a:lstStyle/>
          <a:p>
            <a:r>
              <a:rPr lang="en-US" altLang="en-US" dirty="0"/>
              <a:t>Geometric description of SVM  is that the max-margin hyperplane is completely determined by those points that lie nearest to it.</a:t>
            </a:r>
          </a:p>
          <a:p>
            <a:r>
              <a:rPr lang="en-US" dirty="0"/>
              <a:t>Points that lie on this margin are the support vectors.</a:t>
            </a:r>
            <a:endParaRPr lang="en-US" altLang="zh-CN" dirty="0"/>
          </a:p>
          <a:p>
            <a:r>
              <a:rPr lang="en-US" dirty="0"/>
              <a:t>The points of our data set which if removed, would alter the position of the dividing hyperplane</a:t>
            </a:r>
          </a:p>
          <a:p>
            <a:endParaRPr lang="en-US" dirty="0"/>
          </a:p>
          <a:p>
            <a:pPr marL="0" indent="0">
              <a:buNone/>
            </a:pPr>
            <a:endParaRPr lang="en-US" dirty="0"/>
          </a:p>
        </p:txBody>
      </p:sp>
      <p:sp>
        <p:nvSpPr>
          <p:cNvPr id="11" name="AutoShape 8" descr="{\vec {x}}_{i}"/>
          <p:cNvSpPr>
            <a:spLocks noChangeAspect="1" noChangeArrowheads="1"/>
          </p:cNvSpPr>
          <p:nvPr/>
        </p:nvSpPr>
        <p:spPr bwMode="auto">
          <a:xfrm>
            <a:off x="47593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9" descr="{\vec {x}}_{i}"/>
          <p:cNvSpPr>
            <a:spLocks noChangeAspect="1" noChangeArrowheads="1"/>
          </p:cNvSpPr>
          <p:nvPr/>
        </p:nvSpPr>
        <p:spPr bwMode="auto">
          <a:xfrm>
            <a:off x="62674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42815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1000"/>
            <a:ext cx="8229600" cy="1143000"/>
          </a:xfrm>
          <a:noFill/>
        </p:spPr>
        <p:txBody>
          <a:bodyPr/>
          <a:lstStyle/>
          <a:p>
            <a:pPr algn="l"/>
            <a:r>
              <a:rPr lang="en-US" dirty="0"/>
              <a:t>Line with 2 features: R2</a:t>
            </a:r>
          </a:p>
        </p:txBody>
      </p:sp>
      <p:pic>
        <p:nvPicPr>
          <p:cNvPr id="3" name="Picture 2"/>
          <p:cNvPicPr>
            <a:picLocks noChangeAspect="1"/>
          </p:cNvPicPr>
          <p:nvPr/>
        </p:nvPicPr>
        <p:blipFill>
          <a:blip r:embed="rId2"/>
          <a:stretch>
            <a:fillRect/>
          </a:stretch>
        </p:blipFill>
        <p:spPr>
          <a:xfrm>
            <a:off x="228600" y="1752600"/>
            <a:ext cx="8277225" cy="428625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1501200" y="3599640"/>
              <a:ext cx="5552640" cy="2489040"/>
            </p14:xfrm>
          </p:contentPart>
        </mc:Choice>
        <mc:Fallback xmlns="">
          <p:pic>
            <p:nvPicPr>
              <p:cNvPr id="4" name="Ink 3"/>
              <p:cNvPicPr/>
              <p:nvPr/>
            </p:nvPicPr>
            <p:blipFill>
              <a:blip r:embed="rId4"/>
              <a:stretch>
                <a:fillRect/>
              </a:stretch>
            </p:blipFill>
            <p:spPr>
              <a:xfrm>
                <a:off x="1497960" y="3597120"/>
                <a:ext cx="5565600" cy="2495160"/>
              </a:xfrm>
              <a:prstGeom prst="rect">
                <a:avLst/>
              </a:prstGeom>
            </p:spPr>
          </p:pic>
        </mc:Fallback>
      </mc:AlternateContent>
    </p:spTree>
    <p:extLst>
      <p:ext uri="{BB962C8B-B14F-4D97-AF65-F5344CB8AC3E}">
        <p14:creationId xmlns:p14="http://schemas.microsoft.com/office/powerpoint/2010/main" val="865251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4" y="381000"/>
            <a:ext cx="8229600" cy="1143000"/>
          </a:xfrm>
          <a:noFill/>
        </p:spPr>
        <p:txBody>
          <a:bodyPr/>
          <a:lstStyle/>
          <a:p>
            <a:pPr algn="l"/>
            <a:r>
              <a:rPr lang="en-US" altLang="zh-CN" dirty="0"/>
              <a:t>Linear SVM Mathematically</a:t>
            </a:r>
            <a:endParaRPr lang="en-US" dirty="0"/>
          </a:p>
        </p:txBody>
      </p:sp>
      <p:pic>
        <p:nvPicPr>
          <p:cNvPr id="3" name="Picture 2"/>
          <p:cNvPicPr>
            <a:picLocks noChangeAspect="1"/>
          </p:cNvPicPr>
          <p:nvPr/>
        </p:nvPicPr>
        <p:blipFill>
          <a:blip r:embed="rId2"/>
          <a:stretch>
            <a:fillRect/>
          </a:stretch>
        </p:blipFill>
        <p:spPr>
          <a:xfrm>
            <a:off x="445073" y="1676400"/>
            <a:ext cx="7860727" cy="4570948"/>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1154520" y="688680"/>
              <a:ext cx="6988680" cy="5367600"/>
            </p14:xfrm>
          </p:contentPart>
        </mc:Choice>
        <mc:Fallback xmlns="">
          <p:pic>
            <p:nvPicPr>
              <p:cNvPr id="4" name="Ink 3"/>
              <p:cNvPicPr/>
              <p:nvPr/>
            </p:nvPicPr>
            <p:blipFill>
              <a:blip r:embed="rId4"/>
              <a:stretch>
                <a:fillRect/>
              </a:stretch>
            </p:blipFill>
            <p:spPr>
              <a:xfrm>
                <a:off x="1143720" y="683640"/>
                <a:ext cx="7010640" cy="5382720"/>
              </a:xfrm>
              <a:prstGeom prst="rect">
                <a:avLst/>
              </a:prstGeom>
            </p:spPr>
          </p:pic>
        </mc:Fallback>
      </mc:AlternateContent>
    </p:spTree>
    <p:extLst>
      <p:ext uri="{BB962C8B-B14F-4D97-AF65-F5344CB8AC3E}">
        <p14:creationId xmlns:p14="http://schemas.microsoft.com/office/powerpoint/2010/main" val="2648787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0" y="342900"/>
            <a:ext cx="8382000" cy="1143000"/>
          </a:xfrm>
          <a:prstGeom prst="rect">
            <a:avLst/>
          </a:prstGeom>
          <a:noFill/>
          <a:ln>
            <a:noFill/>
          </a:ln>
          <a:effectLst/>
        </p:spPr>
        <p:txBody>
          <a:bodyPr anchor="ctr"/>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sz="4400" dirty="0">
                <a:solidFill>
                  <a:schemeClr val="tx1"/>
                </a:solidFill>
                <a:latin typeface="+mj-lt"/>
                <a:ea typeface="+mj-ea"/>
                <a:cs typeface="+mj-cs"/>
              </a:rPr>
              <a:t>Solving the Optimization Problem</a:t>
            </a:r>
          </a:p>
        </p:txBody>
      </p:sp>
      <p:pic>
        <p:nvPicPr>
          <p:cNvPr id="8" name="Picture 7"/>
          <p:cNvPicPr>
            <a:picLocks noChangeAspect="1"/>
          </p:cNvPicPr>
          <p:nvPr/>
        </p:nvPicPr>
        <p:blipFill>
          <a:blip r:embed="rId2"/>
          <a:stretch>
            <a:fillRect/>
          </a:stretch>
        </p:blipFill>
        <p:spPr>
          <a:xfrm>
            <a:off x="228600" y="1600200"/>
            <a:ext cx="7582369" cy="4952999"/>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324720" y="1234800"/>
              <a:ext cx="6123240" cy="4994280"/>
            </p14:xfrm>
          </p:contentPart>
        </mc:Choice>
        <mc:Fallback xmlns="">
          <p:pic>
            <p:nvPicPr>
              <p:cNvPr id="2" name="Ink 1"/>
              <p:cNvPicPr/>
              <p:nvPr/>
            </p:nvPicPr>
            <p:blipFill>
              <a:blip r:embed="rId4"/>
              <a:stretch>
                <a:fillRect/>
              </a:stretch>
            </p:blipFill>
            <p:spPr>
              <a:xfrm>
                <a:off x="316080" y="1221840"/>
                <a:ext cx="6145560" cy="5014800"/>
              </a:xfrm>
              <a:prstGeom prst="rect">
                <a:avLst/>
              </a:prstGeom>
            </p:spPr>
          </p:pic>
        </mc:Fallback>
      </mc:AlternateContent>
    </p:spTree>
    <p:extLst>
      <p:ext uri="{BB962C8B-B14F-4D97-AF65-F5344CB8AC3E}">
        <p14:creationId xmlns:p14="http://schemas.microsoft.com/office/powerpoint/2010/main" val="1912295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80" name="Rectangle 4"/>
          <p:cNvSpPr>
            <a:spLocks noChangeArrowheads="1"/>
          </p:cNvSpPr>
          <p:nvPr/>
        </p:nvSpPr>
        <p:spPr bwMode="auto">
          <a:xfrm>
            <a:off x="-4482" y="324971"/>
            <a:ext cx="8382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sz="4400" dirty="0">
                <a:solidFill>
                  <a:schemeClr val="tx1"/>
                </a:solidFill>
                <a:latin typeface="+mj-lt"/>
                <a:ea typeface="+mj-ea"/>
                <a:cs typeface="+mj-cs"/>
              </a:rPr>
              <a:t>Solving the Optimization Problem</a:t>
            </a:r>
          </a:p>
        </p:txBody>
      </p:sp>
      <p:sp>
        <p:nvSpPr>
          <p:cNvPr id="306181" name="Rectangle 5"/>
          <p:cNvSpPr>
            <a:spLocks noChangeArrowheads="1"/>
          </p:cNvSpPr>
          <p:nvPr/>
        </p:nvSpPr>
        <p:spPr bwMode="auto">
          <a:xfrm>
            <a:off x="304800" y="2610971"/>
            <a:ext cx="82296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669925" indent="-325438" algn="l">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lgn="l">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lgn="l">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lgn="l">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endParaRPr lang="en-US" altLang="zh-CN" dirty="0"/>
          </a:p>
          <a:p>
            <a:r>
              <a:rPr lang="en-US" altLang="zh-CN" sz="2000" dirty="0"/>
              <a:t>Need to optimize a </a:t>
            </a:r>
            <a:r>
              <a:rPr lang="en-US" altLang="zh-CN" sz="2000" i="1" dirty="0"/>
              <a:t>quadratic </a:t>
            </a:r>
            <a:r>
              <a:rPr lang="en-US" altLang="zh-CN" sz="2000" dirty="0"/>
              <a:t>function subject to </a:t>
            </a:r>
            <a:r>
              <a:rPr lang="en-US" altLang="zh-CN" sz="2000" i="1" dirty="0"/>
              <a:t>linear inequality </a:t>
            </a:r>
            <a:r>
              <a:rPr lang="en-US" altLang="zh-CN" sz="2000" dirty="0"/>
              <a:t>constraints.</a:t>
            </a:r>
          </a:p>
          <a:p>
            <a:r>
              <a:rPr lang="en-US" altLang="zh-CN" sz="2000" dirty="0"/>
              <a:t>All constraints in SVM are linear</a:t>
            </a:r>
          </a:p>
          <a:p>
            <a:r>
              <a:rPr lang="en-US" altLang="zh-CN" sz="2000" dirty="0"/>
              <a:t>Quadratic optimization problems are a well-known class of mathematical programming problems, and many (rather intricate) algorithms exist for solving them.</a:t>
            </a:r>
            <a:r>
              <a:rPr lang="en-US" altLang="zh-CN" sz="2400" dirty="0"/>
              <a:t> </a:t>
            </a:r>
          </a:p>
          <a:p>
            <a:r>
              <a:rPr lang="en-US" altLang="zh-CN" sz="2000" dirty="0"/>
              <a:t>The solution involves constructing a </a:t>
            </a:r>
            <a:r>
              <a:rPr lang="en-US" altLang="zh-CN" sz="2000" i="1" dirty="0"/>
              <a:t>dual problem </a:t>
            </a:r>
            <a:r>
              <a:rPr lang="en-US" altLang="zh-CN" sz="2000" dirty="0"/>
              <a:t>where a </a:t>
            </a:r>
            <a:r>
              <a:rPr lang="en-US" altLang="zh-CN" sz="2000" i="1" dirty="0"/>
              <a:t>Lagrange multiplier</a:t>
            </a:r>
            <a:r>
              <a:rPr lang="en-US" altLang="zh-CN" sz="2000" dirty="0"/>
              <a:t> </a:t>
            </a:r>
            <a:r>
              <a:rPr lang="el-GR" altLang="en-US" sz="2000" i="1" dirty="0">
                <a:cs typeface="Times New Roman" panose="02020603050405020304" pitchFamily="18" charset="0"/>
              </a:rPr>
              <a:t>α</a:t>
            </a:r>
            <a:r>
              <a:rPr lang="en-US" altLang="zh-CN" sz="2000" i="1" baseline="-25000" dirty="0" err="1">
                <a:cs typeface="Times New Roman" panose="02020603050405020304" pitchFamily="18" charset="0"/>
              </a:rPr>
              <a:t>i</a:t>
            </a:r>
            <a:r>
              <a:rPr lang="en-US" altLang="zh-CN" sz="2000" i="1" baseline="-25000" dirty="0">
                <a:cs typeface="Times New Roman" panose="02020603050405020304" pitchFamily="18" charset="0"/>
              </a:rPr>
              <a:t> </a:t>
            </a:r>
            <a:r>
              <a:rPr lang="en-US" altLang="zh-CN" sz="2000" dirty="0">
                <a:cs typeface="Times New Roman" panose="02020603050405020304" pitchFamily="18" charset="0"/>
              </a:rPr>
              <a:t>is associated with every constraint in the primal problem</a:t>
            </a:r>
            <a:endParaRPr lang="en-US" altLang="zh-CN" sz="2000" dirty="0"/>
          </a:p>
          <a:p>
            <a:endParaRPr lang="en-US" altLang="zh-CN" sz="2000" dirty="0"/>
          </a:p>
        </p:txBody>
      </p:sp>
      <mc:AlternateContent xmlns:mc="http://schemas.openxmlformats.org/markup-compatibility/2006" xmlns:a14="http://schemas.microsoft.com/office/drawing/2010/main">
        <mc:Choice Requires="a14">
          <p:sp>
            <p:nvSpPr>
              <p:cNvPr id="306182" name="Text Box 6"/>
              <p:cNvSpPr txBox="1">
                <a:spLocks noChangeArrowheads="1"/>
              </p:cNvSpPr>
              <p:nvPr/>
            </p:nvSpPr>
            <p:spPr bwMode="auto">
              <a:xfrm>
                <a:off x="685800" y="1467971"/>
                <a:ext cx="5562600" cy="1212576"/>
              </a:xfrm>
              <a:prstGeom prst="rect">
                <a:avLst/>
              </a:prstGeom>
              <a:noFill/>
              <a:ln w="25400" algn="ctr">
                <a:solidFill>
                  <a:srgbClr val="008000"/>
                </a:solidFill>
                <a:miter lim="800000"/>
                <a:headEnd/>
                <a:tailEnd/>
              </a:ln>
              <a:effectLst/>
              <a:extLst>
                <a:ext uri="{909E8E84-426E-40DD-AFC4-6F175D3DCCD1}">
                  <a14:hiddenFill>
                    <a:solidFill>
                      <a:schemeClr val="tx1"/>
                    </a:solidFill>
                  </a14:hiddenFill>
                </a:ext>
                <a:ext uri="{AF507438-7753-43E0-B8FC-AC1667EBCBE1}">
                  <a14:hiddenEffects>
                    <a:effectLst>
                      <a:outerShdw dist="35921" dir="2700000" algn="ctr" rotWithShape="0">
                        <a:schemeClr val="bg2"/>
                      </a:outerShdw>
                    </a:effectLst>
                  </a14:hiddenEffects>
                </a:ext>
              </a:extLst>
            </p:spPr>
            <p:txBody>
              <a:bodyPr wrap="square">
                <a:spAutoFit/>
              </a:bodyPr>
              <a:lstStyle/>
              <a:p>
                <a:pPr algn="l"/>
                <a:r>
                  <a:rPr lang="en-US" altLang="zh-CN" sz="2000" dirty="0">
                    <a:latin typeface="Times New Roman" panose="02020603050405020304" pitchFamily="18" charset="0"/>
                  </a:rPr>
                  <a:t>Find </a:t>
                </a:r>
                <a:r>
                  <a:rPr lang="en-US" altLang="zh-CN" sz="2000" b="1" dirty="0">
                    <a:latin typeface="Times New Roman" panose="02020603050405020304" pitchFamily="18" charset="0"/>
                  </a:rPr>
                  <a:t>w</a:t>
                </a:r>
                <a:r>
                  <a:rPr lang="en-US" altLang="zh-CN" sz="2000" dirty="0">
                    <a:latin typeface="Times New Roman" panose="02020603050405020304" pitchFamily="18" charset="0"/>
                  </a:rPr>
                  <a:t> and b such that</a:t>
                </a:r>
              </a:p>
              <a:p>
                <a:r>
                  <a:rPr lang="el-GR" altLang="en-US" sz="2000" b="1" dirty="0">
                    <a:latin typeface="Times New Roman" panose="02020603050405020304" pitchFamily="18" charset="0"/>
                    <a:cs typeface="Times New Roman" panose="02020603050405020304" pitchFamily="18" charset="0"/>
                  </a:rPr>
                  <a:t>Φ</a:t>
                </a:r>
                <a:r>
                  <a:rPr lang="en-US" altLang="zh-CN" sz="2000"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w</a:t>
                </a:r>
                <a:r>
                  <a:rPr lang="en-US" altLang="zh-CN" sz="2000"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2000" b="1" i="0" smtClean="0">
                        <a:latin typeface="Cambria Math" panose="02040503050406030204" pitchFamily="18" charset="0"/>
                      </a:rPr>
                      <m:t>= </m:t>
                    </m:r>
                    <m:f>
                      <m:fPr>
                        <m:ctrlPr>
                          <a:rPr lang="en-US" altLang="zh-CN" sz="2000" b="1" i="1">
                            <a:latin typeface="Cambria Math" panose="02040503050406030204" pitchFamily="18" charset="0"/>
                          </a:rPr>
                        </m:ctrlPr>
                      </m:fPr>
                      <m:num>
                        <m:r>
                          <a:rPr lang="en-US" altLang="zh-CN" sz="2000" b="1" i="1">
                            <a:latin typeface="Cambria Math" panose="02040503050406030204" pitchFamily="18" charset="0"/>
                          </a:rPr>
                          <m:t>𝟏</m:t>
                        </m:r>
                      </m:num>
                      <m:den>
                        <m:r>
                          <a:rPr lang="en-US" altLang="zh-CN" sz="2000" b="1" i="1">
                            <a:latin typeface="Cambria Math" panose="02040503050406030204" pitchFamily="18" charset="0"/>
                          </a:rPr>
                          <m:t>𝟐</m:t>
                        </m:r>
                      </m:den>
                    </m:f>
                  </m:oMath>
                </a14:m>
                <a:r>
                  <a:rPr lang="en-US" altLang="zh-CN" sz="2000" b="1" dirty="0">
                    <a:latin typeface="Times New Roman" panose="02020603050405020304" pitchFamily="18" charset="0"/>
                  </a:rPr>
                  <a:t>||w||</a:t>
                </a:r>
                <a:r>
                  <a:rPr lang="en-US" altLang="zh-CN" sz="2000" b="1" baseline="30000" dirty="0">
                    <a:latin typeface="Times New Roman" panose="02020603050405020304" pitchFamily="18" charset="0"/>
                  </a:rPr>
                  <a:t>2</a:t>
                </a:r>
                <a:r>
                  <a:rPr lang="en-US" altLang="zh-CN" sz="2000" dirty="0">
                    <a:latin typeface="Times New Roman" panose="02020603050405020304" pitchFamily="18" charset="0"/>
                  </a:rPr>
                  <a:t> is minimized; </a:t>
                </a:r>
              </a:p>
              <a:p>
                <a:pPr algn="l"/>
                <a:r>
                  <a:rPr lang="en-US" altLang="zh-CN" sz="2000" dirty="0">
                    <a:latin typeface="Times New Roman" panose="02020603050405020304" pitchFamily="18" charset="0"/>
                  </a:rPr>
                  <a:t>and for all </a:t>
                </a:r>
                <a:r>
                  <a:rPr lang="en-US" altLang="zh-CN" sz="2400" dirty="0">
                    <a:latin typeface="Times New Roman" panose="02020603050405020304" pitchFamily="18" charset="0"/>
                  </a:rPr>
                  <a:t>{</a:t>
                </a:r>
                <a:r>
                  <a:rPr lang="en-US" altLang="zh-CN" sz="2000" dirty="0">
                    <a:latin typeface="Times New Roman" panose="02020603050405020304" pitchFamily="18" charset="0"/>
                  </a:rPr>
                  <a:t>(</a:t>
                </a:r>
                <a:r>
                  <a:rPr lang="en-US" altLang="zh-CN" sz="2400" b="1" dirty="0">
                    <a:latin typeface="Times New Roman" panose="02020603050405020304" pitchFamily="18" charset="0"/>
                  </a:rPr>
                  <a:t>x</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y</a:t>
                </a:r>
                <a:r>
                  <a:rPr lang="en-US" altLang="zh-CN" sz="2400" i="1" baseline="-25000" dirty="0">
                    <a:latin typeface="Times New Roman" panose="02020603050405020304" pitchFamily="18" charset="0"/>
                  </a:rPr>
                  <a:t>i</a:t>
                </a:r>
                <a:r>
                  <a:rPr lang="en-US" altLang="zh-CN" sz="2400" dirty="0">
                    <a:latin typeface="Times New Roman" panose="02020603050405020304" pitchFamily="18" charset="0"/>
                  </a:rPr>
                  <a:t>)}</a:t>
                </a:r>
                <a:r>
                  <a:rPr lang="en-US" altLang="zh-CN" sz="2000" dirty="0">
                    <a:latin typeface="Times New Roman" panose="02020603050405020304" pitchFamily="18" charset="0"/>
                  </a:rPr>
                  <a:t>:  </a:t>
                </a:r>
                <a:r>
                  <a:rPr lang="en-US" altLang="zh-CN" sz="2000" i="1" dirty="0">
                    <a:latin typeface="Times New Roman" panose="02020603050405020304" pitchFamily="18" charset="0"/>
                  </a:rPr>
                  <a:t>y</a:t>
                </a:r>
                <a:r>
                  <a:rPr lang="en-US" altLang="zh-CN" sz="2000" i="1" baseline="-25000" dirty="0">
                    <a:latin typeface="Times New Roman" panose="02020603050405020304" pitchFamily="18" charset="0"/>
                  </a:rPr>
                  <a:t>i</a:t>
                </a:r>
                <a:r>
                  <a:rPr lang="en-US" altLang="zh-CN" sz="2000" dirty="0">
                    <a:latin typeface="Times New Roman" panose="02020603050405020304" pitchFamily="18" charset="0"/>
                  </a:rPr>
                  <a:t> (</a:t>
                </a:r>
                <a:r>
                  <a:rPr lang="en-US" altLang="zh-CN" sz="2000" b="1" dirty="0">
                    <a:latin typeface="Times New Roman" panose="02020603050405020304" pitchFamily="18" charset="0"/>
                  </a:rPr>
                  <a:t>w</a:t>
                </a:r>
                <a:r>
                  <a:rPr lang="en-US" altLang="zh-CN" sz="2000" b="1" baseline="30000" dirty="0">
                    <a:latin typeface="Times New Roman" panose="02020603050405020304" pitchFamily="18" charset="0"/>
                  </a:rPr>
                  <a:t>T</a:t>
                </a:r>
                <a:r>
                  <a:rPr lang="en-US" altLang="zh-CN" sz="2000" b="1" dirty="0">
                    <a:latin typeface="Times New Roman" panose="02020603050405020304" pitchFamily="18" charset="0"/>
                  </a:rPr>
                  <a:t>x</a:t>
                </a:r>
                <a:r>
                  <a:rPr lang="en-US" altLang="zh-CN" sz="2000" b="1" baseline="-25000" dirty="0">
                    <a:latin typeface="Times New Roman" panose="02020603050405020304" pitchFamily="18" charset="0"/>
                  </a:rPr>
                  <a:t>i</a:t>
                </a:r>
                <a:r>
                  <a:rPr lang="en-US" altLang="zh-CN" sz="2000" b="1" dirty="0">
                    <a:latin typeface="Times New Roman" panose="02020603050405020304" pitchFamily="18" charset="0"/>
                  </a:rPr>
                  <a:t> </a:t>
                </a:r>
                <a:r>
                  <a:rPr lang="en-US" altLang="zh-CN" sz="2000" dirty="0">
                    <a:latin typeface="Times New Roman" panose="02020603050405020304" pitchFamily="18" charset="0"/>
                  </a:rPr>
                  <a:t>+ </a:t>
                </a:r>
                <a:r>
                  <a:rPr lang="en-US" altLang="zh-CN" sz="2000" i="1" dirty="0">
                    <a:latin typeface="Times New Roman" panose="02020603050405020304" pitchFamily="18" charset="0"/>
                  </a:rPr>
                  <a:t>b</a:t>
                </a:r>
                <a:r>
                  <a:rPr lang="en-US" altLang="zh-CN" sz="2000" dirty="0">
                    <a:latin typeface="Times New Roman" panose="02020603050405020304" pitchFamily="18" charset="0"/>
                  </a:rPr>
                  <a:t>)</a:t>
                </a:r>
                <a:r>
                  <a:rPr lang="en-US" altLang="zh-CN" sz="2000" b="1" dirty="0">
                    <a:latin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1</a:t>
                </a:r>
              </a:p>
            </p:txBody>
          </p:sp>
        </mc:Choice>
        <mc:Fallback xmlns="">
          <p:sp>
            <p:nvSpPr>
              <p:cNvPr id="306182" name="Text Box 6"/>
              <p:cNvSpPr txBox="1">
                <a:spLocks noRot="1" noChangeAspect="1" noMove="1" noResize="1" noEditPoints="1" noAdjustHandles="1" noChangeArrowheads="1" noChangeShapeType="1" noTextEdit="1"/>
              </p:cNvSpPr>
              <p:nvPr/>
            </p:nvSpPr>
            <p:spPr bwMode="auto">
              <a:xfrm>
                <a:off x="685800" y="1467971"/>
                <a:ext cx="5562600" cy="1212576"/>
              </a:xfrm>
              <a:prstGeom prst="rect">
                <a:avLst/>
              </a:prstGeom>
              <a:blipFill rotWithShape="0">
                <a:blip r:embed="rId2"/>
                <a:stretch>
                  <a:fillRect l="-983" t="-1970" b="-9360"/>
                </a:stretch>
              </a:blipFill>
              <a:ln w="25400" algn="ctr">
                <a:solidFill>
                  <a:srgbClr val="00800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
        <p:nvSpPr>
          <p:cNvPr id="2" name="TextBox 1"/>
          <p:cNvSpPr txBox="1"/>
          <p:nvPr/>
        </p:nvSpPr>
        <p:spPr>
          <a:xfrm>
            <a:off x="6248400" y="2023646"/>
            <a:ext cx="1600200" cy="338554"/>
          </a:xfrm>
          <a:prstGeom prst="rect">
            <a:avLst/>
          </a:prstGeom>
          <a:noFill/>
        </p:spPr>
        <p:txBody>
          <a:bodyPr wrap="square" rtlCol="0">
            <a:spAutoFit/>
          </a:bodyPr>
          <a:lstStyle/>
          <a:p>
            <a:r>
              <a:rPr lang="en-US" dirty="0">
                <a:sym typeface="Wingdings" panose="05000000000000000000" pitchFamily="2" charset="2"/>
              </a:rPr>
              <a:t> </a:t>
            </a:r>
            <a:r>
              <a:rPr lang="en-US" dirty="0"/>
              <a:t>Primal</a:t>
            </a:r>
          </a:p>
        </p:txBody>
      </p:sp>
    </p:spTree>
    <p:extLst>
      <p:ext uri="{BB962C8B-B14F-4D97-AF65-F5344CB8AC3E}">
        <p14:creationId xmlns:p14="http://schemas.microsoft.com/office/powerpoint/2010/main" val="65656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06181" name="Rectangle 5"/>
              <p:cNvSpPr>
                <a:spLocks noChangeArrowheads="1"/>
              </p:cNvSpPr>
              <p:nvPr/>
            </p:nvSpPr>
            <p:spPr bwMode="auto">
              <a:xfrm>
                <a:off x="228600" y="1447800"/>
                <a:ext cx="8229600" cy="5029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lvl1pPr marL="342900" indent="-342900" algn="l">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669925" indent="-325438" algn="l">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lgn="l">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lgn="l">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lgn="l">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r>
                  <a:rPr lang="en-US" altLang="zh-CN" sz="2000" dirty="0"/>
                  <a:t>The solution involves constructing a </a:t>
                </a:r>
                <a:r>
                  <a:rPr lang="en-US" altLang="zh-CN" sz="2000" i="1" dirty="0"/>
                  <a:t>dual problem </a:t>
                </a:r>
                <a:r>
                  <a:rPr lang="en-US" altLang="zh-CN" sz="2000" dirty="0"/>
                  <a:t>where a </a:t>
                </a:r>
                <a:r>
                  <a:rPr lang="en-US" altLang="zh-CN" sz="2000" i="1" dirty="0"/>
                  <a:t>Lagrange multiplier</a:t>
                </a:r>
                <a:r>
                  <a:rPr lang="en-US" altLang="zh-CN" sz="2000" dirty="0"/>
                  <a:t> </a:t>
                </a:r>
                <a:r>
                  <a:rPr lang="el-GR" altLang="en-US" sz="2000" i="1" dirty="0">
                    <a:cs typeface="Times New Roman" panose="02020603050405020304" pitchFamily="18" charset="0"/>
                  </a:rPr>
                  <a:t>α</a:t>
                </a:r>
                <a:r>
                  <a:rPr lang="en-US" altLang="zh-CN" sz="2000" i="1" baseline="-25000" dirty="0" err="1">
                    <a:cs typeface="Times New Roman" panose="02020603050405020304" pitchFamily="18" charset="0"/>
                  </a:rPr>
                  <a:t>i</a:t>
                </a:r>
                <a:r>
                  <a:rPr lang="en-US" altLang="zh-CN" sz="2000" i="1" baseline="-25000" dirty="0">
                    <a:cs typeface="Times New Roman" panose="02020603050405020304" pitchFamily="18" charset="0"/>
                  </a:rPr>
                  <a:t> </a:t>
                </a:r>
                <a:r>
                  <a:rPr lang="en-US" altLang="zh-CN" sz="2000" dirty="0">
                    <a:cs typeface="Times New Roman" panose="02020603050405020304" pitchFamily="18" charset="0"/>
                  </a:rPr>
                  <a:t>is associated with every constraint in the primary problem</a:t>
                </a:r>
                <a:r>
                  <a:rPr lang="en-US" altLang="zh-CN" sz="2000" dirty="0"/>
                  <a:t>:</a:t>
                </a:r>
              </a:p>
              <a:p>
                <a:endParaRPr lang="en-US" altLang="zh-CN" sz="2000" dirty="0"/>
              </a:p>
              <a:p>
                <a:endParaRPr lang="en-US" altLang="zh-CN" sz="2000" dirty="0"/>
              </a:p>
              <a:p>
                <a:endParaRPr lang="en-US" altLang="zh-CN" sz="2000" dirty="0"/>
              </a:p>
              <a:p>
                <a:r>
                  <a:rPr lang="en-US" altLang="zh-CN" sz="2000" dirty="0"/>
                  <a:t>Taking partial derivative with respect to w </a:t>
                </a:r>
                <a14:m>
                  <m:oMath xmlns:m="http://schemas.openxmlformats.org/officeDocument/2006/math">
                    <m:r>
                      <a:rPr lang="en-US" altLang="zh-CN" sz="2000" b="0" i="0" smtClean="0">
                        <a:latin typeface="Cambria Math" panose="02040503050406030204" pitchFamily="18" charset="0"/>
                      </a:rPr>
                      <m:t>, </m:t>
                    </m:r>
                    <m:f>
                      <m:fPr>
                        <m:ctrlPr>
                          <a:rPr lang="en-US" altLang="zh-CN" sz="2000" i="1" smtClean="0">
                            <a:latin typeface="Cambria Math" panose="02040503050406030204" pitchFamily="18" charset="0"/>
                          </a:rPr>
                        </m:ctrlPr>
                      </m:fPr>
                      <m:num>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𝐿</m:t>
                        </m:r>
                      </m:num>
                      <m:den>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𝑤</m:t>
                        </m:r>
                      </m:den>
                    </m:f>
                  </m:oMath>
                </a14:m>
                <a:r>
                  <a:rPr lang="en-US" altLang="zh-CN" sz="2000" dirty="0"/>
                  <a:t> = 0</a:t>
                </a:r>
              </a:p>
              <a:p>
                <a:pPr lvl="1"/>
                <a:r>
                  <a:rPr lang="en-US" altLang="zh-CN" sz="2000" dirty="0"/>
                  <a:t>w</a:t>
                </a:r>
                <a:r>
                  <a:rPr lang="en-US" altLang="zh-CN" sz="2000" dirty="0">
                    <a:latin typeface="Times New Roman" panose="02020603050405020304" pitchFamily="18" charset="0"/>
                  </a:rPr>
                  <a:t> - </a:t>
                </a:r>
                <a:r>
                  <a:rPr lang="el-GR" altLang="en-US" sz="2000" dirty="0">
                    <a:latin typeface="Times New Roman" panose="02020603050405020304" pitchFamily="18" charset="0"/>
                    <a:cs typeface="Times New Roman" panose="02020603050405020304" pitchFamily="18" charset="0"/>
                  </a:rPr>
                  <a:t>Σ</a:t>
                </a:r>
                <a:r>
                  <a:rPr lang="en-US" altLang="zh-CN" sz="2000" i="1" dirty="0">
                    <a:latin typeface="Times New Roman" panose="02020603050405020304" pitchFamily="18" charset="0"/>
                  </a:rPr>
                  <a:t> </a:t>
                </a:r>
                <a:r>
                  <a:rPr lang="el-GR" altLang="en-US" sz="2000" i="1" dirty="0">
                    <a:latin typeface="Times New Roman" panose="02020603050405020304" pitchFamily="18" charset="0"/>
                    <a:cs typeface="Times New Roman" panose="02020603050405020304" pitchFamily="18" charset="0"/>
                  </a:rPr>
                  <a:t>α</a:t>
                </a:r>
                <a:r>
                  <a:rPr lang="en-US" altLang="zh-CN" sz="2000" i="1" baseline="-25000" dirty="0" err="1">
                    <a:latin typeface="Times New Roman" panose="02020603050405020304" pitchFamily="18" charset="0"/>
                    <a:cs typeface="Times New Roman" panose="02020603050405020304" pitchFamily="18" charset="0"/>
                  </a:rPr>
                  <a:t>i</a:t>
                </a:r>
                <a:r>
                  <a:rPr lang="en-US" altLang="zh-CN" sz="2000" i="1" baseline="-25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rPr>
                  <a:t>y</a:t>
                </a:r>
                <a:r>
                  <a:rPr lang="en-US" altLang="zh-CN" sz="2000" i="1" baseline="-25000" dirty="0">
                    <a:latin typeface="Times New Roman" panose="02020603050405020304" pitchFamily="18" charset="0"/>
                  </a:rPr>
                  <a:t>i</a:t>
                </a:r>
                <a:r>
                  <a:rPr lang="en-US" altLang="zh-CN" sz="2000" dirty="0">
                    <a:latin typeface="Times New Roman" panose="02020603050405020304" pitchFamily="18" charset="0"/>
                  </a:rPr>
                  <a:t> x</a:t>
                </a:r>
                <a:r>
                  <a:rPr lang="en-US" altLang="zh-CN" sz="2000" baseline="-25000" dirty="0">
                    <a:latin typeface="Times New Roman" panose="02020603050405020304" pitchFamily="18" charset="0"/>
                  </a:rPr>
                  <a:t>i</a:t>
                </a:r>
                <a:r>
                  <a:rPr lang="en-US" altLang="zh-CN" sz="2000" dirty="0">
                    <a:latin typeface="Times New Roman" panose="02020603050405020304" pitchFamily="18" charset="0"/>
                  </a:rPr>
                  <a:t> = 0</a:t>
                </a:r>
              </a:p>
              <a:p>
                <a:pPr lvl="1"/>
                <a:r>
                  <a:rPr lang="en-US" altLang="zh-CN" sz="2000" dirty="0"/>
                  <a:t>w</a:t>
                </a:r>
                <a:r>
                  <a:rPr lang="en-US" altLang="zh-CN" sz="2000" dirty="0">
                    <a:latin typeface="Times New Roman" panose="02020603050405020304" pitchFamily="18" charset="0"/>
                  </a:rPr>
                  <a:t>  = </a:t>
                </a:r>
                <a:r>
                  <a:rPr lang="el-GR" altLang="en-US" sz="2000" dirty="0">
                    <a:latin typeface="Times New Roman" panose="02020603050405020304" pitchFamily="18" charset="0"/>
                    <a:cs typeface="Times New Roman" panose="02020603050405020304" pitchFamily="18" charset="0"/>
                  </a:rPr>
                  <a:t>Σ</a:t>
                </a:r>
                <a:r>
                  <a:rPr lang="en-US" altLang="zh-CN" sz="2000" i="1" dirty="0">
                    <a:latin typeface="Times New Roman" panose="02020603050405020304" pitchFamily="18" charset="0"/>
                  </a:rPr>
                  <a:t> </a:t>
                </a:r>
                <a:r>
                  <a:rPr lang="el-GR" altLang="en-US" sz="2000" i="1" dirty="0">
                    <a:latin typeface="Times New Roman" panose="02020603050405020304" pitchFamily="18" charset="0"/>
                    <a:cs typeface="Times New Roman" panose="02020603050405020304" pitchFamily="18" charset="0"/>
                  </a:rPr>
                  <a:t>α</a:t>
                </a:r>
                <a:r>
                  <a:rPr lang="en-US" altLang="zh-CN" sz="2000" i="1" baseline="-25000" dirty="0" err="1">
                    <a:latin typeface="Times New Roman" panose="02020603050405020304" pitchFamily="18" charset="0"/>
                    <a:cs typeface="Times New Roman" panose="02020603050405020304" pitchFamily="18" charset="0"/>
                  </a:rPr>
                  <a:t>i</a:t>
                </a:r>
                <a:r>
                  <a:rPr lang="en-US" altLang="zh-CN" sz="2000" i="1" baseline="-25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rPr>
                  <a:t>y</a:t>
                </a:r>
                <a:r>
                  <a:rPr lang="en-US" altLang="zh-CN" sz="2000" i="1" baseline="-25000" dirty="0">
                    <a:latin typeface="Times New Roman" panose="02020603050405020304" pitchFamily="18" charset="0"/>
                  </a:rPr>
                  <a:t>i</a:t>
                </a:r>
                <a:r>
                  <a:rPr lang="en-US" altLang="zh-CN" sz="2000" dirty="0">
                    <a:latin typeface="Times New Roman" panose="02020603050405020304" pitchFamily="18" charset="0"/>
                  </a:rPr>
                  <a:t> x</a:t>
                </a:r>
                <a:r>
                  <a:rPr lang="en-US" altLang="zh-CN" sz="2000" baseline="-25000" dirty="0">
                    <a:latin typeface="Times New Roman" panose="02020603050405020304" pitchFamily="18" charset="0"/>
                  </a:rPr>
                  <a:t>i</a:t>
                </a:r>
                <a:endParaRPr lang="en-US" altLang="zh-CN" sz="2000" dirty="0">
                  <a:latin typeface="Times New Roman" panose="02020603050405020304" pitchFamily="18" charset="0"/>
                </a:endParaRPr>
              </a:p>
              <a:p>
                <a:r>
                  <a:rPr lang="en-US" altLang="zh-CN" sz="2000" dirty="0"/>
                  <a:t>Taking partial derivative with respect to b, </a:t>
                </a:r>
                <a14:m>
                  <m:oMath xmlns:m="http://schemas.openxmlformats.org/officeDocument/2006/math">
                    <m:f>
                      <m:fPr>
                        <m:ctrlPr>
                          <a:rPr lang="en-US" altLang="zh-CN" sz="2000" i="1">
                            <a:latin typeface="Cambria Math" panose="02040503050406030204" pitchFamily="18" charset="0"/>
                          </a:rPr>
                        </m:ctrlPr>
                      </m:fPr>
                      <m:num>
                        <m:r>
                          <a:rPr lang="en-US" altLang="zh-CN" sz="2000" b="0" i="1">
                            <a:latin typeface="Cambria Math" panose="02040503050406030204" pitchFamily="18" charset="0"/>
                          </a:rPr>
                          <m:t>𝜕</m:t>
                        </m:r>
                        <m:r>
                          <a:rPr lang="en-US" altLang="zh-CN" sz="2000" b="0" i="1">
                            <a:latin typeface="Cambria Math" panose="02040503050406030204" pitchFamily="18" charset="0"/>
                          </a:rPr>
                          <m:t>𝐿</m:t>
                        </m:r>
                      </m:num>
                      <m:den>
                        <m:r>
                          <a:rPr lang="en-US" altLang="zh-CN" sz="2000" b="0" i="1">
                            <a:latin typeface="Cambria Math" panose="02040503050406030204" pitchFamily="18" charset="0"/>
                          </a:rPr>
                          <m:t>𝜕</m:t>
                        </m:r>
                        <m:r>
                          <a:rPr lang="en-US" altLang="zh-CN" sz="2000" b="0" i="1" smtClean="0">
                            <a:latin typeface="Cambria Math" panose="02040503050406030204" pitchFamily="18" charset="0"/>
                          </a:rPr>
                          <m:t>𝑏</m:t>
                        </m:r>
                      </m:den>
                    </m:f>
                  </m:oMath>
                </a14:m>
                <a:r>
                  <a:rPr lang="en-US" altLang="zh-CN" sz="2000" dirty="0"/>
                  <a:t> = 0</a:t>
                </a:r>
              </a:p>
              <a:p>
                <a:pPr lvl="1"/>
                <a:r>
                  <a:rPr lang="en-US" altLang="zh-CN" sz="2000" dirty="0">
                    <a:latin typeface="Times New Roman" panose="02020603050405020304" pitchFamily="18" charset="0"/>
                  </a:rPr>
                  <a:t>- </a:t>
                </a:r>
                <a:r>
                  <a:rPr lang="el-GR" altLang="en-US" sz="2000" dirty="0">
                    <a:latin typeface="Times New Roman" panose="02020603050405020304" pitchFamily="18" charset="0"/>
                  </a:rPr>
                  <a:t>Σ</a:t>
                </a:r>
                <a:r>
                  <a:rPr lang="en-US" altLang="zh-CN" sz="2000" dirty="0">
                    <a:latin typeface="Times New Roman" panose="02020603050405020304" pitchFamily="18" charset="0"/>
                  </a:rPr>
                  <a:t> </a:t>
                </a:r>
                <a:r>
                  <a:rPr lang="el-GR" altLang="en-US" sz="2000" dirty="0">
                    <a:latin typeface="Times New Roman" panose="02020603050405020304" pitchFamily="18" charset="0"/>
                    <a:cs typeface="Times New Roman" panose="02020603050405020304" pitchFamily="18" charset="0"/>
                  </a:rPr>
                  <a:t>α</a:t>
                </a:r>
                <a:r>
                  <a:rPr lang="en-US" altLang="zh-CN" sz="2000" baseline="-25000" dirty="0" err="1">
                    <a:latin typeface="Times New Roman" panose="02020603050405020304" pitchFamily="18" charset="0"/>
                    <a:cs typeface="Times New Roman" panose="02020603050405020304" pitchFamily="18" charset="0"/>
                  </a:rPr>
                  <a:t>i</a:t>
                </a:r>
                <a:r>
                  <a:rPr lang="en-US" altLang="zh-CN" sz="2000" baseline="-25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rPr>
                  <a:t>y</a:t>
                </a:r>
                <a:r>
                  <a:rPr lang="en-US" altLang="zh-CN" sz="2000" baseline="-25000" dirty="0">
                    <a:latin typeface="Times New Roman" panose="02020603050405020304" pitchFamily="18" charset="0"/>
                  </a:rPr>
                  <a:t>i</a:t>
                </a:r>
                <a:r>
                  <a:rPr lang="en-US" altLang="zh-CN" sz="2000" dirty="0">
                    <a:latin typeface="Times New Roman" panose="02020603050405020304" pitchFamily="18" charset="0"/>
                  </a:rPr>
                  <a:t> = 0</a:t>
                </a:r>
              </a:p>
              <a:p>
                <a:pPr lvl="1"/>
                <a:r>
                  <a:rPr lang="el-GR" altLang="en-US" sz="2000" dirty="0">
                    <a:latin typeface="Times New Roman" panose="02020603050405020304" pitchFamily="18" charset="0"/>
                  </a:rPr>
                  <a:t>Σ</a:t>
                </a:r>
                <a:r>
                  <a:rPr lang="en-US" altLang="zh-CN" sz="2000" dirty="0">
                    <a:latin typeface="Times New Roman" panose="02020603050405020304" pitchFamily="18" charset="0"/>
                  </a:rPr>
                  <a:t> </a:t>
                </a:r>
                <a:r>
                  <a:rPr lang="el-GR" altLang="en-US" sz="2000" dirty="0">
                    <a:latin typeface="Times New Roman" panose="02020603050405020304" pitchFamily="18" charset="0"/>
                    <a:cs typeface="Times New Roman" panose="02020603050405020304" pitchFamily="18" charset="0"/>
                  </a:rPr>
                  <a:t>α</a:t>
                </a:r>
                <a:r>
                  <a:rPr lang="en-US" altLang="zh-CN" sz="2000" baseline="-25000" dirty="0" err="1">
                    <a:latin typeface="Times New Roman" panose="02020603050405020304" pitchFamily="18" charset="0"/>
                    <a:cs typeface="Times New Roman" panose="02020603050405020304" pitchFamily="18" charset="0"/>
                  </a:rPr>
                  <a:t>i</a:t>
                </a:r>
                <a:r>
                  <a:rPr lang="en-US" altLang="zh-CN" sz="2000" baseline="-25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rPr>
                  <a:t>y</a:t>
                </a:r>
                <a:r>
                  <a:rPr lang="en-US" altLang="zh-CN" sz="2000" baseline="-25000" dirty="0">
                    <a:latin typeface="Times New Roman" panose="02020603050405020304" pitchFamily="18" charset="0"/>
                  </a:rPr>
                  <a:t>i</a:t>
                </a:r>
                <a:r>
                  <a:rPr lang="en-US" altLang="zh-CN" sz="2000" dirty="0">
                    <a:latin typeface="Times New Roman" panose="02020603050405020304" pitchFamily="18" charset="0"/>
                  </a:rPr>
                  <a:t> = 0</a:t>
                </a:r>
              </a:p>
              <a:p>
                <a:pPr lvl="1"/>
                <a:endParaRPr lang="en-US" altLang="zh-CN" sz="2000" dirty="0">
                  <a:latin typeface="Times New Roman" panose="02020603050405020304" pitchFamily="18" charset="0"/>
                </a:endParaRPr>
              </a:p>
            </p:txBody>
          </p:sp>
        </mc:Choice>
        <mc:Fallback xmlns="">
          <p:sp>
            <p:nvSpPr>
              <p:cNvPr id="306181" name="Rectangle 5"/>
              <p:cNvSpPr>
                <a:spLocks noRot="1" noChangeAspect="1" noMove="1" noResize="1" noEditPoints="1" noAdjustHandles="1" noChangeArrowheads="1" noChangeShapeType="1" noTextEdit="1"/>
              </p:cNvSpPr>
              <p:nvPr/>
            </p:nvSpPr>
            <p:spPr bwMode="auto">
              <a:xfrm>
                <a:off x="228600" y="1447800"/>
                <a:ext cx="8229600" cy="5029200"/>
              </a:xfrm>
              <a:prstGeom prst="rect">
                <a:avLst/>
              </a:prstGeom>
              <a:blipFill rotWithShape="0">
                <a:blip r:embed="rId2"/>
                <a:stretch>
                  <a:fillRect l="-74" t="-606" r="-125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 Box 7"/>
              <p:cNvSpPr txBox="1">
                <a:spLocks noChangeArrowheads="1"/>
              </p:cNvSpPr>
              <p:nvPr/>
            </p:nvSpPr>
            <p:spPr bwMode="auto">
              <a:xfrm>
                <a:off x="1295400" y="2667000"/>
                <a:ext cx="5638800" cy="624082"/>
              </a:xfrm>
              <a:prstGeom prst="rect">
                <a:avLst/>
              </a:prstGeom>
              <a:noFill/>
              <a:ln w="25400" algn="ctr">
                <a:solidFill>
                  <a:srgbClr val="008000"/>
                </a:solidFill>
                <a:miter lim="800000"/>
                <a:headEnd/>
                <a:tailEnd/>
              </a:ln>
              <a:effectLst/>
              <a:extLst>
                <a:ext uri="{909E8E84-426E-40DD-AFC4-6F175D3DCCD1}">
                  <a14:hiddenFill>
                    <a:solidFill>
                      <a:schemeClr val="tx1"/>
                    </a:solidFill>
                  </a14:hiddenFill>
                </a:ext>
                <a:ext uri="{AF507438-7753-43E0-B8FC-AC1667EBCBE1}">
                  <a14:hiddenEffects>
                    <a:effectLst>
                      <a:outerShdw dist="35921" dir="2700000" algn="ctr" rotWithShape="0">
                        <a:schemeClr val="bg2"/>
                      </a:outerShdw>
                    </a:effectLst>
                  </a14:hiddenEffects>
                </a:ext>
              </a:extLst>
            </p:spPr>
            <p:txBody>
              <a:bodyPr wrap="square">
                <a:spAutoFit/>
              </a:bodyPr>
              <a:lstStyle/>
              <a:p>
                <a:r>
                  <a:rPr lang="en-US" altLang="zh-CN" sz="2400" dirty="0">
                    <a:latin typeface="Times New Roman" panose="02020603050405020304" pitchFamily="18" charset="0"/>
                  </a:rPr>
                  <a:t>L(w, b,</a:t>
                </a:r>
                <a:r>
                  <a:rPr lang="el-GR" altLang="en-US" sz="2400" i="1" dirty="0">
                    <a:latin typeface="Times New Roman" panose="02020603050405020304" pitchFamily="18" charset="0"/>
                    <a:cs typeface="Times New Roman" panose="02020603050405020304" pitchFamily="18" charset="0"/>
                  </a:rPr>
                  <a:t> α</a:t>
                </a:r>
                <a:r>
                  <a:rPr lang="en-US" altLang="zh-CN" sz="2400" i="1" baseline="-25000" dirty="0">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rPr>
                  <a:t>)=</a:t>
                </a:r>
                <a:r>
                  <a:rPr lang="en-US" altLang="zh-CN" sz="2400" b="1" dirty="0">
                    <a:latin typeface="Times New Roman" panose="02020603050405020304" pitchFamily="18" charset="0"/>
                  </a:rPr>
                  <a:t> </a:t>
                </a:r>
                <a14:m>
                  <m:oMath xmlns:m="http://schemas.openxmlformats.org/officeDocument/2006/math">
                    <m:f>
                      <m:fPr>
                        <m:ctrlPr>
                          <a:rPr lang="en-US" altLang="zh-CN" sz="2400" b="1" i="1" smtClean="0">
                            <a:latin typeface="Cambria Math" panose="02040503050406030204" pitchFamily="18" charset="0"/>
                          </a:rPr>
                        </m:ctrlPr>
                      </m:fPr>
                      <m:num>
                        <m:r>
                          <a:rPr lang="en-US" altLang="zh-CN" sz="2400" b="1" i="1" smtClean="0">
                            <a:latin typeface="Cambria Math" panose="02040503050406030204" pitchFamily="18" charset="0"/>
                          </a:rPr>
                          <m:t>𝟏</m:t>
                        </m:r>
                      </m:num>
                      <m:den>
                        <m:r>
                          <a:rPr lang="en-US" altLang="zh-CN" sz="2400" b="1" i="1" smtClean="0">
                            <a:latin typeface="Cambria Math" panose="02040503050406030204" pitchFamily="18" charset="0"/>
                          </a:rPr>
                          <m:t>𝟐</m:t>
                        </m:r>
                      </m:den>
                    </m:f>
                  </m:oMath>
                </a14:m>
                <a:r>
                  <a:rPr lang="en-US" altLang="zh-CN" sz="2400" b="1" dirty="0">
                    <a:latin typeface="Times New Roman" panose="02020603050405020304" pitchFamily="18" charset="0"/>
                  </a:rPr>
                  <a:t>||w||</a:t>
                </a:r>
                <a:r>
                  <a:rPr lang="en-US" altLang="zh-CN" sz="2400" b="1" baseline="30000" dirty="0">
                    <a:latin typeface="Times New Roman" panose="02020603050405020304" pitchFamily="18" charset="0"/>
                  </a:rPr>
                  <a:t>2</a:t>
                </a:r>
                <a:r>
                  <a:rPr lang="en-US" altLang="zh-CN" sz="2400" dirty="0">
                    <a:latin typeface="Times New Roman" panose="02020603050405020304" pitchFamily="18" charset="0"/>
                  </a:rPr>
                  <a:t> - </a:t>
                </a:r>
                <a:r>
                  <a:rPr lang="el-GR" altLang="en-US" sz="2400" dirty="0">
                    <a:latin typeface="Times New Roman" panose="02020603050405020304" pitchFamily="18" charset="0"/>
                    <a:cs typeface="Times New Roman" panose="02020603050405020304" pitchFamily="18" charset="0"/>
                  </a:rPr>
                  <a:t>Σ</a:t>
                </a:r>
                <a:r>
                  <a:rPr lang="en-US" altLang="zh-CN" sz="2400" i="1" dirty="0">
                    <a:latin typeface="Times New Roman" panose="02020603050405020304" pitchFamily="18" charset="0"/>
                  </a:rPr>
                  <a:t> </a:t>
                </a:r>
                <a:r>
                  <a:rPr lang="el-GR" altLang="en-US" sz="2400" i="1" dirty="0">
                    <a:latin typeface="Times New Roman" panose="02020603050405020304" pitchFamily="18" charset="0"/>
                    <a:cs typeface="Times New Roman" panose="02020603050405020304" pitchFamily="18" charset="0"/>
                  </a:rPr>
                  <a:t>α</a:t>
                </a:r>
                <a:r>
                  <a:rPr lang="en-US" altLang="zh-CN" sz="2400" i="1" baseline="-25000" dirty="0" err="1">
                    <a:latin typeface="Times New Roman" panose="02020603050405020304" pitchFamily="18" charset="0"/>
                    <a:cs typeface="Times New Roman" panose="02020603050405020304" pitchFamily="18" charset="0"/>
                  </a:rPr>
                  <a:t>i</a:t>
                </a:r>
                <a:r>
                  <a:rPr lang="en-US" altLang="zh-CN" sz="2400" i="1" baseline="-250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y</a:t>
                </a:r>
                <a:r>
                  <a:rPr lang="en-US" altLang="zh-CN" sz="2400" i="1" baseline="-25000" dirty="0">
                    <a:latin typeface="Times New Roman" panose="02020603050405020304" pitchFamily="18" charset="0"/>
                  </a:rPr>
                  <a:t>i</a:t>
                </a:r>
                <a:r>
                  <a:rPr lang="en-US" altLang="zh-CN" sz="2400" dirty="0">
                    <a:latin typeface="Times New Roman" panose="02020603050405020304" pitchFamily="18" charset="0"/>
                  </a:rPr>
                  <a:t> (</a:t>
                </a:r>
                <a:r>
                  <a:rPr lang="en-US" altLang="zh-CN" sz="2400" b="1" dirty="0">
                    <a:latin typeface="Times New Roman" panose="02020603050405020304" pitchFamily="18" charset="0"/>
                  </a:rPr>
                  <a:t>w</a:t>
                </a:r>
                <a:r>
                  <a:rPr lang="en-US" altLang="zh-CN" sz="2400" b="1" baseline="30000" dirty="0">
                    <a:latin typeface="Times New Roman" panose="02020603050405020304" pitchFamily="18" charset="0"/>
                  </a:rPr>
                  <a:t>T</a:t>
                </a:r>
                <a:r>
                  <a:rPr lang="en-US" altLang="zh-CN" sz="2400" b="1" dirty="0">
                    <a:latin typeface="Times New Roman" panose="02020603050405020304" pitchFamily="18" charset="0"/>
                  </a:rPr>
                  <a:t>x</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 </a:t>
                </a:r>
                <a:r>
                  <a:rPr lang="en-US" altLang="zh-CN" sz="2400" dirty="0">
                    <a:latin typeface="Times New Roman" panose="02020603050405020304" pitchFamily="18" charset="0"/>
                  </a:rPr>
                  <a:t>+ </a:t>
                </a:r>
                <a:r>
                  <a:rPr lang="en-US" altLang="zh-CN" sz="2400" i="1" dirty="0">
                    <a:latin typeface="Times New Roman" panose="02020603050405020304" pitchFamily="18" charset="0"/>
                  </a:rPr>
                  <a:t>b</a:t>
                </a:r>
                <a:r>
                  <a:rPr lang="en-US" altLang="zh-CN" sz="2400" dirty="0">
                    <a:latin typeface="Times New Roman" panose="02020603050405020304" pitchFamily="18" charset="0"/>
                  </a:rPr>
                  <a:t>) -1]</a:t>
                </a:r>
                <a:endParaRPr lang="en-US" altLang="zh-CN" sz="2400" i="1" dirty="0">
                  <a:latin typeface="Times New Roman" panose="02020603050405020304" pitchFamily="18" charset="0"/>
                  <a:cs typeface="Times New Roman" panose="02020603050405020304" pitchFamily="18" charset="0"/>
                </a:endParaRPr>
              </a:p>
            </p:txBody>
          </p:sp>
        </mc:Choice>
        <mc:Fallback xmlns="">
          <p:sp>
            <p:nvSpPr>
              <p:cNvPr id="6" name="Text Box 7"/>
              <p:cNvSpPr txBox="1">
                <a:spLocks noRot="1" noChangeAspect="1" noMove="1" noResize="1" noEditPoints="1" noAdjustHandles="1" noChangeArrowheads="1" noChangeShapeType="1" noTextEdit="1"/>
              </p:cNvSpPr>
              <p:nvPr/>
            </p:nvSpPr>
            <p:spPr bwMode="auto">
              <a:xfrm>
                <a:off x="1295400" y="2667000"/>
                <a:ext cx="5638800" cy="624082"/>
              </a:xfrm>
              <a:prstGeom prst="rect">
                <a:avLst/>
              </a:prstGeom>
              <a:blipFill rotWithShape="0">
                <a:blip r:embed="rId3"/>
                <a:stretch>
                  <a:fillRect l="-1507" b="-5660"/>
                </a:stretch>
              </a:blipFill>
              <a:ln w="25400" algn="ctr">
                <a:solidFill>
                  <a:srgbClr val="00800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5" name="Rectangle 4"/>
          <p:cNvSpPr>
            <a:spLocks noChangeArrowheads="1"/>
          </p:cNvSpPr>
          <p:nvPr/>
        </p:nvSpPr>
        <p:spPr bwMode="auto">
          <a:xfrm>
            <a:off x="-4482" y="324971"/>
            <a:ext cx="8382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sz="4400" dirty="0">
                <a:solidFill>
                  <a:schemeClr val="tx1"/>
                </a:solidFill>
                <a:latin typeface="+mj-lt"/>
                <a:ea typeface="+mj-ea"/>
                <a:cs typeface="+mj-cs"/>
              </a:rPr>
              <a:t>Solving the Optimization Problem</a:t>
            </a:r>
          </a:p>
        </p:txBody>
      </p:sp>
    </p:spTree>
    <p:extLst>
      <p:ext uri="{BB962C8B-B14F-4D97-AF65-F5344CB8AC3E}">
        <p14:creationId xmlns:p14="http://schemas.microsoft.com/office/powerpoint/2010/main" val="2106130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85800" y="1467971"/>
            <a:ext cx="7296150" cy="4910205"/>
          </a:xfrm>
          <a:prstGeom prst="rect">
            <a:avLst/>
          </a:prstGeom>
        </p:spPr>
      </p:pic>
      <p:sp>
        <p:nvSpPr>
          <p:cNvPr id="5" name="Rectangle 4"/>
          <p:cNvSpPr>
            <a:spLocks noChangeArrowheads="1"/>
          </p:cNvSpPr>
          <p:nvPr/>
        </p:nvSpPr>
        <p:spPr bwMode="auto">
          <a:xfrm>
            <a:off x="-4482" y="324971"/>
            <a:ext cx="8382000" cy="1143000"/>
          </a:xfrm>
          <a:prstGeom prst="rect">
            <a:avLst/>
          </a:prstGeom>
          <a:noFill/>
          <a:ln>
            <a:noFill/>
          </a:ln>
          <a:effectLst/>
        </p:spPr>
        <p:txBody>
          <a:bodyPr anchor="ctr"/>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sz="4400" dirty="0">
                <a:solidFill>
                  <a:schemeClr val="tx1"/>
                </a:solidFill>
                <a:latin typeface="+mj-lt"/>
                <a:ea typeface="+mj-ea"/>
                <a:cs typeface="+mj-cs"/>
              </a:rPr>
              <a:t>Solving the Optimization Problem</a:t>
            </a:r>
          </a:p>
        </p:txBody>
      </p:sp>
    </p:spTree>
    <p:extLst>
      <p:ext uri="{BB962C8B-B14F-4D97-AF65-F5344CB8AC3E}">
        <p14:creationId xmlns:p14="http://schemas.microsoft.com/office/powerpoint/2010/main" val="2874226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8" name="Rectangle 4"/>
          <p:cNvSpPr>
            <a:spLocks noChangeArrowheads="1"/>
          </p:cNvSpPr>
          <p:nvPr/>
        </p:nvSpPr>
        <p:spPr bwMode="auto">
          <a:xfrm>
            <a:off x="381000" y="228600"/>
            <a:ext cx="7772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sz="4400" dirty="0">
                <a:solidFill>
                  <a:schemeClr val="tx1"/>
                </a:solidFill>
                <a:latin typeface="+mj-lt"/>
                <a:ea typeface="+mj-ea"/>
                <a:cs typeface="+mj-cs"/>
              </a:rPr>
              <a:t>Dataset with noise  </a:t>
            </a:r>
          </a:p>
        </p:txBody>
      </p:sp>
      <p:sp>
        <p:nvSpPr>
          <p:cNvPr id="308229" name="Rectangle 5"/>
          <p:cNvSpPr>
            <a:spLocks noChangeArrowheads="1"/>
          </p:cNvSpPr>
          <p:nvPr/>
        </p:nvSpPr>
        <p:spPr bwMode="auto">
          <a:xfrm>
            <a:off x="4267200" y="1600200"/>
            <a:ext cx="44958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669925" indent="-325438" algn="l">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lgn="l">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lgn="l">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lgn="l">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r>
              <a:rPr lang="en-US" altLang="zh-CN" sz="2400" b="1" dirty="0">
                <a:latin typeface="Times New Roman" panose="02020603050405020304" pitchFamily="18" charset="0"/>
              </a:rPr>
              <a:t>Hard Margin: </a:t>
            </a:r>
            <a:r>
              <a:rPr lang="en-US" altLang="zh-CN" sz="2000" b="1" dirty="0">
                <a:latin typeface="Times New Roman" panose="02020603050405020304" pitchFamily="18" charset="0"/>
              </a:rPr>
              <a:t>So far we require all data points be classified correctly </a:t>
            </a:r>
          </a:p>
          <a:p>
            <a:pPr>
              <a:buFont typeface="Wingdings" panose="05000000000000000000" pitchFamily="2" charset="2"/>
              <a:buNone/>
            </a:pPr>
            <a:r>
              <a:rPr lang="en-US" altLang="zh-CN" sz="2400" b="1" dirty="0">
                <a:latin typeface="Times New Roman" panose="02020603050405020304" pitchFamily="18" charset="0"/>
              </a:rPr>
              <a:t>    </a:t>
            </a:r>
            <a:r>
              <a:rPr lang="en-US" altLang="zh-CN" sz="2000" b="1" dirty="0">
                <a:latin typeface="Times New Roman" panose="02020603050405020304" pitchFamily="18" charset="0"/>
              </a:rPr>
              <a:t>- No training error</a:t>
            </a:r>
          </a:p>
          <a:p>
            <a:r>
              <a:rPr lang="en-US" altLang="zh-CN" sz="2400" b="1" dirty="0">
                <a:latin typeface="Times New Roman" panose="02020603050405020304" pitchFamily="18" charset="0"/>
              </a:rPr>
              <a:t>What if the training set is noisy?</a:t>
            </a:r>
          </a:p>
          <a:p>
            <a:pPr>
              <a:buFont typeface="Wingdings" panose="05000000000000000000" pitchFamily="2" charset="2"/>
              <a:buNone/>
            </a:pPr>
            <a:r>
              <a:rPr lang="en-US" altLang="zh-CN" sz="2400" b="1" dirty="0">
                <a:latin typeface="Times New Roman" panose="02020603050405020304" pitchFamily="18" charset="0"/>
              </a:rPr>
              <a:t>   </a:t>
            </a:r>
          </a:p>
        </p:txBody>
      </p:sp>
      <p:grpSp>
        <p:nvGrpSpPr>
          <p:cNvPr id="308268" name="Group 44"/>
          <p:cNvGrpSpPr>
            <a:grpSpLocks/>
          </p:cNvGrpSpPr>
          <p:nvPr/>
        </p:nvGrpSpPr>
        <p:grpSpPr bwMode="auto">
          <a:xfrm>
            <a:off x="219110" y="1416075"/>
            <a:ext cx="2035140" cy="892710"/>
            <a:chOff x="528" y="1200"/>
            <a:chExt cx="1200" cy="693"/>
          </a:xfrm>
        </p:grpSpPr>
        <p:sp>
          <p:nvSpPr>
            <p:cNvPr id="308269" name="Text Box 45"/>
            <p:cNvSpPr txBox="1">
              <a:spLocks noChangeArrowheads="1"/>
            </p:cNvSpPr>
            <p:nvPr/>
          </p:nvSpPr>
          <p:spPr bwMode="auto">
            <a:xfrm>
              <a:off x="528" y="1200"/>
              <a:ext cx="1200" cy="69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dirty="0">
                  <a:latin typeface="Tahoma" panose="020B0604030504040204" pitchFamily="34" charset="0"/>
                </a:rPr>
                <a:t>     denotes +1</a:t>
              </a:r>
            </a:p>
            <a:p>
              <a:pPr>
                <a:spcBef>
                  <a:spcPct val="50000"/>
                </a:spcBef>
                <a:buClr>
                  <a:schemeClr val="tx1"/>
                </a:buClr>
              </a:pPr>
              <a:r>
                <a:rPr lang="en-US" altLang="zh-CN" sz="2000" dirty="0">
                  <a:latin typeface="Tahoma" panose="020B0604030504040204" pitchFamily="34" charset="0"/>
                </a:rPr>
                <a:t>     denotes  -1</a:t>
              </a:r>
            </a:p>
          </p:txBody>
        </p:sp>
        <p:sp>
          <p:nvSpPr>
            <p:cNvPr id="308270" name="Oval 46"/>
            <p:cNvSpPr>
              <a:spLocks noChangeAspect="1" noChangeArrowheads="1"/>
            </p:cNvSpPr>
            <p:nvPr/>
          </p:nvSpPr>
          <p:spPr bwMode="auto">
            <a:xfrm rot="4777107">
              <a:off x="639" y="1415"/>
              <a:ext cx="37" cy="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71" name="Oval 47"/>
            <p:cNvSpPr>
              <a:spLocks noChangeAspect="1" noChangeArrowheads="1"/>
            </p:cNvSpPr>
            <p:nvPr/>
          </p:nvSpPr>
          <p:spPr bwMode="auto">
            <a:xfrm rot="5895381">
              <a:off x="636" y="1735"/>
              <a:ext cx="32" cy="3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08272" name="Group 48"/>
          <p:cNvGrpSpPr>
            <a:grpSpLocks/>
          </p:cNvGrpSpPr>
          <p:nvPr/>
        </p:nvGrpSpPr>
        <p:grpSpPr bwMode="auto">
          <a:xfrm>
            <a:off x="193710" y="2648348"/>
            <a:ext cx="3657600" cy="3505200"/>
            <a:chOff x="1520" y="1304"/>
            <a:chExt cx="2304" cy="2208"/>
          </a:xfrm>
        </p:grpSpPr>
        <p:sp>
          <p:nvSpPr>
            <p:cNvPr id="308273" name="Line 49"/>
            <p:cNvSpPr>
              <a:spLocks noChangeShapeType="1"/>
            </p:cNvSpPr>
            <p:nvPr/>
          </p:nvSpPr>
          <p:spPr bwMode="auto">
            <a:xfrm>
              <a:off x="1536" y="1304"/>
              <a:ext cx="0" cy="2208"/>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8274" name="Line 50"/>
            <p:cNvSpPr>
              <a:spLocks noChangeShapeType="1"/>
            </p:cNvSpPr>
            <p:nvPr/>
          </p:nvSpPr>
          <p:spPr bwMode="auto">
            <a:xfrm flipV="1">
              <a:off x="1520" y="3509"/>
              <a:ext cx="2304"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08275" name="Oval 51"/>
            <p:cNvSpPr>
              <a:spLocks noChangeAspect="1" noChangeArrowheads="1"/>
            </p:cNvSpPr>
            <p:nvPr/>
          </p:nvSpPr>
          <p:spPr bwMode="auto">
            <a:xfrm>
              <a:off x="2342" y="3170"/>
              <a:ext cx="38" cy="3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76" name="Oval 52"/>
            <p:cNvSpPr>
              <a:spLocks noChangeAspect="1" noChangeArrowheads="1"/>
            </p:cNvSpPr>
            <p:nvPr/>
          </p:nvSpPr>
          <p:spPr bwMode="auto">
            <a:xfrm>
              <a:off x="1566" y="2459"/>
              <a:ext cx="38" cy="3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77" name="Oval 53"/>
            <p:cNvSpPr>
              <a:spLocks noChangeAspect="1" noChangeArrowheads="1"/>
            </p:cNvSpPr>
            <p:nvPr/>
          </p:nvSpPr>
          <p:spPr bwMode="auto">
            <a:xfrm>
              <a:off x="2734" y="1773"/>
              <a:ext cx="38" cy="3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78" name="Oval 54"/>
            <p:cNvSpPr>
              <a:spLocks noChangeAspect="1" noChangeArrowheads="1"/>
            </p:cNvSpPr>
            <p:nvPr/>
          </p:nvSpPr>
          <p:spPr bwMode="auto">
            <a:xfrm>
              <a:off x="2774" y="2290"/>
              <a:ext cx="38" cy="3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79" name="Oval 55"/>
            <p:cNvSpPr>
              <a:spLocks noChangeAspect="1" noChangeArrowheads="1"/>
            </p:cNvSpPr>
            <p:nvPr/>
          </p:nvSpPr>
          <p:spPr bwMode="auto">
            <a:xfrm>
              <a:off x="2148" y="1678"/>
              <a:ext cx="38" cy="3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80" name="Oval 56"/>
            <p:cNvSpPr>
              <a:spLocks noChangeAspect="1" noChangeArrowheads="1"/>
            </p:cNvSpPr>
            <p:nvPr/>
          </p:nvSpPr>
          <p:spPr bwMode="auto">
            <a:xfrm>
              <a:off x="2448" y="2352"/>
              <a:ext cx="34" cy="3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81" name="Oval 57"/>
            <p:cNvSpPr>
              <a:spLocks noChangeAspect="1" noChangeArrowheads="1"/>
            </p:cNvSpPr>
            <p:nvPr/>
          </p:nvSpPr>
          <p:spPr bwMode="auto">
            <a:xfrm>
              <a:off x="1920" y="1968"/>
              <a:ext cx="38" cy="3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82" name="Oval 58"/>
            <p:cNvSpPr>
              <a:spLocks noChangeAspect="1" noChangeArrowheads="1"/>
            </p:cNvSpPr>
            <p:nvPr/>
          </p:nvSpPr>
          <p:spPr bwMode="auto">
            <a:xfrm>
              <a:off x="3216" y="2592"/>
              <a:ext cx="38" cy="3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83" name="Oval 59"/>
            <p:cNvSpPr>
              <a:spLocks noChangeAspect="1" noChangeArrowheads="1"/>
            </p:cNvSpPr>
            <p:nvPr/>
          </p:nvSpPr>
          <p:spPr bwMode="auto">
            <a:xfrm rot="-1118274">
              <a:off x="2449" y="2799"/>
              <a:ext cx="34" cy="3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84" name="Oval 60"/>
            <p:cNvSpPr>
              <a:spLocks noChangeAspect="1" noChangeArrowheads="1"/>
            </p:cNvSpPr>
            <p:nvPr/>
          </p:nvSpPr>
          <p:spPr bwMode="auto">
            <a:xfrm rot="-1118274">
              <a:off x="3782" y="2034"/>
              <a:ext cx="38" cy="3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85" name="Oval 61"/>
            <p:cNvSpPr>
              <a:spLocks noChangeAspect="1" noChangeArrowheads="1"/>
            </p:cNvSpPr>
            <p:nvPr/>
          </p:nvSpPr>
          <p:spPr bwMode="auto">
            <a:xfrm rot="-1118274">
              <a:off x="3336" y="2863"/>
              <a:ext cx="38" cy="3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86" name="Oval 62"/>
            <p:cNvSpPr>
              <a:spLocks noChangeAspect="1" noChangeArrowheads="1"/>
            </p:cNvSpPr>
            <p:nvPr/>
          </p:nvSpPr>
          <p:spPr bwMode="auto">
            <a:xfrm rot="-1118274">
              <a:off x="1968" y="1680"/>
              <a:ext cx="38" cy="3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87" name="Oval 63"/>
            <p:cNvSpPr>
              <a:spLocks noChangeAspect="1" noChangeArrowheads="1"/>
            </p:cNvSpPr>
            <p:nvPr/>
          </p:nvSpPr>
          <p:spPr bwMode="auto">
            <a:xfrm rot="-1118274">
              <a:off x="2968" y="2258"/>
              <a:ext cx="38" cy="3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88" name="Oval 64"/>
            <p:cNvSpPr>
              <a:spLocks noChangeAspect="1" noChangeArrowheads="1"/>
            </p:cNvSpPr>
            <p:nvPr/>
          </p:nvSpPr>
          <p:spPr bwMode="auto">
            <a:xfrm rot="-1118274">
              <a:off x="3696" y="2832"/>
              <a:ext cx="38" cy="3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89" name="Oval 65"/>
            <p:cNvSpPr>
              <a:spLocks noChangeAspect="1" noChangeArrowheads="1"/>
            </p:cNvSpPr>
            <p:nvPr/>
          </p:nvSpPr>
          <p:spPr bwMode="auto">
            <a:xfrm rot="-1118274">
              <a:off x="1962" y="2293"/>
              <a:ext cx="38" cy="3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90" name="Oval 66"/>
            <p:cNvSpPr>
              <a:spLocks noChangeAspect="1" noChangeArrowheads="1"/>
            </p:cNvSpPr>
            <p:nvPr/>
          </p:nvSpPr>
          <p:spPr bwMode="auto">
            <a:xfrm rot="5895381">
              <a:off x="2436" y="1926"/>
              <a:ext cx="30" cy="3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91" name="Oval 67"/>
            <p:cNvSpPr>
              <a:spLocks noChangeAspect="1" noChangeArrowheads="1"/>
            </p:cNvSpPr>
            <p:nvPr/>
          </p:nvSpPr>
          <p:spPr bwMode="auto">
            <a:xfrm rot="5895381">
              <a:off x="2605" y="3303"/>
              <a:ext cx="35" cy="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92" name="Oval 68"/>
            <p:cNvSpPr>
              <a:spLocks noChangeAspect="1" noChangeArrowheads="1"/>
            </p:cNvSpPr>
            <p:nvPr/>
          </p:nvSpPr>
          <p:spPr bwMode="auto">
            <a:xfrm rot="5895381">
              <a:off x="1962" y="2582"/>
              <a:ext cx="30" cy="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93" name="Oval 69"/>
            <p:cNvSpPr>
              <a:spLocks noChangeAspect="1" noChangeArrowheads="1"/>
            </p:cNvSpPr>
            <p:nvPr/>
          </p:nvSpPr>
          <p:spPr bwMode="auto">
            <a:xfrm rot="5895381">
              <a:off x="2736" y="1508"/>
              <a:ext cx="30" cy="3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94" name="Oval 70"/>
            <p:cNvSpPr>
              <a:spLocks noChangeAspect="1" noChangeArrowheads="1"/>
            </p:cNvSpPr>
            <p:nvPr/>
          </p:nvSpPr>
          <p:spPr bwMode="auto">
            <a:xfrm rot="5895381">
              <a:off x="3341" y="2611"/>
              <a:ext cx="37" cy="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95" name="Oval 71"/>
            <p:cNvSpPr>
              <a:spLocks noChangeAspect="1" noChangeArrowheads="1"/>
            </p:cNvSpPr>
            <p:nvPr/>
          </p:nvSpPr>
          <p:spPr bwMode="auto">
            <a:xfrm rot="5895381">
              <a:off x="2753" y="2570"/>
              <a:ext cx="30" cy="3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96" name="Oval 72"/>
            <p:cNvSpPr>
              <a:spLocks noChangeAspect="1" noChangeArrowheads="1"/>
            </p:cNvSpPr>
            <p:nvPr/>
          </p:nvSpPr>
          <p:spPr bwMode="auto">
            <a:xfrm rot="5895381">
              <a:off x="3540" y="2120"/>
              <a:ext cx="30" cy="3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97" name="Oval 73"/>
            <p:cNvSpPr>
              <a:spLocks noChangeAspect="1" noChangeArrowheads="1"/>
            </p:cNvSpPr>
            <p:nvPr/>
          </p:nvSpPr>
          <p:spPr bwMode="auto">
            <a:xfrm rot="5895381">
              <a:off x="1945" y="1478"/>
              <a:ext cx="30" cy="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98" name="Oval 74"/>
            <p:cNvSpPr>
              <a:spLocks noChangeAspect="1" noChangeArrowheads="1"/>
            </p:cNvSpPr>
            <p:nvPr/>
          </p:nvSpPr>
          <p:spPr bwMode="auto">
            <a:xfrm rot="5895381">
              <a:off x="3314" y="2062"/>
              <a:ext cx="30" cy="3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299" name="Oval 75"/>
            <p:cNvSpPr>
              <a:spLocks noChangeAspect="1" noChangeArrowheads="1"/>
            </p:cNvSpPr>
            <p:nvPr/>
          </p:nvSpPr>
          <p:spPr bwMode="auto">
            <a:xfrm rot="5895381">
              <a:off x="3223" y="2973"/>
              <a:ext cx="37" cy="3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300" name="Oval 76"/>
            <p:cNvSpPr>
              <a:spLocks noChangeAspect="1" noChangeArrowheads="1"/>
            </p:cNvSpPr>
            <p:nvPr/>
          </p:nvSpPr>
          <p:spPr bwMode="auto">
            <a:xfrm rot="4777107">
              <a:off x="2203" y="2227"/>
              <a:ext cx="37" cy="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301" name="Oval 77"/>
            <p:cNvSpPr>
              <a:spLocks noChangeAspect="1" noChangeArrowheads="1"/>
            </p:cNvSpPr>
            <p:nvPr/>
          </p:nvSpPr>
          <p:spPr bwMode="auto">
            <a:xfrm rot="4777107">
              <a:off x="2930" y="3310"/>
              <a:ext cx="30" cy="3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302" name="Oval 78"/>
            <p:cNvSpPr>
              <a:spLocks noChangeAspect="1" noChangeArrowheads="1"/>
            </p:cNvSpPr>
            <p:nvPr/>
          </p:nvSpPr>
          <p:spPr bwMode="auto">
            <a:xfrm rot="4777107">
              <a:off x="2738" y="3070"/>
              <a:ext cx="30" cy="3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303" name="Oval 79"/>
            <p:cNvSpPr>
              <a:spLocks noChangeAspect="1" noChangeArrowheads="1"/>
            </p:cNvSpPr>
            <p:nvPr/>
          </p:nvSpPr>
          <p:spPr bwMode="auto">
            <a:xfrm rot="4777107">
              <a:off x="1774" y="2354"/>
              <a:ext cx="37" cy="3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304" name="Oval 80"/>
            <p:cNvSpPr>
              <a:spLocks noChangeAspect="1" noChangeArrowheads="1"/>
            </p:cNvSpPr>
            <p:nvPr/>
          </p:nvSpPr>
          <p:spPr bwMode="auto">
            <a:xfrm rot="4777107">
              <a:off x="2339" y="1749"/>
              <a:ext cx="32" cy="3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305" name="Oval 81"/>
            <p:cNvSpPr>
              <a:spLocks noChangeAspect="1" noChangeArrowheads="1"/>
            </p:cNvSpPr>
            <p:nvPr/>
          </p:nvSpPr>
          <p:spPr bwMode="auto">
            <a:xfrm rot="4777107">
              <a:off x="2744" y="2749"/>
              <a:ext cx="32" cy="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306" name="Oval 82"/>
            <p:cNvSpPr>
              <a:spLocks noChangeAspect="1" noChangeArrowheads="1"/>
            </p:cNvSpPr>
            <p:nvPr/>
          </p:nvSpPr>
          <p:spPr bwMode="auto">
            <a:xfrm rot="4777107">
              <a:off x="1577" y="1942"/>
              <a:ext cx="37" cy="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307" name="Oval 83"/>
            <p:cNvSpPr>
              <a:spLocks noChangeAspect="1" noChangeArrowheads="1"/>
            </p:cNvSpPr>
            <p:nvPr/>
          </p:nvSpPr>
          <p:spPr bwMode="auto">
            <a:xfrm rot="4777107">
              <a:off x="2480" y="3181"/>
              <a:ext cx="35" cy="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308" name="Oval 84"/>
            <p:cNvSpPr>
              <a:spLocks noChangeAspect="1" noChangeArrowheads="1"/>
            </p:cNvSpPr>
            <p:nvPr/>
          </p:nvSpPr>
          <p:spPr bwMode="auto">
            <a:xfrm rot="4777107">
              <a:off x="3341" y="2996"/>
              <a:ext cx="32" cy="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309" name="Oval 85"/>
            <p:cNvSpPr>
              <a:spLocks noChangeAspect="1" noChangeArrowheads="1"/>
            </p:cNvSpPr>
            <p:nvPr/>
          </p:nvSpPr>
          <p:spPr bwMode="auto">
            <a:xfrm>
              <a:off x="2976" y="2496"/>
              <a:ext cx="38" cy="3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310" name="Oval 86"/>
            <p:cNvSpPr>
              <a:spLocks noChangeAspect="1" noChangeArrowheads="1"/>
            </p:cNvSpPr>
            <p:nvPr/>
          </p:nvSpPr>
          <p:spPr bwMode="auto">
            <a:xfrm rot="-1118274">
              <a:off x="2160" y="2064"/>
              <a:ext cx="38" cy="3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8311" name="Oval 87"/>
            <p:cNvSpPr>
              <a:spLocks noChangeAspect="1" noChangeArrowheads="1"/>
            </p:cNvSpPr>
            <p:nvPr/>
          </p:nvSpPr>
          <p:spPr bwMode="auto">
            <a:xfrm rot="-1118274">
              <a:off x="2928" y="1344"/>
              <a:ext cx="38" cy="3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08313" name="Freeform 89"/>
          <p:cNvSpPr>
            <a:spLocks/>
          </p:cNvSpPr>
          <p:nvPr/>
        </p:nvSpPr>
        <p:spPr bwMode="auto">
          <a:xfrm>
            <a:off x="1130300" y="2306638"/>
            <a:ext cx="2954338" cy="3971925"/>
          </a:xfrm>
          <a:custGeom>
            <a:avLst/>
            <a:gdLst>
              <a:gd name="T0" fmla="*/ 784 w 1861"/>
              <a:gd name="T1" fmla="*/ 145 h 2502"/>
              <a:gd name="T2" fmla="*/ 793 w 1861"/>
              <a:gd name="T3" fmla="*/ 526 h 2502"/>
              <a:gd name="T4" fmla="*/ 802 w 1861"/>
              <a:gd name="T5" fmla="*/ 572 h 2502"/>
              <a:gd name="T6" fmla="*/ 784 w 1861"/>
              <a:gd name="T7" fmla="*/ 758 h 2502"/>
              <a:gd name="T8" fmla="*/ 310 w 1861"/>
              <a:gd name="T9" fmla="*/ 962 h 2502"/>
              <a:gd name="T10" fmla="*/ 78 w 1861"/>
              <a:gd name="T11" fmla="*/ 925 h 2502"/>
              <a:gd name="T12" fmla="*/ 31 w 1861"/>
              <a:gd name="T13" fmla="*/ 1074 h 2502"/>
              <a:gd name="T14" fmla="*/ 115 w 1861"/>
              <a:gd name="T15" fmla="*/ 1111 h 2502"/>
              <a:gd name="T16" fmla="*/ 291 w 1861"/>
              <a:gd name="T17" fmla="*/ 1120 h 2502"/>
              <a:gd name="T18" fmla="*/ 524 w 1861"/>
              <a:gd name="T19" fmla="*/ 1176 h 2502"/>
              <a:gd name="T20" fmla="*/ 598 w 1861"/>
              <a:gd name="T21" fmla="*/ 1316 h 2502"/>
              <a:gd name="T22" fmla="*/ 579 w 1861"/>
              <a:gd name="T23" fmla="*/ 1390 h 2502"/>
              <a:gd name="T24" fmla="*/ 551 w 1861"/>
              <a:gd name="T25" fmla="*/ 1408 h 2502"/>
              <a:gd name="T26" fmla="*/ 524 w 1861"/>
              <a:gd name="T27" fmla="*/ 1436 h 2502"/>
              <a:gd name="T28" fmla="*/ 412 w 1861"/>
              <a:gd name="T29" fmla="*/ 1483 h 2502"/>
              <a:gd name="T30" fmla="*/ 366 w 1861"/>
              <a:gd name="T31" fmla="*/ 1520 h 2502"/>
              <a:gd name="T32" fmla="*/ 310 w 1861"/>
              <a:gd name="T33" fmla="*/ 1576 h 2502"/>
              <a:gd name="T34" fmla="*/ 217 w 1861"/>
              <a:gd name="T35" fmla="*/ 1687 h 2502"/>
              <a:gd name="T36" fmla="*/ 171 w 1861"/>
              <a:gd name="T37" fmla="*/ 1817 h 2502"/>
              <a:gd name="T38" fmla="*/ 217 w 1861"/>
              <a:gd name="T39" fmla="*/ 2180 h 2502"/>
              <a:gd name="T40" fmla="*/ 301 w 1861"/>
              <a:gd name="T41" fmla="*/ 2328 h 2502"/>
              <a:gd name="T42" fmla="*/ 329 w 1861"/>
              <a:gd name="T43" fmla="*/ 2347 h 2502"/>
              <a:gd name="T44" fmla="*/ 384 w 1861"/>
              <a:gd name="T45" fmla="*/ 2365 h 2502"/>
              <a:gd name="T46" fmla="*/ 1137 w 1861"/>
              <a:gd name="T47" fmla="*/ 2384 h 2502"/>
              <a:gd name="T48" fmla="*/ 1313 w 1861"/>
              <a:gd name="T49" fmla="*/ 2300 h 2502"/>
              <a:gd name="T50" fmla="*/ 1397 w 1861"/>
              <a:gd name="T51" fmla="*/ 2245 h 2502"/>
              <a:gd name="T52" fmla="*/ 1481 w 1861"/>
              <a:gd name="T53" fmla="*/ 2198 h 2502"/>
              <a:gd name="T54" fmla="*/ 1629 w 1861"/>
              <a:gd name="T55" fmla="*/ 2031 h 2502"/>
              <a:gd name="T56" fmla="*/ 1666 w 1861"/>
              <a:gd name="T57" fmla="*/ 1947 h 2502"/>
              <a:gd name="T58" fmla="*/ 1685 w 1861"/>
              <a:gd name="T59" fmla="*/ 1882 h 2502"/>
              <a:gd name="T60" fmla="*/ 1583 w 1861"/>
              <a:gd name="T61" fmla="*/ 1483 h 2502"/>
              <a:gd name="T62" fmla="*/ 1490 w 1861"/>
              <a:gd name="T63" fmla="*/ 1446 h 2502"/>
              <a:gd name="T64" fmla="*/ 1332 w 1861"/>
              <a:gd name="T65" fmla="*/ 1408 h 2502"/>
              <a:gd name="T66" fmla="*/ 1118 w 1861"/>
              <a:gd name="T67" fmla="*/ 1399 h 2502"/>
              <a:gd name="T68" fmla="*/ 1035 w 1861"/>
              <a:gd name="T69" fmla="*/ 1455 h 2502"/>
              <a:gd name="T70" fmla="*/ 942 w 1861"/>
              <a:gd name="T71" fmla="*/ 1548 h 2502"/>
              <a:gd name="T72" fmla="*/ 774 w 1861"/>
              <a:gd name="T73" fmla="*/ 1538 h 2502"/>
              <a:gd name="T74" fmla="*/ 765 w 1861"/>
              <a:gd name="T75" fmla="*/ 1511 h 2502"/>
              <a:gd name="T76" fmla="*/ 793 w 1861"/>
              <a:gd name="T77" fmla="*/ 1408 h 2502"/>
              <a:gd name="T78" fmla="*/ 979 w 1861"/>
              <a:gd name="T79" fmla="*/ 1390 h 2502"/>
              <a:gd name="T80" fmla="*/ 1239 w 1861"/>
              <a:gd name="T81" fmla="*/ 1325 h 2502"/>
              <a:gd name="T82" fmla="*/ 1481 w 1861"/>
              <a:gd name="T83" fmla="*/ 1260 h 2502"/>
              <a:gd name="T84" fmla="*/ 1564 w 1861"/>
              <a:gd name="T85" fmla="*/ 1213 h 2502"/>
              <a:gd name="T86" fmla="*/ 1620 w 1861"/>
              <a:gd name="T87" fmla="*/ 1176 h 2502"/>
              <a:gd name="T88" fmla="*/ 1657 w 1861"/>
              <a:gd name="T89" fmla="*/ 1158 h 2502"/>
              <a:gd name="T90" fmla="*/ 1796 w 1861"/>
              <a:gd name="T91" fmla="*/ 1028 h 2502"/>
              <a:gd name="T92" fmla="*/ 1750 w 1861"/>
              <a:gd name="T93" fmla="*/ 712 h 2502"/>
              <a:gd name="T94" fmla="*/ 1676 w 1861"/>
              <a:gd name="T95" fmla="*/ 619 h 2502"/>
              <a:gd name="T96" fmla="*/ 1620 w 1861"/>
              <a:gd name="T97" fmla="*/ 572 h 2502"/>
              <a:gd name="T98" fmla="*/ 1583 w 1861"/>
              <a:gd name="T99" fmla="*/ 526 h 2502"/>
              <a:gd name="T100" fmla="*/ 1499 w 1861"/>
              <a:gd name="T101" fmla="*/ 414 h 2502"/>
              <a:gd name="T102" fmla="*/ 1425 w 1861"/>
              <a:gd name="T103" fmla="*/ 284 h 2502"/>
              <a:gd name="T104" fmla="*/ 1295 w 1861"/>
              <a:gd name="T105" fmla="*/ 164 h 2502"/>
              <a:gd name="T106" fmla="*/ 1174 w 1861"/>
              <a:gd name="T107" fmla="*/ 89 h 2502"/>
              <a:gd name="T108" fmla="*/ 1137 w 1861"/>
              <a:gd name="T109" fmla="*/ 61 h 2502"/>
              <a:gd name="T110" fmla="*/ 1081 w 1861"/>
              <a:gd name="T111" fmla="*/ 43 h 2502"/>
              <a:gd name="T112" fmla="*/ 914 w 1861"/>
              <a:gd name="T113" fmla="*/ 33 h 2502"/>
              <a:gd name="T114" fmla="*/ 858 w 1861"/>
              <a:gd name="T115" fmla="*/ 52 h 2502"/>
              <a:gd name="T116" fmla="*/ 830 w 1861"/>
              <a:gd name="T117" fmla="*/ 61 h 2502"/>
              <a:gd name="T118" fmla="*/ 784 w 1861"/>
              <a:gd name="T119" fmla="*/ 108 h 2502"/>
              <a:gd name="T120" fmla="*/ 784 w 1861"/>
              <a:gd name="T121" fmla="*/ 145 h 2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61" h="2502">
                <a:moveTo>
                  <a:pt x="784" y="145"/>
                </a:moveTo>
                <a:cubicBezTo>
                  <a:pt x="787" y="272"/>
                  <a:pt x="788" y="399"/>
                  <a:pt x="793" y="526"/>
                </a:cubicBezTo>
                <a:cubicBezTo>
                  <a:pt x="794" y="542"/>
                  <a:pt x="802" y="556"/>
                  <a:pt x="802" y="572"/>
                </a:cubicBezTo>
                <a:cubicBezTo>
                  <a:pt x="802" y="634"/>
                  <a:pt x="812" y="702"/>
                  <a:pt x="784" y="758"/>
                </a:cubicBezTo>
                <a:cubicBezTo>
                  <a:pt x="703" y="920"/>
                  <a:pt x="472" y="951"/>
                  <a:pt x="310" y="962"/>
                </a:cubicBezTo>
                <a:cubicBezTo>
                  <a:pt x="231" y="956"/>
                  <a:pt x="153" y="952"/>
                  <a:pt x="78" y="925"/>
                </a:cubicBezTo>
                <a:cubicBezTo>
                  <a:pt x="0" y="942"/>
                  <a:pt x="4" y="979"/>
                  <a:pt x="31" y="1074"/>
                </a:cubicBezTo>
                <a:cubicBezTo>
                  <a:pt x="35" y="1087"/>
                  <a:pt x="101" y="1110"/>
                  <a:pt x="115" y="1111"/>
                </a:cubicBezTo>
                <a:cubicBezTo>
                  <a:pt x="174" y="1114"/>
                  <a:pt x="232" y="1117"/>
                  <a:pt x="291" y="1120"/>
                </a:cubicBezTo>
                <a:cubicBezTo>
                  <a:pt x="367" y="1146"/>
                  <a:pt x="445" y="1163"/>
                  <a:pt x="524" y="1176"/>
                </a:cubicBezTo>
                <a:cubicBezTo>
                  <a:pt x="558" y="1227"/>
                  <a:pt x="580" y="1260"/>
                  <a:pt x="598" y="1316"/>
                </a:cubicBezTo>
                <a:cubicBezTo>
                  <a:pt x="597" y="1322"/>
                  <a:pt x="588" y="1379"/>
                  <a:pt x="579" y="1390"/>
                </a:cubicBezTo>
                <a:cubicBezTo>
                  <a:pt x="572" y="1399"/>
                  <a:pt x="560" y="1401"/>
                  <a:pt x="551" y="1408"/>
                </a:cubicBezTo>
                <a:cubicBezTo>
                  <a:pt x="541" y="1416"/>
                  <a:pt x="535" y="1429"/>
                  <a:pt x="524" y="1436"/>
                </a:cubicBezTo>
                <a:cubicBezTo>
                  <a:pt x="492" y="1458"/>
                  <a:pt x="448" y="1470"/>
                  <a:pt x="412" y="1483"/>
                </a:cubicBezTo>
                <a:cubicBezTo>
                  <a:pt x="363" y="1559"/>
                  <a:pt x="427" y="1473"/>
                  <a:pt x="366" y="1520"/>
                </a:cubicBezTo>
                <a:cubicBezTo>
                  <a:pt x="345" y="1536"/>
                  <a:pt x="329" y="1557"/>
                  <a:pt x="310" y="1576"/>
                </a:cubicBezTo>
                <a:cubicBezTo>
                  <a:pt x="275" y="1611"/>
                  <a:pt x="252" y="1652"/>
                  <a:pt x="217" y="1687"/>
                </a:cubicBezTo>
                <a:cubicBezTo>
                  <a:pt x="203" y="1731"/>
                  <a:pt x="185" y="1773"/>
                  <a:pt x="171" y="1817"/>
                </a:cubicBezTo>
                <a:cubicBezTo>
                  <a:pt x="175" y="1944"/>
                  <a:pt x="145" y="2074"/>
                  <a:pt x="217" y="2180"/>
                </a:cubicBezTo>
                <a:cubicBezTo>
                  <a:pt x="229" y="2217"/>
                  <a:pt x="273" y="2309"/>
                  <a:pt x="301" y="2328"/>
                </a:cubicBezTo>
                <a:cubicBezTo>
                  <a:pt x="310" y="2334"/>
                  <a:pt x="319" y="2342"/>
                  <a:pt x="329" y="2347"/>
                </a:cubicBezTo>
                <a:cubicBezTo>
                  <a:pt x="347" y="2355"/>
                  <a:pt x="384" y="2365"/>
                  <a:pt x="384" y="2365"/>
                </a:cubicBezTo>
                <a:cubicBezTo>
                  <a:pt x="585" y="2502"/>
                  <a:pt x="1075" y="2385"/>
                  <a:pt x="1137" y="2384"/>
                </a:cubicBezTo>
                <a:cubicBezTo>
                  <a:pt x="1203" y="2368"/>
                  <a:pt x="1254" y="2330"/>
                  <a:pt x="1313" y="2300"/>
                </a:cubicBezTo>
                <a:cubicBezTo>
                  <a:pt x="1347" y="2283"/>
                  <a:pt x="1361" y="2257"/>
                  <a:pt x="1397" y="2245"/>
                </a:cubicBezTo>
                <a:cubicBezTo>
                  <a:pt x="1461" y="2201"/>
                  <a:pt x="1432" y="2214"/>
                  <a:pt x="1481" y="2198"/>
                </a:cubicBezTo>
                <a:cubicBezTo>
                  <a:pt x="1544" y="2156"/>
                  <a:pt x="1584" y="2090"/>
                  <a:pt x="1629" y="2031"/>
                </a:cubicBezTo>
                <a:cubicBezTo>
                  <a:pt x="1652" y="1964"/>
                  <a:pt x="1637" y="1992"/>
                  <a:pt x="1666" y="1947"/>
                </a:cubicBezTo>
                <a:cubicBezTo>
                  <a:pt x="1672" y="1925"/>
                  <a:pt x="1685" y="1905"/>
                  <a:pt x="1685" y="1882"/>
                </a:cubicBezTo>
                <a:cubicBezTo>
                  <a:pt x="1685" y="1834"/>
                  <a:pt x="1700" y="1521"/>
                  <a:pt x="1583" y="1483"/>
                </a:cubicBezTo>
                <a:cubicBezTo>
                  <a:pt x="1534" y="1434"/>
                  <a:pt x="1578" y="1466"/>
                  <a:pt x="1490" y="1446"/>
                </a:cubicBezTo>
                <a:cubicBezTo>
                  <a:pt x="1434" y="1433"/>
                  <a:pt x="1390" y="1417"/>
                  <a:pt x="1332" y="1408"/>
                </a:cubicBezTo>
                <a:cubicBezTo>
                  <a:pt x="1250" y="1382"/>
                  <a:pt x="1225" y="1393"/>
                  <a:pt x="1118" y="1399"/>
                </a:cubicBezTo>
                <a:cubicBezTo>
                  <a:pt x="1081" y="1411"/>
                  <a:pt x="1062" y="1427"/>
                  <a:pt x="1035" y="1455"/>
                </a:cubicBezTo>
                <a:cubicBezTo>
                  <a:pt x="1012" y="1519"/>
                  <a:pt x="1016" y="1532"/>
                  <a:pt x="942" y="1548"/>
                </a:cubicBezTo>
                <a:cubicBezTo>
                  <a:pt x="886" y="1545"/>
                  <a:pt x="829" y="1549"/>
                  <a:pt x="774" y="1538"/>
                </a:cubicBezTo>
                <a:cubicBezTo>
                  <a:pt x="765" y="1536"/>
                  <a:pt x="765" y="1520"/>
                  <a:pt x="765" y="1511"/>
                </a:cubicBezTo>
                <a:cubicBezTo>
                  <a:pt x="765" y="1484"/>
                  <a:pt x="764" y="1430"/>
                  <a:pt x="793" y="1408"/>
                </a:cubicBezTo>
                <a:cubicBezTo>
                  <a:pt x="842" y="1369"/>
                  <a:pt x="917" y="1394"/>
                  <a:pt x="979" y="1390"/>
                </a:cubicBezTo>
                <a:cubicBezTo>
                  <a:pt x="1065" y="1362"/>
                  <a:pt x="1152" y="1349"/>
                  <a:pt x="1239" y="1325"/>
                </a:cubicBezTo>
                <a:cubicBezTo>
                  <a:pt x="1320" y="1303"/>
                  <a:pt x="1399" y="1279"/>
                  <a:pt x="1481" y="1260"/>
                </a:cubicBezTo>
                <a:cubicBezTo>
                  <a:pt x="1518" y="1222"/>
                  <a:pt x="1523" y="1236"/>
                  <a:pt x="1564" y="1213"/>
                </a:cubicBezTo>
                <a:cubicBezTo>
                  <a:pt x="1584" y="1202"/>
                  <a:pt x="1600" y="1186"/>
                  <a:pt x="1620" y="1176"/>
                </a:cubicBezTo>
                <a:cubicBezTo>
                  <a:pt x="1632" y="1170"/>
                  <a:pt x="1645" y="1164"/>
                  <a:pt x="1657" y="1158"/>
                </a:cubicBezTo>
                <a:cubicBezTo>
                  <a:pt x="1702" y="1113"/>
                  <a:pt x="1743" y="1063"/>
                  <a:pt x="1796" y="1028"/>
                </a:cubicBezTo>
                <a:cubicBezTo>
                  <a:pt x="1861" y="932"/>
                  <a:pt x="1810" y="800"/>
                  <a:pt x="1750" y="712"/>
                </a:cubicBezTo>
                <a:cubicBezTo>
                  <a:pt x="1736" y="667"/>
                  <a:pt x="1720" y="634"/>
                  <a:pt x="1676" y="619"/>
                </a:cubicBezTo>
                <a:cubicBezTo>
                  <a:pt x="1656" y="605"/>
                  <a:pt x="1634" y="593"/>
                  <a:pt x="1620" y="572"/>
                </a:cubicBezTo>
                <a:cubicBezTo>
                  <a:pt x="1585" y="519"/>
                  <a:pt x="1645" y="566"/>
                  <a:pt x="1583" y="526"/>
                </a:cubicBezTo>
                <a:cubicBezTo>
                  <a:pt x="1560" y="481"/>
                  <a:pt x="1541" y="442"/>
                  <a:pt x="1499" y="414"/>
                </a:cubicBezTo>
                <a:cubicBezTo>
                  <a:pt x="1480" y="356"/>
                  <a:pt x="1469" y="328"/>
                  <a:pt x="1425" y="284"/>
                </a:cubicBezTo>
                <a:cubicBezTo>
                  <a:pt x="1406" y="230"/>
                  <a:pt x="1350" y="182"/>
                  <a:pt x="1295" y="164"/>
                </a:cubicBezTo>
                <a:cubicBezTo>
                  <a:pt x="1263" y="117"/>
                  <a:pt x="1219" y="118"/>
                  <a:pt x="1174" y="89"/>
                </a:cubicBezTo>
                <a:cubicBezTo>
                  <a:pt x="1161" y="81"/>
                  <a:pt x="1151" y="68"/>
                  <a:pt x="1137" y="61"/>
                </a:cubicBezTo>
                <a:cubicBezTo>
                  <a:pt x="1119" y="52"/>
                  <a:pt x="1081" y="43"/>
                  <a:pt x="1081" y="43"/>
                </a:cubicBezTo>
                <a:cubicBezTo>
                  <a:pt x="1018" y="0"/>
                  <a:pt x="1050" y="13"/>
                  <a:pt x="914" y="33"/>
                </a:cubicBezTo>
                <a:cubicBezTo>
                  <a:pt x="894" y="36"/>
                  <a:pt x="877" y="46"/>
                  <a:pt x="858" y="52"/>
                </a:cubicBezTo>
                <a:cubicBezTo>
                  <a:pt x="849" y="55"/>
                  <a:pt x="830" y="61"/>
                  <a:pt x="830" y="61"/>
                </a:cubicBezTo>
                <a:cubicBezTo>
                  <a:pt x="806" y="77"/>
                  <a:pt x="795" y="80"/>
                  <a:pt x="784" y="108"/>
                </a:cubicBezTo>
                <a:cubicBezTo>
                  <a:pt x="761" y="169"/>
                  <a:pt x="766" y="161"/>
                  <a:pt x="784" y="145"/>
                </a:cubicBezTo>
                <a:close/>
              </a:path>
            </a:pathLst>
          </a:custGeom>
          <a:noFill/>
          <a:ln w="9525" cap="flat" cmpd="sng">
            <a:solidFill>
              <a:schemeClr val="tx1"/>
            </a:solidFill>
            <a:prstDash val="solid"/>
            <a:round/>
            <a:headEnd/>
            <a:tailEnd/>
          </a:ln>
          <a:effectLst/>
        </p:spPr>
        <p:txBody>
          <a:bodyPr wrap="none" anchor="ctr"/>
          <a:lstStyle/>
          <a:p>
            <a:endParaRPr lang="en-US"/>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1110240" y="1450080"/>
              <a:ext cx="5554440" cy="3269880"/>
            </p14:xfrm>
          </p:contentPart>
        </mc:Choice>
        <mc:Fallback xmlns="">
          <p:pic>
            <p:nvPicPr>
              <p:cNvPr id="2" name="Ink 1"/>
              <p:cNvPicPr/>
              <p:nvPr/>
            </p:nvPicPr>
            <p:blipFill>
              <a:blip r:embed="rId3"/>
              <a:stretch>
                <a:fillRect/>
              </a:stretch>
            </p:blipFill>
            <p:spPr>
              <a:xfrm>
                <a:off x="1098720" y="1438200"/>
                <a:ext cx="5577840" cy="3293280"/>
              </a:xfrm>
              <a:prstGeom prst="rect">
                <a:avLst/>
              </a:prstGeom>
            </p:spPr>
          </p:pic>
        </mc:Fallback>
      </mc:AlternateContent>
    </p:spTree>
    <p:extLst>
      <p:ext uri="{BB962C8B-B14F-4D97-AF65-F5344CB8AC3E}">
        <p14:creationId xmlns:p14="http://schemas.microsoft.com/office/powerpoint/2010/main" val="27384710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83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3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2" name="Rectangle 4"/>
          <p:cNvSpPr>
            <a:spLocks noChangeArrowheads="1"/>
          </p:cNvSpPr>
          <p:nvPr/>
        </p:nvSpPr>
        <p:spPr bwMode="auto">
          <a:xfrm>
            <a:off x="631615" y="1425900"/>
            <a:ext cx="7391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i="1" dirty="0"/>
              <a:t>Slack variables</a:t>
            </a:r>
            <a:r>
              <a:rPr lang="en-US" altLang="zh-CN" sz="2400" b="1" dirty="0"/>
              <a:t>  </a:t>
            </a:r>
            <a:r>
              <a:rPr lang="el-GR" altLang="en-US" sz="2400" b="1" i="1" dirty="0"/>
              <a:t>ξ</a:t>
            </a:r>
            <a:r>
              <a:rPr lang="en-US" altLang="zh-CN" sz="2400" b="1" i="1" baseline="-25000" dirty="0"/>
              <a:t>i</a:t>
            </a:r>
            <a:r>
              <a:rPr lang="en-US" altLang="zh-CN" sz="2400" b="1" dirty="0"/>
              <a:t>  can be added to allow misclassification of difficult or noisy examples.</a:t>
            </a:r>
          </a:p>
        </p:txBody>
      </p:sp>
      <p:sp>
        <p:nvSpPr>
          <p:cNvPr id="340003" name="Rectangle 35"/>
          <p:cNvSpPr>
            <a:spLocks noGrp="1" noChangeArrowheads="1"/>
          </p:cNvSpPr>
          <p:nvPr>
            <p:ph type="title"/>
          </p:nvPr>
        </p:nvSpPr>
        <p:spPr>
          <a:xfrm>
            <a:off x="124979" y="315308"/>
            <a:ext cx="6120680" cy="850106"/>
          </a:xfrm>
        </p:spPr>
        <p:txBody>
          <a:bodyPr/>
          <a:lstStyle/>
          <a:p>
            <a:pPr fontAlgn="base">
              <a:spcAft>
                <a:spcPct val="0"/>
              </a:spcAft>
            </a:pPr>
            <a:r>
              <a:rPr lang="en-US" altLang="zh-CN" sz="4400" dirty="0"/>
              <a:t>Soft Margin Classification</a:t>
            </a:r>
          </a:p>
        </p:txBody>
      </p:sp>
      <p:sp>
        <p:nvSpPr>
          <p:cNvPr id="340005" name="Rectangle 37"/>
          <p:cNvSpPr>
            <a:spLocks noChangeArrowheads="1"/>
          </p:cNvSpPr>
          <p:nvPr/>
        </p:nvSpPr>
        <p:spPr bwMode="auto">
          <a:xfrm>
            <a:off x="631615" y="2817018"/>
            <a:ext cx="7902785" cy="183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accent1"/>
              </a:buClr>
              <a:buSzPct val="6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1pPr>
            <a:lvl2pPr marL="669925" indent="-325438" algn="l">
              <a:spcBef>
                <a:spcPct val="20000"/>
              </a:spcBef>
              <a:buClr>
                <a:schemeClr val="accent2"/>
              </a:buClr>
              <a:buSzPct val="6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2pPr>
            <a:lvl3pPr marL="1022350" indent="-350838" algn="l">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339850" indent="-315913" algn="l">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1681163" indent="-339725" algn="l">
              <a:spcBef>
                <a:spcPct val="20000"/>
              </a:spcBef>
              <a:buClr>
                <a:schemeClr val="accent1"/>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138363" indent="-339725" fontAlgn="base">
              <a:spcBef>
                <a:spcPct val="20000"/>
              </a:spcBef>
              <a:spcAft>
                <a:spcPct val="0"/>
              </a:spcAft>
              <a:buClr>
                <a:schemeClr val="accent1"/>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595563" indent="-339725" fontAlgn="base">
              <a:spcBef>
                <a:spcPct val="20000"/>
              </a:spcBef>
              <a:spcAft>
                <a:spcPct val="0"/>
              </a:spcAft>
              <a:buClr>
                <a:schemeClr val="accent1"/>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052763" indent="-339725" fontAlgn="base">
              <a:spcBef>
                <a:spcPct val="20000"/>
              </a:spcBef>
              <a:spcAft>
                <a:spcPct val="0"/>
              </a:spcAft>
              <a:buClr>
                <a:schemeClr val="accent1"/>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509963" indent="-339725" fontAlgn="base">
              <a:spcBef>
                <a:spcPct val="20000"/>
              </a:spcBef>
              <a:spcAft>
                <a:spcPct val="0"/>
              </a:spcAft>
              <a:buClr>
                <a:schemeClr val="accent1"/>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en-US" altLang="zh-CN" dirty="0"/>
              <a:t>What should our quadratic optimization criterion be?</a:t>
            </a:r>
          </a:p>
          <a:p>
            <a:pPr>
              <a:buFont typeface="Wingdings" panose="05000000000000000000" pitchFamily="2" charset="2"/>
              <a:buNone/>
            </a:pPr>
            <a:r>
              <a:rPr lang="en-US" altLang="zh-CN" dirty="0">
                <a:solidFill>
                  <a:srgbClr val="990099"/>
                </a:solidFill>
              </a:rPr>
              <a:t>Minimize</a:t>
            </a:r>
            <a:endParaRPr lang="en-US" altLang="zh-CN" b="1" i="1" dirty="0">
              <a:solidFill>
                <a:srgbClr val="990099"/>
              </a:solidFill>
            </a:endParaRPr>
          </a:p>
        </p:txBody>
      </p:sp>
      <p:graphicFrame>
        <p:nvGraphicFramePr>
          <p:cNvPr id="340006" name="Object 38"/>
          <p:cNvGraphicFramePr>
            <a:graphicFrameLocks noGrp="1" noChangeAspect="1"/>
          </p:cNvGraphicFramePr>
          <p:nvPr>
            <p:ph idx="1"/>
            <p:extLst>
              <p:ext uri="{D42A27DB-BD31-4B8C-83A1-F6EECF244321}">
                <p14:modId xmlns:p14="http://schemas.microsoft.com/office/powerpoint/2010/main" val="2427670633"/>
              </p:ext>
            </p:extLst>
          </p:nvPr>
        </p:nvGraphicFramePr>
        <p:xfrm>
          <a:off x="2057400" y="3960812"/>
          <a:ext cx="3124200" cy="1379538"/>
        </p:xfrm>
        <a:graphic>
          <a:graphicData uri="http://schemas.openxmlformats.org/presentationml/2006/ole">
            <mc:AlternateContent xmlns:mc="http://schemas.openxmlformats.org/markup-compatibility/2006">
              <mc:Choice xmlns:v="urn:schemas-microsoft-com:vml" Requires="v">
                <p:oleObj name="Equation" r:id="rId2" imgW="977760" imgH="431640" progId="Equation.3">
                  <p:embed/>
                </p:oleObj>
              </mc:Choice>
              <mc:Fallback>
                <p:oleObj name="Equation" r:id="rId2" imgW="977760" imgH="431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960812"/>
                        <a:ext cx="3124200" cy="1379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1807200" y="1324440"/>
              <a:ext cx="6986520" cy="4507200"/>
            </p14:xfrm>
          </p:contentPart>
        </mc:Choice>
        <mc:Fallback xmlns="">
          <p:pic>
            <p:nvPicPr>
              <p:cNvPr id="2" name="Ink 1"/>
              <p:cNvPicPr/>
              <p:nvPr/>
            </p:nvPicPr>
            <p:blipFill>
              <a:blip r:embed="rId6"/>
              <a:stretch>
                <a:fillRect/>
              </a:stretch>
            </p:blipFill>
            <p:spPr>
              <a:xfrm>
                <a:off x="1797120" y="1316880"/>
                <a:ext cx="7009560" cy="4526640"/>
              </a:xfrm>
              <a:prstGeom prst="rect">
                <a:avLst/>
              </a:prstGeom>
            </p:spPr>
          </p:pic>
        </mc:Fallback>
      </mc:AlternateContent>
    </p:spTree>
    <p:extLst>
      <p:ext uri="{BB962C8B-B14F-4D97-AF65-F5344CB8AC3E}">
        <p14:creationId xmlns:p14="http://schemas.microsoft.com/office/powerpoint/2010/main" val="21424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6120680" cy="850106"/>
          </a:xfrm>
        </p:spPr>
        <p:txBody>
          <a:bodyPr/>
          <a:lstStyle/>
          <a:p>
            <a:r>
              <a:rPr lang="en-US" sz="4400" dirty="0"/>
              <a:t>Slack Variable</a:t>
            </a:r>
          </a:p>
        </p:txBody>
      </p:sp>
      <p:sp>
        <p:nvSpPr>
          <p:cNvPr id="3" name="Content Placeholder 2"/>
          <p:cNvSpPr>
            <a:spLocks noGrp="1"/>
          </p:cNvSpPr>
          <p:nvPr>
            <p:ph idx="1"/>
          </p:nvPr>
        </p:nvSpPr>
        <p:spPr/>
        <p:txBody>
          <a:bodyPr/>
          <a:lstStyle/>
          <a:p>
            <a:r>
              <a:rPr lang="en-US" b="1" dirty="0"/>
              <a:t>Slack</a:t>
            </a:r>
            <a:r>
              <a:rPr lang="en-US" dirty="0"/>
              <a:t> </a:t>
            </a:r>
            <a:r>
              <a:rPr lang="en-US" b="1" dirty="0"/>
              <a:t>variable</a:t>
            </a:r>
            <a:r>
              <a:rPr lang="en-US" dirty="0"/>
              <a:t> as giving the classifier some leniency when it comes to moving around points near the </a:t>
            </a:r>
            <a:r>
              <a:rPr lang="en-US" b="1" dirty="0"/>
              <a:t>margin</a:t>
            </a:r>
            <a:r>
              <a:rPr lang="en-US" dirty="0"/>
              <a:t>. </a:t>
            </a:r>
          </a:p>
          <a:p>
            <a:r>
              <a:rPr lang="en-US" dirty="0"/>
              <a:t>When C is large, larger slacks penalize the objective function of SVM’s more than when C is small.</a:t>
            </a:r>
          </a:p>
        </p:txBody>
      </p:sp>
    </p:spTree>
    <p:extLst>
      <p:ext uri="{BB962C8B-B14F-4D97-AF65-F5344CB8AC3E}">
        <p14:creationId xmlns:p14="http://schemas.microsoft.com/office/powerpoint/2010/main" val="3347239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Soft Margin</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304800" y="1447800"/>
            <a:ext cx="8382000" cy="436245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357120" y="210240"/>
              <a:ext cx="7816680" cy="4821840"/>
            </p14:xfrm>
          </p:contentPart>
        </mc:Choice>
        <mc:Fallback xmlns="">
          <p:pic>
            <p:nvPicPr>
              <p:cNvPr id="5" name="Ink 4"/>
              <p:cNvPicPr/>
              <p:nvPr/>
            </p:nvPicPr>
            <p:blipFill>
              <a:blip r:embed="rId4"/>
              <a:stretch>
                <a:fillRect/>
              </a:stretch>
            </p:blipFill>
            <p:spPr>
              <a:xfrm>
                <a:off x="348120" y="201600"/>
                <a:ext cx="7835760" cy="4835160"/>
              </a:xfrm>
              <a:prstGeom prst="rect">
                <a:avLst/>
              </a:prstGeom>
            </p:spPr>
          </p:pic>
        </mc:Fallback>
      </mc:AlternateContent>
    </p:spTree>
    <p:extLst>
      <p:ext uri="{BB962C8B-B14F-4D97-AF65-F5344CB8AC3E}">
        <p14:creationId xmlns:p14="http://schemas.microsoft.com/office/powerpoint/2010/main" val="674578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2" name="Rectangle 4"/>
          <p:cNvSpPr>
            <a:spLocks noChangeArrowheads="1"/>
          </p:cNvSpPr>
          <p:nvPr/>
        </p:nvSpPr>
        <p:spPr bwMode="auto">
          <a:xfrm>
            <a:off x="152400" y="0"/>
            <a:ext cx="7277100" cy="1125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sz="4400" dirty="0">
                <a:solidFill>
                  <a:schemeClr val="tx1"/>
                </a:solidFill>
                <a:latin typeface="+mj-lt"/>
                <a:ea typeface="+mj-ea"/>
                <a:cs typeface="+mj-cs"/>
              </a:rPr>
              <a:t>Hard Margin vs Soft Margin</a:t>
            </a:r>
          </a:p>
        </p:txBody>
      </p:sp>
      <p:sp>
        <p:nvSpPr>
          <p:cNvPr id="309253" name="Rectangle 5"/>
          <p:cNvSpPr>
            <a:spLocks noChangeArrowheads="1"/>
          </p:cNvSpPr>
          <p:nvPr/>
        </p:nvSpPr>
        <p:spPr bwMode="auto">
          <a:xfrm>
            <a:off x="457200" y="838200"/>
            <a:ext cx="89916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669925" indent="-325438" algn="l">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lgn="l">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lgn="l">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lgn="l">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endParaRPr lang="en-US" altLang="zh-CN" sz="2400" dirty="0"/>
          </a:p>
          <a:p>
            <a:r>
              <a:rPr lang="en-US" altLang="zh-CN" sz="2400" dirty="0"/>
              <a:t>Hard Margin:</a:t>
            </a:r>
          </a:p>
          <a:p>
            <a:endParaRPr lang="en-US" altLang="zh-CN" sz="2400" dirty="0"/>
          </a:p>
          <a:p>
            <a:endParaRPr lang="en-US" altLang="zh-CN" dirty="0"/>
          </a:p>
          <a:p>
            <a:endParaRPr lang="en-US" altLang="zh-CN" sz="2400" dirty="0"/>
          </a:p>
          <a:p>
            <a:r>
              <a:rPr lang="en-US" altLang="zh-CN" sz="2400" dirty="0"/>
              <a:t>Soft Margin incorporating slack variables:</a:t>
            </a:r>
          </a:p>
          <a:p>
            <a:endParaRPr lang="en-US" altLang="zh-CN" sz="2400" dirty="0"/>
          </a:p>
          <a:p>
            <a:endParaRPr lang="en-US" altLang="zh-CN" dirty="0"/>
          </a:p>
          <a:p>
            <a:endParaRPr lang="en-US" altLang="zh-CN" sz="2800" dirty="0"/>
          </a:p>
          <a:p>
            <a:r>
              <a:rPr lang="en-US" altLang="zh-CN" sz="2400" dirty="0"/>
              <a:t>Parameter </a:t>
            </a:r>
            <a:r>
              <a:rPr lang="en-US" altLang="zh-CN" sz="2400" i="1" dirty="0"/>
              <a:t>C</a:t>
            </a:r>
            <a:r>
              <a:rPr lang="en-US" altLang="zh-CN" sz="2400" dirty="0"/>
              <a:t> can be viewed as a way to control overfitting.</a:t>
            </a:r>
          </a:p>
        </p:txBody>
      </p:sp>
      <mc:AlternateContent xmlns:mc="http://schemas.openxmlformats.org/markup-compatibility/2006" xmlns:a14="http://schemas.microsoft.com/office/drawing/2010/main">
        <mc:Choice Requires="a14">
          <p:sp>
            <p:nvSpPr>
              <p:cNvPr id="309254" name="Text Box 6"/>
              <p:cNvSpPr txBox="1">
                <a:spLocks noChangeArrowheads="1"/>
              </p:cNvSpPr>
              <p:nvPr/>
            </p:nvSpPr>
            <p:spPr bwMode="auto">
              <a:xfrm>
                <a:off x="990600" y="1725706"/>
                <a:ext cx="7035094" cy="1151021"/>
              </a:xfrm>
              <a:prstGeom prst="rect">
                <a:avLst/>
              </a:prstGeom>
              <a:noFill/>
              <a:ln w="25400" algn="ctr">
                <a:solidFill>
                  <a:srgbClr val="008000"/>
                </a:solidFill>
                <a:miter lim="800000"/>
                <a:headEnd/>
                <a:tailEnd/>
              </a:ln>
              <a:effectLst/>
              <a:extLst>
                <a:ext uri="{909E8E84-426E-40DD-AFC4-6F175D3DCCD1}">
                  <a14:hiddenFill>
                    <a:solidFill>
                      <a:schemeClr val="tx1"/>
                    </a:solidFill>
                  </a14:hiddenFill>
                </a:ext>
                <a:ext uri="{AF507438-7753-43E0-B8FC-AC1667EBCBE1}">
                  <a14:hiddenEffects>
                    <a:effectLst>
                      <a:outerShdw dist="35921" dir="2700000" algn="ctr" rotWithShape="0">
                        <a:schemeClr val="bg2"/>
                      </a:outerShdw>
                    </a:effectLst>
                  </a14:hiddenEffects>
                </a:ext>
              </a:extLst>
            </p:spPr>
            <p:txBody>
              <a:bodyPr wrap="square">
                <a:spAutoFit/>
              </a:bodyPr>
              <a:lstStyle/>
              <a:p>
                <a:pPr algn="l"/>
                <a:r>
                  <a:rPr lang="en-US" altLang="zh-CN" sz="2000" dirty="0">
                    <a:latin typeface="Times New Roman" panose="02020603050405020304" pitchFamily="18" charset="0"/>
                  </a:rPr>
                  <a:t>Find </a:t>
                </a:r>
                <a:r>
                  <a:rPr lang="en-US" altLang="zh-CN" sz="2000" b="1" dirty="0">
                    <a:latin typeface="Times New Roman" panose="02020603050405020304" pitchFamily="18" charset="0"/>
                  </a:rPr>
                  <a:t>w</a:t>
                </a:r>
                <a:r>
                  <a:rPr lang="en-US" altLang="zh-CN" sz="2000" dirty="0">
                    <a:latin typeface="Times New Roman" panose="02020603050405020304" pitchFamily="18" charset="0"/>
                  </a:rPr>
                  <a:t> and </a:t>
                </a:r>
                <a:r>
                  <a:rPr lang="en-US" altLang="zh-CN" sz="2000" i="1" dirty="0">
                    <a:latin typeface="Times New Roman" panose="02020603050405020304" pitchFamily="18" charset="0"/>
                  </a:rPr>
                  <a:t>b</a:t>
                </a:r>
                <a:r>
                  <a:rPr lang="en-US" altLang="zh-CN" sz="2000" dirty="0">
                    <a:latin typeface="Times New Roman" panose="02020603050405020304" pitchFamily="18" charset="0"/>
                  </a:rPr>
                  <a:t> such that</a:t>
                </a:r>
              </a:p>
              <a:p>
                <a:r>
                  <a:rPr lang="el-GR" altLang="en-US" sz="2000" b="1" dirty="0">
                    <a:latin typeface="Times New Roman" panose="02020603050405020304" pitchFamily="18" charset="0"/>
                    <a:cs typeface="Times New Roman" panose="02020603050405020304" pitchFamily="18" charset="0"/>
                  </a:rPr>
                  <a:t>Φ</a:t>
                </a:r>
                <a:r>
                  <a:rPr lang="en-US" altLang="zh-CN" sz="2000"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w</a:t>
                </a:r>
                <a:r>
                  <a:rPr lang="en-US" altLang="zh-CN" sz="2000"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 = </a:t>
                </a:r>
                <a14:m>
                  <m:oMath xmlns:m="http://schemas.openxmlformats.org/officeDocument/2006/math">
                    <m:f>
                      <m:fPr>
                        <m:ctrlPr>
                          <a:rPr lang="en-US" altLang="zh-CN" sz="2000" b="1" i="1">
                            <a:latin typeface="Cambria Math" panose="02040503050406030204" pitchFamily="18" charset="0"/>
                          </a:rPr>
                        </m:ctrlPr>
                      </m:fPr>
                      <m:num>
                        <m:r>
                          <a:rPr lang="en-US" altLang="zh-CN" sz="2000" b="1" i="1">
                            <a:latin typeface="Cambria Math" panose="02040503050406030204" pitchFamily="18" charset="0"/>
                          </a:rPr>
                          <m:t>𝟏</m:t>
                        </m:r>
                      </m:num>
                      <m:den>
                        <m:r>
                          <a:rPr lang="en-US" altLang="zh-CN" sz="2000" b="1" i="1">
                            <a:latin typeface="Cambria Math" panose="02040503050406030204" pitchFamily="18" charset="0"/>
                          </a:rPr>
                          <m:t>𝟐</m:t>
                        </m:r>
                      </m:den>
                    </m:f>
                  </m:oMath>
                </a14:m>
                <a:r>
                  <a:rPr lang="en-US" altLang="zh-CN"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rPr>
                  <a:t>w</a:t>
                </a:r>
                <a:r>
                  <a:rPr lang="en-US" altLang="zh-CN" sz="2000" baseline="30000" dirty="0">
                    <a:latin typeface="Times New Roman" panose="02020603050405020304" pitchFamily="18" charset="0"/>
                  </a:rPr>
                  <a:t>T</a:t>
                </a:r>
                <a:r>
                  <a:rPr lang="en-US" altLang="zh-CN" sz="2000" b="1" dirty="0">
                    <a:latin typeface="Times New Roman" panose="02020603050405020304" pitchFamily="18" charset="0"/>
                  </a:rPr>
                  <a:t>w </a:t>
                </a:r>
                <a:r>
                  <a:rPr lang="en-US" altLang="zh-CN" sz="2000" dirty="0">
                    <a:latin typeface="Times New Roman" panose="02020603050405020304" pitchFamily="18" charset="0"/>
                  </a:rPr>
                  <a:t>is minimized and for all </a:t>
                </a:r>
                <a:r>
                  <a:rPr lang="en-US" altLang="zh-CN" sz="2400" dirty="0">
                    <a:latin typeface="Times New Roman" panose="02020603050405020304" pitchFamily="18" charset="0"/>
                  </a:rPr>
                  <a:t>{</a:t>
                </a:r>
                <a:r>
                  <a:rPr lang="en-US" altLang="zh-CN" sz="2000" dirty="0">
                    <a:latin typeface="Times New Roman" panose="02020603050405020304" pitchFamily="18" charset="0"/>
                  </a:rPr>
                  <a:t>(</a:t>
                </a:r>
                <a:r>
                  <a:rPr lang="en-US" altLang="zh-CN" sz="2400" b="1" dirty="0">
                    <a:latin typeface="Times New Roman" panose="02020603050405020304" pitchFamily="18" charset="0"/>
                  </a:rPr>
                  <a:t>x</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y</a:t>
                </a:r>
                <a:r>
                  <a:rPr lang="en-US" altLang="zh-CN" sz="2400" i="1" baseline="-25000" dirty="0">
                    <a:latin typeface="Times New Roman" panose="02020603050405020304" pitchFamily="18" charset="0"/>
                  </a:rPr>
                  <a:t>i</a:t>
                </a:r>
                <a:r>
                  <a:rPr lang="en-US" altLang="zh-CN" sz="2400" dirty="0">
                    <a:latin typeface="Times New Roman" panose="02020603050405020304" pitchFamily="18" charset="0"/>
                  </a:rPr>
                  <a:t>)}</a:t>
                </a:r>
                <a:endParaRPr lang="en-US" altLang="zh-CN" sz="2000" dirty="0">
                  <a:latin typeface="Times New Roman" panose="02020603050405020304" pitchFamily="18" charset="0"/>
                </a:endParaRPr>
              </a:p>
              <a:p>
                <a:pPr algn="l"/>
                <a:r>
                  <a:rPr lang="en-US" altLang="zh-CN" sz="2000" i="1" dirty="0">
                    <a:latin typeface="Times New Roman" panose="02020603050405020304" pitchFamily="18" charset="0"/>
                  </a:rPr>
                  <a:t>y</a:t>
                </a:r>
                <a:r>
                  <a:rPr lang="en-US" altLang="zh-CN" sz="2000" i="1" baseline="-25000" dirty="0">
                    <a:latin typeface="Times New Roman" panose="02020603050405020304" pitchFamily="18" charset="0"/>
                  </a:rPr>
                  <a:t>i</a:t>
                </a:r>
                <a:r>
                  <a:rPr lang="en-US" altLang="zh-CN" sz="2000" dirty="0">
                    <a:latin typeface="Times New Roman" panose="02020603050405020304" pitchFamily="18" charset="0"/>
                  </a:rPr>
                  <a:t> (</a:t>
                </a:r>
                <a:r>
                  <a:rPr lang="en-US" altLang="zh-CN" sz="2000" b="1" dirty="0">
                    <a:latin typeface="Times New Roman" panose="02020603050405020304" pitchFamily="18" charset="0"/>
                  </a:rPr>
                  <a:t>w</a:t>
                </a:r>
                <a:r>
                  <a:rPr lang="en-US" altLang="zh-CN" sz="2000" b="1" baseline="30000" dirty="0">
                    <a:latin typeface="Times New Roman" panose="02020603050405020304" pitchFamily="18" charset="0"/>
                  </a:rPr>
                  <a:t>T</a:t>
                </a:r>
                <a:r>
                  <a:rPr lang="en-US" altLang="zh-CN" sz="2000" b="1" dirty="0">
                    <a:latin typeface="Times New Roman" panose="02020603050405020304" pitchFamily="18" charset="0"/>
                  </a:rPr>
                  <a:t>x</a:t>
                </a:r>
                <a:r>
                  <a:rPr lang="en-US" altLang="zh-CN" sz="2000" b="1" baseline="-25000" dirty="0">
                    <a:latin typeface="Times New Roman" panose="02020603050405020304" pitchFamily="18" charset="0"/>
                  </a:rPr>
                  <a:t>i</a:t>
                </a:r>
                <a:r>
                  <a:rPr lang="en-US" altLang="zh-CN" sz="2000" b="1" dirty="0">
                    <a:latin typeface="Times New Roman" panose="02020603050405020304" pitchFamily="18" charset="0"/>
                  </a:rPr>
                  <a:t> </a:t>
                </a:r>
                <a:r>
                  <a:rPr lang="en-US" altLang="zh-CN" sz="2000" dirty="0">
                    <a:latin typeface="Times New Roman" panose="02020603050405020304" pitchFamily="18" charset="0"/>
                  </a:rPr>
                  <a:t>+ b)</a:t>
                </a:r>
                <a:r>
                  <a:rPr lang="en-US" altLang="zh-CN" sz="2000" b="1" dirty="0">
                    <a:latin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1</a:t>
                </a:r>
              </a:p>
            </p:txBody>
          </p:sp>
        </mc:Choice>
        <mc:Fallback xmlns="">
          <p:sp>
            <p:nvSpPr>
              <p:cNvPr id="309254" name="Text Box 6"/>
              <p:cNvSpPr txBox="1">
                <a:spLocks noRot="1" noChangeAspect="1" noMove="1" noResize="1" noEditPoints="1" noAdjustHandles="1" noChangeArrowheads="1" noChangeShapeType="1" noTextEdit="1"/>
              </p:cNvSpPr>
              <p:nvPr/>
            </p:nvSpPr>
            <p:spPr bwMode="auto">
              <a:xfrm>
                <a:off x="990600" y="1725706"/>
                <a:ext cx="7035094" cy="1151021"/>
              </a:xfrm>
              <a:prstGeom prst="rect">
                <a:avLst/>
              </a:prstGeom>
              <a:blipFill rotWithShape="0">
                <a:blip r:embed="rId2"/>
                <a:stretch>
                  <a:fillRect l="-777" t="-1554" b="-7254"/>
                </a:stretch>
              </a:blipFill>
              <a:ln w="25400" algn="ctr">
                <a:solidFill>
                  <a:srgbClr val="00800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9255" name="Text Box 7"/>
              <p:cNvSpPr txBox="1">
                <a:spLocks noChangeArrowheads="1"/>
              </p:cNvSpPr>
              <p:nvPr/>
            </p:nvSpPr>
            <p:spPr bwMode="auto">
              <a:xfrm>
                <a:off x="954741" y="3705412"/>
                <a:ext cx="7493000" cy="1151021"/>
              </a:xfrm>
              <a:prstGeom prst="rect">
                <a:avLst/>
              </a:prstGeom>
              <a:noFill/>
              <a:ln w="25400" algn="ctr">
                <a:solidFill>
                  <a:srgbClr val="008000"/>
                </a:solidFill>
                <a:miter lim="800000"/>
                <a:headEnd/>
                <a:tailEnd/>
              </a:ln>
              <a:effectLst/>
              <a:extLst>
                <a:ext uri="{909E8E84-426E-40DD-AFC4-6F175D3DCCD1}">
                  <a14:hiddenFill>
                    <a:solidFill>
                      <a:schemeClr val="tx1"/>
                    </a:solidFill>
                  </a14:hiddenFill>
                </a:ext>
                <a:ext uri="{AF507438-7753-43E0-B8FC-AC1667EBCBE1}">
                  <a14:hiddenEffects>
                    <a:effectLst>
                      <a:outerShdw dist="35921" dir="2700000" algn="ctr" rotWithShape="0">
                        <a:schemeClr val="bg2"/>
                      </a:outerShdw>
                    </a:effectLst>
                  </a14:hiddenEffects>
                </a:ext>
              </a:extLst>
            </p:spPr>
            <p:txBody>
              <a:bodyPr wrap="square">
                <a:spAutoFit/>
              </a:bodyPr>
              <a:lstStyle/>
              <a:p>
                <a:pPr algn="l"/>
                <a:r>
                  <a:rPr lang="en-US" altLang="zh-CN" sz="2000" dirty="0">
                    <a:latin typeface="Times New Roman" panose="02020603050405020304" pitchFamily="18" charset="0"/>
                  </a:rPr>
                  <a:t>Find </a:t>
                </a:r>
                <a:r>
                  <a:rPr lang="en-US" altLang="zh-CN" sz="2000" b="1" dirty="0">
                    <a:latin typeface="Times New Roman" panose="02020603050405020304" pitchFamily="18" charset="0"/>
                  </a:rPr>
                  <a:t>w</a:t>
                </a:r>
                <a:r>
                  <a:rPr lang="en-US" altLang="zh-CN" sz="2000" dirty="0">
                    <a:latin typeface="Times New Roman" panose="02020603050405020304" pitchFamily="18" charset="0"/>
                  </a:rPr>
                  <a:t> and </a:t>
                </a:r>
                <a:r>
                  <a:rPr lang="en-US" altLang="zh-CN" sz="2000" i="1" dirty="0">
                    <a:latin typeface="Times New Roman" panose="02020603050405020304" pitchFamily="18" charset="0"/>
                  </a:rPr>
                  <a:t>b</a:t>
                </a:r>
                <a:r>
                  <a:rPr lang="en-US" altLang="zh-CN" sz="2000" dirty="0">
                    <a:latin typeface="Times New Roman" panose="02020603050405020304" pitchFamily="18" charset="0"/>
                  </a:rPr>
                  <a:t> such that</a:t>
                </a:r>
              </a:p>
              <a:p>
                <a:r>
                  <a:rPr lang="el-GR" altLang="en-US" sz="2000" b="1" dirty="0">
                    <a:latin typeface="Times New Roman" panose="02020603050405020304" pitchFamily="18" charset="0"/>
                    <a:cs typeface="Times New Roman" panose="02020603050405020304" pitchFamily="18" charset="0"/>
                  </a:rPr>
                  <a:t>Φ</a:t>
                </a:r>
                <a:r>
                  <a:rPr lang="en-US" altLang="zh-CN" sz="2000"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w</a:t>
                </a:r>
                <a:r>
                  <a:rPr lang="en-US" altLang="zh-CN" sz="2000"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 = </a:t>
                </a:r>
                <a14:m>
                  <m:oMath xmlns:m="http://schemas.openxmlformats.org/officeDocument/2006/math">
                    <m:f>
                      <m:fPr>
                        <m:ctrlPr>
                          <a:rPr lang="en-US" altLang="zh-CN" sz="2000" b="1" i="1">
                            <a:latin typeface="Cambria Math" panose="02040503050406030204" pitchFamily="18" charset="0"/>
                          </a:rPr>
                        </m:ctrlPr>
                      </m:fPr>
                      <m:num>
                        <m:r>
                          <a:rPr lang="en-US" altLang="zh-CN" sz="2000" b="1" i="1">
                            <a:latin typeface="Cambria Math" panose="02040503050406030204" pitchFamily="18" charset="0"/>
                          </a:rPr>
                          <m:t>𝟏</m:t>
                        </m:r>
                      </m:num>
                      <m:den>
                        <m:r>
                          <a:rPr lang="en-US" altLang="zh-CN" sz="2000" b="1" i="1">
                            <a:latin typeface="Cambria Math" panose="02040503050406030204" pitchFamily="18" charset="0"/>
                          </a:rPr>
                          <m:t>𝟐</m:t>
                        </m:r>
                      </m:den>
                    </m:f>
                  </m:oMath>
                </a14:m>
                <a:r>
                  <a:rPr lang="en-US" altLang="zh-CN"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rPr>
                  <a:t>w</a:t>
                </a:r>
                <a:r>
                  <a:rPr lang="en-US" altLang="zh-CN" sz="2000" baseline="30000" dirty="0">
                    <a:latin typeface="Times New Roman" panose="02020603050405020304" pitchFamily="18" charset="0"/>
                  </a:rPr>
                  <a:t>T</a:t>
                </a:r>
                <a:r>
                  <a:rPr lang="en-US" altLang="zh-CN" sz="2000" b="1" dirty="0">
                    <a:latin typeface="Times New Roman" panose="02020603050405020304" pitchFamily="18" charset="0"/>
                  </a:rPr>
                  <a:t>w </a:t>
                </a:r>
                <a:r>
                  <a:rPr lang="en-US" altLang="zh-CN" sz="2000" dirty="0">
                    <a:latin typeface="Times New Roman" panose="02020603050405020304" pitchFamily="18" charset="0"/>
                  </a:rPr>
                  <a:t>+ </a:t>
                </a:r>
                <a:r>
                  <a:rPr lang="en-US" altLang="zh-CN" sz="2000" i="1" dirty="0">
                    <a:latin typeface="Times New Roman" panose="02020603050405020304" pitchFamily="18" charset="0"/>
                  </a:rPr>
                  <a:t>C </a:t>
                </a:r>
                <a:r>
                  <a:rPr lang="el-GR" altLang="en-US" sz="2400" dirty="0">
                    <a:latin typeface="Times New Roman" panose="02020603050405020304" pitchFamily="18" charset="0"/>
                  </a:rPr>
                  <a:t>Σ</a:t>
                </a:r>
                <a:r>
                  <a:rPr lang="en-US" altLang="en-US" sz="2400" dirty="0">
                    <a:latin typeface="Times New Roman" panose="02020603050405020304" pitchFamily="18" charset="0"/>
                  </a:rPr>
                  <a:t> </a:t>
                </a:r>
                <a:r>
                  <a:rPr lang="el-GR" altLang="en-US" sz="2000" i="1" dirty="0">
                    <a:latin typeface="Times New Roman" panose="02020603050405020304" pitchFamily="18" charset="0"/>
                  </a:rPr>
                  <a:t>ξ</a:t>
                </a:r>
                <a:r>
                  <a:rPr lang="en-US" altLang="zh-CN" sz="2000" i="1" baseline="-25000" dirty="0" err="1">
                    <a:latin typeface="Times New Roman" panose="02020603050405020304" pitchFamily="18" charset="0"/>
                  </a:rPr>
                  <a:t>i</a:t>
                </a:r>
                <a:r>
                  <a:rPr lang="en-US" altLang="zh-CN" sz="2000" dirty="0">
                    <a:latin typeface="Times New Roman" panose="02020603050405020304" pitchFamily="18" charset="0"/>
                  </a:rPr>
                  <a:t>     is minimized and for all </a:t>
                </a:r>
                <a:r>
                  <a:rPr lang="en-US" altLang="zh-CN" sz="2400" dirty="0">
                    <a:latin typeface="Times New Roman" panose="02020603050405020304" pitchFamily="18" charset="0"/>
                  </a:rPr>
                  <a:t>{</a:t>
                </a:r>
                <a:r>
                  <a:rPr lang="en-US" altLang="zh-CN" sz="2000" dirty="0">
                    <a:latin typeface="Times New Roman" panose="02020603050405020304" pitchFamily="18" charset="0"/>
                  </a:rPr>
                  <a:t>(</a:t>
                </a:r>
                <a:r>
                  <a:rPr lang="en-US" altLang="zh-CN" sz="2400" b="1" dirty="0">
                    <a:latin typeface="Times New Roman" panose="02020603050405020304" pitchFamily="18" charset="0"/>
                  </a:rPr>
                  <a:t>x</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 </a:t>
                </a:r>
                <a:r>
                  <a:rPr lang="en-US" altLang="zh-CN" sz="2400" dirty="0">
                    <a:latin typeface="Times New Roman" panose="02020603050405020304" pitchFamily="18" charset="0"/>
                  </a:rPr>
                  <a:t>,</a:t>
                </a:r>
                <a:r>
                  <a:rPr lang="en-US" altLang="zh-CN" sz="2400" i="1" dirty="0">
                    <a:latin typeface="Times New Roman" panose="02020603050405020304" pitchFamily="18" charset="0"/>
                  </a:rPr>
                  <a:t>y</a:t>
                </a:r>
                <a:r>
                  <a:rPr lang="en-US" altLang="zh-CN" sz="2400" i="1" baseline="-25000" dirty="0">
                    <a:latin typeface="Times New Roman" panose="02020603050405020304" pitchFamily="18" charset="0"/>
                  </a:rPr>
                  <a:t>i</a:t>
                </a:r>
                <a:r>
                  <a:rPr lang="en-US" altLang="zh-CN" sz="2400" dirty="0">
                    <a:latin typeface="Times New Roman" panose="02020603050405020304" pitchFamily="18" charset="0"/>
                  </a:rPr>
                  <a:t>)}</a:t>
                </a:r>
                <a:endParaRPr lang="en-US" altLang="zh-CN" sz="2000" dirty="0">
                  <a:latin typeface="Times New Roman" panose="02020603050405020304" pitchFamily="18" charset="0"/>
                </a:endParaRPr>
              </a:p>
              <a:p>
                <a:pPr algn="l"/>
                <a:r>
                  <a:rPr lang="en-US" altLang="zh-CN" sz="2000" i="1" dirty="0">
                    <a:latin typeface="Times New Roman" panose="02020603050405020304" pitchFamily="18" charset="0"/>
                  </a:rPr>
                  <a:t>y</a:t>
                </a:r>
                <a:r>
                  <a:rPr lang="en-US" altLang="zh-CN" sz="2000" i="1" baseline="-25000" dirty="0">
                    <a:latin typeface="Times New Roman" panose="02020603050405020304" pitchFamily="18" charset="0"/>
                  </a:rPr>
                  <a:t>i</a:t>
                </a:r>
                <a:r>
                  <a:rPr lang="en-US" altLang="zh-CN" sz="2000" i="1" dirty="0">
                    <a:latin typeface="Times New Roman" panose="02020603050405020304" pitchFamily="18" charset="0"/>
                  </a:rPr>
                  <a:t> </a:t>
                </a:r>
                <a:r>
                  <a:rPr lang="en-US" altLang="zh-CN" sz="2000" dirty="0">
                    <a:latin typeface="Times New Roman" panose="02020603050405020304" pitchFamily="18" charset="0"/>
                  </a:rPr>
                  <a:t>(</a:t>
                </a:r>
                <a:r>
                  <a:rPr lang="en-US" altLang="zh-CN" sz="2000" b="1" dirty="0">
                    <a:latin typeface="Times New Roman" panose="02020603050405020304" pitchFamily="18" charset="0"/>
                  </a:rPr>
                  <a:t>w</a:t>
                </a:r>
                <a:r>
                  <a:rPr lang="en-US" altLang="zh-CN" sz="2000" b="1" baseline="30000" dirty="0">
                    <a:latin typeface="Times New Roman" panose="02020603050405020304" pitchFamily="18" charset="0"/>
                  </a:rPr>
                  <a:t>T</a:t>
                </a:r>
                <a:r>
                  <a:rPr lang="en-US" altLang="zh-CN" sz="2000" b="1" dirty="0">
                    <a:latin typeface="Times New Roman" panose="02020603050405020304" pitchFamily="18" charset="0"/>
                  </a:rPr>
                  <a:t>x</a:t>
                </a:r>
                <a:r>
                  <a:rPr lang="en-US" altLang="zh-CN" sz="2000" b="1" baseline="-25000" dirty="0">
                    <a:latin typeface="Times New Roman" panose="02020603050405020304" pitchFamily="18" charset="0"/>
                  </a:rPr>
                  <a:t>i</a:t>
                </a:r>
                <a:r>
                  <a:rPr lang="en-US" altLang="zh-CN" sz="2000" b="1" dirty="0">
                    <a:latin typeface="Times New Roman" panose="02020603050405020304" pitchFamily="18" charset="0"/>
                  </a:rPr>
                  <a:t> </a:t>
                </a:r>
                <a:r>
                  <a:rPr lang="en-US" altLang="zh-CN" sz="2000" dirty="0">
                    <a:latin typeface="Times New Roman" panose="02020603050405020304" pitchFamily="18" charset="0"/>
                  </a:rPr>
                  <a:t>+ </a:t>
                </a:r>
                <a:r>
                  <a:rPr lang="en-US" altLang="zh-CN" sz="2000" i="1" dirty="0">
                    <a:latin typeface="Times New Roman" panose="02020603050405020304" pitchFamily="18" charset="0"/>
                  </a:rPr>
                  <a:t>b</a:t>
                </a:r>
                <a:r>
                  <a:rPr lang="en-US" altLang="zh-CN" sz="2000" dirty="0">
                    <a:latin typeface="Times New Roman" panose="02020603050405020304" pitchFamily="18" charset="0"/>
                  </a:rPr>
                  <a:t>)</a:t>
                </a:r>
                <a:r>
                  <a:rPr lang="en-US" altLang="zh-CN" sz="2000" b="1" dirty="0">
                    <a:latin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1- </a:t>
                </a:r>
                <a:r>
                  <a:rPr lang="el-GR" altLang="en-US" sz="2000" i="1" dirty="0">
                    <a:latin typeface="Times New Roman" panose="02020603050405020304" pitchFamily="18" charset="0"/>
                    <a:cs typeface="Times New Roman" panose="02020603050405020304" pitchFamily="18" charset="0"/>
                  </a:rPr>
                  <a:t>ξ</a:t>
                </a:r>
                <a:r>
                  <a:rPr lang="en-US" altLang="zh-CN" sz="2000" i="1" baseline="-25000" dirty="0" err="1">
                    <a:latin typeface="Times New Roman" panose="02020603050405020304" pitchFamily="18" charset="0"/>
                    <a:cs typeface="Times New Roman" panose="02020603050405020304" pitchFamily="18" charset="0"/>
                  </a:rPr>
                  <a:t>i</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    and    </a:t>
                </a:r>
                <a:r>
                  <a:rPr lang="el-GR" altLang="en-US" sz="2000" i="1" dirty="0">
                    <a:latin typeface="Times New Roman" panose="02020603050405020304" pitchFamily="18" charset="0"/>
                    <a:cs typeface="Times New Roman" panose="02020603050405020304" pitchFamily="18" charset="0"/>
                  </a:rPr>
                  <a:t>ξ</a:t>
                </a:r>
                <a:r>
                  <a:rPr lang="en-US" altLang="zh-CN" sz="2000" i="1" baseline="-25000" dirty="0">
                    <a:latin typeface="Times New Roman" panose="02020603050405020304" pitchFamily="18" charset="0"/>
                    <a:cs typeface="Times New Roman" panose="02020603050405020304" pitchFamily="18" charset="0"/>
                  </a:rPr>
                  <a:t>i</a:t>
                </a:r>
                <a:r>
                  <a:rPr lang="en-US" altLang="zh-CN" sz="2000" baseline="-25000"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0 for all </a:t>
                </a:r>
                <a:r>
                  <a:rPr lang="en-US" altLang="zh-CN" sz="2000" i="1" dirty="0">
                    <a:latin typeface="Times New Roman" panose="02020603050405020304" pitchFamily="18" charset="0"/>
                    <a:cs typeface="Times New Roman" panose="02020603050405020304" pitchFamily="18" charset="0"/>
                  </a:rPr>
                  <a:t>i</a:t>
                </a:r>
              </a:p>
            </p:txBody>
          </p:sp>
        </mc:Choice>
        <mc:Fallback xmlns="">
          <p:sp>
            <p:nvSpPr>
              <p:cNvPr id="309255" name="Text Box 7"/>
              <p:cNvSpPr txBox="1">
                <a:spLocks noRot="1" noChangeAspect="1" noMove="1" noResize="1" noEditPoints="1" noAdjustHandles="1" noChangeArrowheads="1" noChangeShapeType="1" noTextEdit="1"/>
              </p:cNvSpPr>
              <p:nvPr/>
            </p:nvSpPr>
            <p:spPr bwMode="auto">
              <a:xfrm>
                <a:off x="954741" y="3705412"/>
                <a:ext cx="7493000" cy="1151021"/>
              </a:xfrm>
              <a:prstGeom prst="rect">
                <a:avLst/>
              </a:prstGeom>
              <a:blipFill rotWithShape="0">
                <a:blip r:embed="rId3"/>
                <a:stretch>
                  <a:fillRect l="-730" t="-2073" b="-7254"/>
                </a:stretch>
              </a:blipFill>
              <a:ln w="25400" algn="ctr">
                <a:solidFill>
                  <a:srgbClr val="00800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
        <p:nvSpPr>
          <p:cNvPr id="2" name="TextBox 1"/>
          <p:cNvSpPr txBox="1"/>
          <p:nvPr/>
        </p:nvSpPr>
        <p:spPr>
          <a:xfrm>
            <a:off x="186267" y="5728816"/>
            <a:ext cx="8839200" cy="584775"/>
          </a:xfrm>
          <a:prstGeom prst="rect">
            <a:avLst/>
          </a:prstGeom>
          <a:noFill/>
        </p:spPr>
        <p:txBody>
          <a:bodyPr wrap="square" rtlCol="0">
            <a:spAutoFit/>
          </a:bodyPr>
          <a:lstStyle/>
          <a:p>
            <a:r>
              <a:rPr lang="en-IN" dirty="0"/>
              <a:t>Ref: </a:t>
            </a:r>
            <a:r>
              <a:rPr lang="en-IN" dirty="0">
                <a:hlinkClick r:id="rId4"/>
              </a:rPr>
              <a:t>https://towardsdatascience.com/support-vector-machines-soft-margin-formulation-and-kernel-trick-4c9729dc8efe</a:t>
            </a:r>
            <a:endParaRPr lang="en-IN" dirty="0"/>
          </a:p>
        </p:txBody>
      </p:sp>
      <mc:AlternateContent xmlns:mc="http://schemas.openxmlformats.org/markup-compatibility/2006" xmlns:p14="http://schemas.microsoft.com/office/powerpoint/2010/main">
        <mc:Choice Requires="p14">
          <p:contentPart p14:bwMode="auto" r:id="rId5">
            <p14:nvContentPartPr>
              <p14:cNvPr id="3" name="Ink 2"/>
              <p14:cNvContentPartPr/>
              <p14:nvPr/>
            </p14:nvContentPartPr>
            <p14:xfrm>
              <a:off x="2349000" y="2429640"/>
              <a:ext cx="1344240" cy="3209400"/>
            </p14:xfrm>
          </p:contentPart>
        </mc:Choice>
        <mc:Fallback xmlns="">
          <p:pic>
            <p:nvPicPr>
              <p:cNvPr id="3" name="Ink 2"/>
              <p:cNvPicPr/>
              <p:nvPr/>
            </p:nvPicPr>
            <p:blipFill>
              <a:blip r:embed="rId6"/>
              <a:stretch>
                <a:fillRect/>
              </a:stretch>
            </p:blipFill>
            <p:spPr>
              <a:xfrm>
                <a:off x="2344680" y="2423160"/>
                <a:ext cx="1358640" cy="3220560"/>
              </a:xfrm>
              <a:prstGeom prst="rect">
                <a:avLst/>
              </a:prstGeom>
            </p:spPr>
          </p:pic>
        </mc:Fallback>
      </mc:AlternateContent>
    </p:spTree>
    <p:extLst>
      <p:ext uri="{BB962C8B-B14F-4D97-AF65-F5344CB8AC3E}">
        <p14:creationId xmlns:p14="http://schemas.microsoft.com/office/powerpoint/2010/main" val="89175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lum bright="-20000" contrast="40000"/>
          </a:blip>
          <a:srcRect r="1308"/>
          <a:stretch/>
        </p:blipFill>
        <p:spPr>
          <a:xfrm>
            <a:off x="228600" y="1600200"/>
            <a:ext cx="8458200" cy="2514600"/>
          </a:xfrm>
          <a:prstGeom prst="rect">
            <a:avLst/>
          </a:prstGeom>
        </p:spPr>
      </p:pic>
      <p:sp>
        <p:nvSpPr>
          <p:cNvPr id="3" name="TextBox 2"/>
          <p:cNvSpPr txBox="1"/>
          <p:nvPr/>
        </p:nvSpPr>
        <p:spPr>
          <a:xfrm>
            <a:off x="762000" y="4114800"/>
            <a:ext cx="2933301" cy="1077218"/>
          </a:xfrm>
          <a:prstGeom prst="rect">
            <a:avLst/>
          </a:prstGeom>
          <a:noFill/>
        </p:spPr>
        <p:txBody>
          <a:bodyPr wrap="square" rtlCol="0">
            <a:spAutoFit/>
          </a:bodyPr>
          <a:lstStyle/>
          <a:p>
            <a:r>
              <a:rPr lang="en-US" dirty="0"/>
              <a:t>Using a high C value the classifier makes fewer margin violations but ends up with a smaller margin.</a:t>
            </a:r>
            <a:endParaRPr lang="en-IN" dirty="0"/>
          </a:p>
        </p:txBody>
      </p:sp>
      <p:sp>
        <p:nvSpPr>
          <p:cNvPr id="4" name="TextBox 3"/>
          <p:cNvSpPr txBox="1"/>
          <p:nvPr/>
        </p:nvSpPr>
        <p:spPr>
          <a:xfrm>
            <a:off x="5181600" y="4160966"/>
            <a:ext cx="2895600" cy="1569660"/>
          </a:xfrm>
          <a:prstGeom prst="rect">
            <a:avLst/>
          </a:prstGeom>
          <a:noFill/>
        </p:spPr>
        <p:txBody>
          <a:bodyPr wrap="square" rtlCol="0">
            <a:spAutoFit/>
          </a:bodyPr>
          <a:lstStyle/>
          <a:p>
            <a:r>
              <a:rPr lang="en-US" dirty="0"/>
              <a:t>Using a low C value the margin is much larger, but many instances end up on the street. </a:t>
            </a:r>
          </a:p>
          <a:p>
            <a:endParaRPr lang="en-US" dirty="0"/>
          </a:p>
          <a:p>
            <a:r>
              <a:rPr lang="en-US" dirty="0"/>
              <a:t>Generalizes better</a:t>
            </a:r>
            <a:endParaRPr lang="en-IN" dirty="0"/>
          </a:p>
        </p:txBody>
      </p:sp>
      <p:sp>
        <p:nvSpPr>
          <p:cNvPr id="5" name="Title 1"/>
          <p:cNvSpPr txBox="1">
            <a:spLocks/>
          </p:cNvSpPr>
          <p:nvPr/>
        </p:nvSpPr>
        <p:spPr>
          <a:xfrm>
            <a:off x="0" y="0"/>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spcAft>
                <a:spcPts val="0"/>
              </a:spcAft>
            </a:pPr>
            <a:r>
              <a:rPr lang="en-US"/>
              <a:t>Effect of Margin size v/s misclassification cost</a:t>
            </a:r>
            <a:endParaRPr lang="en-US" dirty="0"/>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2296440" y="1662120"/>
              <a:ext cx="4979160" cy="4761000"/>
            </p14:xfrm>
          </p:contentPart>
        </mc:Choice>
        <mc:Fallback xmlns="">
          <p:pic>
            <p:nvPicPr>
              <p:cNvPr id="6" name="Ink 5"/>
              <p:cNvPicPr/>
              <p:nvPr/>
            </p:nvPicPr>
            <p:blipFill>
              <a:blip r:embed="rId4"/>
              <a:stretch>
                <a:fillRect/>
              </a:stretch>
            </p:blipFill>
            <p:spPr>
              <a:xfrm>
                <a:off x="2286720" y="1652400"/>
                <a:ext cx="4997880" cy="4782600"/>
              </a:xfrm>
              <a:prstGeom prst="rect">
                <a:avLst/>
              </a:prstGeom>
            </p:spPr>
          </p:pic>
        </mc:Fallback>
      </mc:AlternateContent>
    </p:spTree>
    <p:extLst>
      <p:ext uri="{BB962C8B-B14F-4D97-AF65-F5344CB8AC3E}">
        <p14:creationId xmlns:p14="http://schemas.microsoft.com/office/powerpoint/2010/main" val="3022982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Support Vector Machines in overlapping class distributions &amp; Kernels</a:t>
            </a:r>
          </a:p>
        </p:txBody>
      </p:sp>
    </p:spTree>
    <p:extLst>
      <p:ext uri="{BB962C8B-B14F-4D97-AF65-F5344CB8AC3E}">
        <p14:creationId xmlns:p14="http://schemas.microsoft.com/office/powerpoint/2010/main" val="2843525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300" name="Rectangle 4"/>
          <p:cNvSpPr>
            <a:spLocks noChangeArrowheads="1"/>
          </p:cNvSpPr>
          <p:nvPr/>
        </p:nvSpPr>
        <p:spPr bwMode="auto">
          <a:xfrm>
            <a:off x="165287" y="604045"/>
            <a:ext cx="4800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sz="4400" dirty="0">
                <a:solidFill>
                  <a:schemeClr val="tx1"/>
                </a:solidFill>
                <a:latin typeface="+mj-lt"/>
                <a:ea typeface="+mj-ea"/>
                <a:cs typeface="+mj-cs"/>
              </a:rPr>
              <a:t>Non-linear SVMs</a:t>
            </a:r>
          </a:p>
        </p:txBody>
      </p:sp>
      <p:sp>
        <p:nvSpPr>
          <p:cNvPr id="311301" name="Rectangle 5"/>
          <p:cNvSpPr>
            <a:spLocks noChangeArrowheads="1"/>
          </p:cNvSpPr>
          <p:nvPr/>
        </p:nvSpPr>
        <p:spPr bwMode="auto">
          <a:xfrm>
            <a:off x="293688" y="1371600"/>
            <a:ext cx="82296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669925" indent="-325438" algn="l">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lgn="l">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lgn="l">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lgn="l">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r>
              <a:rPr lang="en-US" altLang="zh-CN" sz="2400" dirty="0"/>
              <a:t>Datasets that are linearly separable with some noise soft margin work out great:</a:t>
            </a:r>
          </a:p>
          <a:p>
            <a:endParaRPr lang="en-US" altLang="zh-CN" sz="2400" dirty="0"/>
          </a:p>
          <a:p>
            <a:r>
              <a:rPr lang="en-US" altLang="zh-CN" sz="2400" dirty="0"/>
              <a:t>But what are we going to do if the dataset is just too hard? </a:t>
            </a:r>
          </a:p>
          <a:p>
            <a:endParaRPr lang="en-US" altLang="zh-CN" sz="2400" dirty="0"/>
          </a:p>
          <a:p>
            <a:r>
              <a:rPr lang="en-US" altLang="zh-CN" sz="2400" dirty="0"/>
              <a:t>How about</a:t>
            </a:r>
            <a:r>
              <a:rPr lang="en-US" altLang="zh-CN" sz="2400" dirty="0">
                <a:latin typeface="Times New Roman" panose="02020603050405020304" pitchFamily="18" charset="0"/>
              </a:rPr>
              <a:t>…</a:t>
            </a:r>
            <a:r>
              <a:rPr lang="en-US" altLang="zh-CN" sz="2400" dirty="0"/>
              <a:t> mapping data to a higher-dimensional space:</a:t>
            </a:r>
          </a:p>
        </p:txBody>
      </p:sp>
      <p:sp>
        <p:nvSpPr>
          <p:cNvPr id="311305" name="Text Box 9"/>
          <p:cNvSpPr txBox="1">
            <a:spLocks noChangeArrowheads="1"/>
          </p:cNvSpPr>
          <p:nvPr/>
        </p:nvSpPr>
        <p:spPr bwMode="auto">
          <a:xfrm>
            <a:off x="3581400" y="5638800"/>
            <a:ext cx="342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rPr>
              <a:t>0</a:t>
            </a:r>
          </a:p>
        </p:txBody>
      </p:sp>
      <p:sp>
        <p:nvSpPr>
          <p:cNvPr id="311317" name="Text Box 21"/>
          <p:cNvSpPr txBox="1">
            <a:spLocks noChangeArrowheads="1"/>
          </p:cNvSpPr>
          <p:nvPr/>
        </p:nvSpPr>
        <p:spPr bwMode="auto">
          <a:xfrm>
            <a:off x="5638800" y="5715000"/>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rPr>
              <a:t>x</a:t>
            </a:r>
            <a:endParaRPr lang="en-US" altLang="zh-CN" i="1" baseline="30000">
              <a:latin typeface="Times New Roman" panose="02020603050405020304" pitchFamily="18" charset="0"/>
            </a:endParaRPr>
          </a:p>
        </p:txBody>
      </p:sp>
      <p:grpSp>
        <p:nvGrpSpPr>
          <p:cNvPr id="311318" name="Group 22"/>
          <p:cNvGrpSpPr>
            <a:grpSpLocks/>
          </p:cNvGrpSpPr>
          <p:nvPr/>
        </p:nvGrpSpPr>
        <p:grpSpPr bwMode="auto">
          <a:xfrm>
            <a:off x="1809750" y="3178969"/>
            <a:ext cx="4286250" cy="423863"/>
            <a:chOff x="1056" y="2322"/>
            <a:chExt cx="2700" cy="267"/>
          </a:xfrm>
        </p:grpSpPr>
        <p:sp>
          <p:nvSpPr>
            <p:cNvPr id="311319" name="Line 23"/>
            <p:cNvSpPr>
              <a:spLocks noChangeShapeType="1"/>
            </p:cNvSpPr>
            <p:nvPr/>
          </p:nvSpPr>
          <p:spPr bwMode="auto">
            <a:xfrm>
              <a:off x="1056" y="2358"/>
              <a:ext cx="2496" cy="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20" name="AutoShape 24"/>
            <p:cNvSpPr>
              <a:spLocks noChangeArrowheads="1"/>
            </p:cNvSpPr>
            <p:nvPr/>
          </p:nvSpPr>
          <p:spPr bwMode="auto">
            <a:xfrm>
              <a:off x="1335" y="2333"/>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21" name="Line 25"/>
            <p:cNvSpPr>
              <a:spLocks noChangeShapeType="1"/>
            </p:cNvSpPr>
            <p:nvPr/>
          </p:nvSpPr>
          <p:spPr bwMode="auto">
            <a:xfrm>
              <a:off x="2196" y="2322"/>
              <a:ext cx="0" cy="7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22" name="Text Box 26"/>
            <p:cNvSpPr txBox="1">
              <a:spLocks noChangeArrowheads="1"/>
            </p:cNvSpPr>
            <p:nvPr/>
          </p:nvSpPr>
          <p:spPr bwMode="auto">
            <a:xfrm>
              <a:off x="2106" y="2358"/>
              <a:ext cx="2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rPr>
                <a:t>0</a:t>
              </a:r>
            </a:p>
          </p:txBody>
        </p:sp>
        <p:sp>
          <p:nvSpPr>
            <p:cNvPr id="311323" name="AutoShape 27"/>
            <p:cNvSpPr>
              <a:spLocks noChangeArrowheads="1"/>
            </p:cNvSpPr>
            <p:nvPr/>
          </p:nvSpPr>
          <p:spPr bwMode="auto">
            <a:xfrm>
              <a:off x="1563" y="2327"/>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24" name="AutoShape 28"/>
            <p:cNvSpPr>
              <a:spLocks noChangeArrowheads="1"/>
            </p:cNvSpPr>
            <p:nvPr/>
          </p:nvSpPr>
          <p:spPr bwMode="auto">
            <a:xfrm>
              <a:off x="1863" y="2333"/>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25" name="AutoShape 29"/>
            <p:cNvSpPr>
              <a:spLocks noChangeArrowheads="1"/>
            </p:cNvSpPr>
            <p:nvPr/>
          </p:nvSpPr>
          <p:spPr bwMode="auto">
            <a:xfrm>
              <a:off x="1995" y="2333"/>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26" name="AutoShape 30"/>
            <p:cNvSpPr>
              <a:spLocks noChangeArrowheads="1"/>
            </p:cNvSpPr>
            <p:nvPr/>
          </p:nvSpPr>
          <p:spPr bwMode="auto">
            <a:xfrm>
              <a:off x="2535" y="2333"/>
              <a:ext cx="56" cy="56"/>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27" name="AutoShape 31"/>
            <p:cNvSpPr>
              <a:spLocks noChangeArrowheads="1"/>
            </p:cNvSpPr>
            <p:nvPr/>
          </p:nvSpPr>
          <p:spPr bwMode="auto">
            <a:xfrm>
              <a:off x="2679" y="2333"/>
              <a:ext cx="56" cy="56"/>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28" name="AutoShape 32"/>
            <p:cNvSpPr>
              <a:spLocks noChangeArrowheads="1"/>
            </p:cNvSpPr>
            <p:nvPr/>
          </p:nvSpPr>
          <p:spPr bwMode="auto">
            <a:xfrm>
              <a:off x="2451" y="2333"/>
              <a:ext cx="56" cy="56"/>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29" name="AutoShape 33"/>
            <p:cNvSpPr>
              <a:spLocks noChangeArrowheads="1"/>
            </p:cNvSpPr>
            <p:nvPr/>
          </p:nvSpPr>
          <p:spPr bwMode="auto">
            <a:xfrm>
              <a:off x="2919" y="2333"/>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30" name="AutoShape 34"/>
            <p:cNvSpPr>
              <a:spLocks noChangeArrowheads="1"/>
            </p:cNvSpPr>
            <p:nvPr/>
          </p:nvSpPr>
          <p:spPr bwMode="auto">
            <a:xfrm>
              <a:off x="3063" y="2333"/>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31" name="AutoShape 35"/>
            <p:cNvSpPr>
              <a:spLocks noChangeArrowheads="1"/>
            </p:cNvSpPr>
            <p:nvPr/>
          </p:nvSpPr>
          <p:spPr bwMode="auto">
            <a:xfrm>
              <a:off x="3375" y="2327"/>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32" name="Text Box 36"/>
            <p:cNvSpPr txBox="1">
              <a:spLocks noChangeArrowheads="1"/>
            </p:cNvSpPr>
            <p:nvPr/>
          </p:nvSpPr>
          <p:spPr bwMode="auto">
            <a:xfrm>
              <a:off x="3468" y="232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rPr>
                <a:t>x</a:t>
              </a:r>
              <a:endParaRPr lang="en-US" altLang="zh-CN" i="1" baseline="30000">
                <a:latin typeface="Times New Roman" panose="02020603050405020304" pitchFamily="18" charset="0"/>
              </a:endParaRPr>
            </a:p>
          </p:txBody>
        </p:sp>
      </p:grpSp>
      <p:grpSp>
        <p:nvGrpSpPr>
          <p:cNvPr id="311333" name="Group 37"/>
          <p:cNvGrpSpPr>
            <a:grpSpLocks/>
          </p:cNvGrpSpPr>
          <p:nvPr/>
        </p:nvGrpSpPr>
        <p:grpSpPr bwMode="auto">
          <a:xfrm>
            <a:off x="2833688" y="2043113"/>
            <a:ext cx="4324350" cy="642938"/>
            <a:chOff x="1056" y="1284"/>
            <a:chExt cx="2724" cy="405"/>
          </a:xfrm>
        </p:grpSpPr>
        <p:sp>
          <p:nvSpPr>
            <p:cNvPr id="311334" name="Line 38"/>
            <p:cNvSpPr>
              <a:spLocks noChangeShapeType="1"/>
            </p:cNvSpPr>
            <p:nvPr/>
          </p:nvSpPr>
          <p:spPr bwMode="auto">
            <a:xfrm>
              <a:off x="1056" y="1458"/>
              <a:ext cx="2496" cy="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35" name="AutoShape 39"/>
            <p:cNvSpPr>
              <a:spLocks noChangeArrowheads="1"/>
            </p:cNvSpPr>
            <p:nvPr/>
          </p:nvSpPr>
          <p:spPr bwMode="auto">
            <a:xfrm>
              <a:off x="1335" y="1433"/>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36" name="Line 40"/>
            <p:cNvSpPr>
              <a:spLocks noChangeShapeType="1"/>
            </p:cNvSpPr>
            <p:nvPr/>
          </p:nvSpPr>
          <p:spPr bwMode="auto">
            <a:xfrm>
              <a:off x="2196" y="1422"/>
              <a:ext cx="0" cy="7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37" name="Text Box 41"/>
            <p:cNvSpPr txBox="1">
              <a:spLocks noChangeArrowheads="1"/>
            </p:cNvSpPr>
            <p:nvPr/>
          </p:nvSpPr>
          <p:spPr bwMode="auto">
            <a:xfrm>
              <a:off x="2106" y="1458"/>
              <a:ext cx="2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Times New Roman" panose="02020603050405020304" pitchFamily="18" charset="0"/>
                </a:rPr>
                <a:t>0</a:t>
              </a:r>
            </a:p>
          </p:txBody>
        </p:sp>
        <p:sp>
          <p:nvSpPr>
            <p:cNvPr id="311338" name="AutoShape 42"/>
            <p:cNvSpPr>
              <a:spLocks noChangeArrowheads="1"/>
            </p:cNvSpPr>
            <p:nvPr/>
          </p:nvSpPr>
          <p:spPr bwMode="auto">
            <a:xfrm>
              <a:off x="1563" y="1427"/>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39" name="AutoShape 43"/>
            <p:cNvSpPr>
              <a:spLocks noChangeArrowheads="1"/>
            </p:cNvSpPr>
            <p:nvPr/>
          </p:nvSpPr>
          <p:spPr bwMode="auto">
            <a:xfrm>
              <a:off x="1863" y="1433"/>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40" name="AutoShape 44"/>
            <p:cNvSpPr>
              <a:spLocks noChangeArrowheads="1"/>
            </p:cNvSpPr>
            <p:nvPr/>
          </p:nvSpPr>
          <p:spPr bwMode="auto">
            <a:xfrm>
              <a:off x="1995" y="1433"/>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41" name="AutoShape 45"/>
            <p:cNvSpPr>
              <a:spLocks noChangeArrowheads="1"/>
            </p:cNvSpPr>
            <p:nvPr/>
          </p:nvSpPr>
          <p:spPr bwMode="auto">
            <a:xfrm>
              <a:off x="2535" y="1433"/>
              <a:ext cx="56" cy="56"/>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42" name="AutoShape 46"/>
            <p:cNvSpPr>
              <a:spLocks noChangeArrowheads="1"/>
            </p:cNvSpPr>
            <p:nvPr/>
          </p:nvSpPr>
          <p:spPr bwMode="auto">
            <a:xfrm>
              <a:off x="2679" y="1433"/>
              <a:ext cx="56" cy="56"/>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43" name="AutoShape 47"/>
            <p:cNvSpPr>
              <a:spLocks noChangeArrowheads="1"/>
            </p:cNvSpPr>
            <p:nvPr/>
          </p:nvSpPr>
          <p:spPr bwMode="auto">
            <a:xfrm>
              <a:off x="2451" y="1433"/>
              <a:ext cx="56" cy="56"/>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44" name="Line 48"/>
            <p:cNvSpPr>
              <a:spLocks noChangeShapeType="1"/>
            </p:cNvSpPr>
            <p:nvPr/>
          </p:nvSpPr>
          <p:spPr bwMode="auto">
            <a:xfrm>
              <a:off x="2268" y="1302"/>
              <a:ext cx="0" cy="34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45" name="Oval 49"/>
            <p:cNvSpPr>
              <a:spLocks noChangeArrowheads="1"/>
            </p:cNvSpPr>
            <p:nvPr/>
          </p:nvSpPr>
          <p:spPr bwMode="auto">
            <a:xfrm>
              <a:off x="2405" y="1393"/>
              <a:ext cx="144" cy="138"/>
            </a:xfrm>
            <a:prstGeom prst="ellipse">
              <a:avLst/>
            </a:prstGeom>
            <a:noFill/>
            <a:ln w="19050" algn="ctr">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46" name="Oval 50"/>
            <p:cNvSpPr>
              <a:spLocks noChangeArrowheads="1"/>
            </p:cNvSpPr>
            <p:nvPr/>
          </p:nvSpPr>
          <p:spPr bwMode="auto">
            <a:xfrm>
              <a:off x="1955" y="1387"/>
              <a:ext cx="144" cy="138"/>
            </a:xfrm>
            <a:prstGeom prst="ellipse">
              <a:avLst/>
            </a:prstGeom>
            <a:noFill/>
            <a:ln w="1905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47" name="Line 51"/>
            <p:cNvSpPr>
              <a:spLocks noChangeShapeType="1"/>
            </p:cNvSpPr>
            <p:nvPr/>
          </p:nvSpPr>
          <p:spPr bwMode="auto">
            <a:xfrm flipH="1" flipV="1">
              <a:off x="2475" y="1284"/>
              <a:ext cx="6" cy="377"/>
            </a:xfrm>
            <a:prstGeom prst="line">
              <a:avLst/>
            </a:prstGeom>
            <a:noFill/>
            <a:ln w="9525"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48" name="Line 52"/>
            <p:cNvSpPr>
              <a:spLocks noChangeShapeType="1"/>
            </p:cNvSpPr>
            <p:nvPr/>
          </p:nvSpPr>
          <p:spPr bwMode="auto">
            <a:xfrm flipH="1" flipV="1">
              <a:off x="2025" y="1284"/>
              <a:ext cx="6" cy="377"/>
            </a:xfrm>
            <a:prstGeom prst="line">
              <a:avLst/>
            </a:prstGeom>
            <a:noFill/>
            <a:ln w="9525"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49" name="Text Box 53"/>
            <p:cNvSpPr txBox="1">
              <a:spLocks noChangeArrowheads="1"/>
            </p:cNvSpPr>
            <p:nvPr/>
          </p:nvSpPr>
          <p:spPr bwMode="auto">
            <a:xfrm>
              <a:off x="3492" y="1410"/>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rPr>
                <a:t>x</a:t>
              </a:r>
              <a:endParaRPr lang="en-US" altLang="zh-CN" i="1" baseline="30000">
                <a:latin typeface="Times New Roman" panose="02020603050405020304" pitchFamily="18" charset="0"/>
              </a:endParaRPr>
            </a:p>
          </p:txBody>
        </p:sp>
      </p:grpSp>
      <p:grpSp>
        <p:nvGrpSpPr>
          <p:cNvPr id="311356" name="Group 60"/>
          <p:cNvGrpSpPr>
            <a:grpSpLocks/>
          </p:cNvGrpSpPr>
          <p:nvPr/>
        </p:nvGrpSpPr>
        <p:grpSpPr bwMode="auto">
          <a:xfrm>
            <a:off x="1905000" y="3962400"/>
            <a:ext cx="4352925" cy="1827213"/>
            <a:chOff x="1122" y="2874"/>
            <a:chExt cx="2742" cy="1151"/>
          </a:xfrm>
        </p:grpSpPr>
        <p:sp>
          <p:nvSpPr>
            <p:cNvPr id="311302" name="Line 6"/>
            <p:cNvSpPr>
              <a:spLocks noChangeShapeType="1"/>
            </p:cNvSpPr>
            <p:nvPr/>
          </p:nvSpPr>
          <p:spPr bwMode="auto">
            <a:xfrm>
              <a:off x="1122" y="3900"/>
              <a:ext cx="2496" cy="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03" name="AutoShape 7"/>
            <p:cNvSpPr>
              <a:spLocks noChangeArrowheads="1"/>
            </p:cNvSpPr>
            <p:nvPr/>
          </p:nvSpPr>
          <p:spPr bwMode="auto">
            <a:xfrm>
              <a:off x="1437" y="3257"/>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04" name="Line 8"/>
            <p:cNvSpPr>
              <a:spLocks noChangeShapeType="1"/>
            </p:cNvSpPr>
            <p:nvPr/>
          </p:nvSpPr>
          <p:spPr bwMode="auto">
            <a:xfrm>
              <a:off x="2262" y="3864"/>
              <a:ext cx="0" cy="7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06" name="AutoShape 10"/>
            <p:cNvSpPr>
              <a:spLocks noChangeArrowheads="1"/>
            </p:cNvSpPr>
            <p:nvPr/>
          </p:nvSpPr>
          <p:spPr bwMode="auto">
            <a:xfrm>
              <a:off x="1641" y="3557"/>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07" name="AutoShape 11"/>
            <p:cNvSpPr>
              <a:spLocks noChangeArrowheads="1"/>
            </p:cNvSpPr>
            <p:nvPr/>
          </p:nvSpPr>
          <p:spPr bwMode="auto">
            <a:xfrm>
              <a:off x="1929" y="3755"/>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08" name="AutoShape 12"/>
            <p:cNvSpPr>
              <a:spLocks noChangeArrowheads="1"/>
            </p:cNvSpPr>
            <p:nvPr/>
          </p:nvSpPr>
          <p:spPr bwMode="auto">
            <a:xfrm>
              <a:off x="2073" y="3815"/>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09" name="AutoShape 13"/>
            <p:cNvSpPr>
              <a:spLocks noChangeArrowheads="1"/>
            </p:cNvSpPr>
            <p:nvPr/>
          </p:nvSpPr>
          <p:spPr bwMode="auto">
            <a:xfrm>
              <a:off x="2601" y="3761"/>
              <a:ext cx="56" cy="56"/>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10" name="AutoShape 14"/>
            <p:cNvSpPr>
              <a:spLocks noChangeArrowheads="1"/>
            </p:cNvSpPr>
            <p:nvPr/>
          </p:nvSpPr>
          <p:spPr bwMode="auto">
            <a:xfrm>
              <a:off x="2745" y="3647"/>
              <a:ext cx="56" cy="56"/>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11" name="AutoShape 15"/>
            <p:cNvSpPr>
              <a:spLocks noChangeArrowheads="1"/>
            </p:cNvSpPr>
            <p:nvPr/>
          </p:nvSpPr>
          <p:spPr bwMode="auto">
            <a:xfrm>
              <a:off x="2481" y="3803"/>
              <a:ext cx="56" cy="56"/>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12" name="AutoShape 16"/>
            <p:cNvSpPr>
              <a:spLocks noChangeArrowheads="1"/>
            </p:cNvSpPr>
            <p:nvPr/>
          </p:nvSpPr>
          <p:spPr bwMode="auto">
            <a:xfrm>
              <a:off x="2985" y="3443"/>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13" name="AutoShape 17"/>
            <p:cNvSpPr>
              <a:spLocks noChangeArrowheads="1"/>
            </p:cNvSpPr>
            <p:nvPr/>
          </p:nvSpPr>
          <p:spPr bwMode="auto">
            <a:xfrm>
              <a:off x="3165" y="3251"/>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14" name="AutoShape 18"/>
            <p:cNvSpPr>
              <a:spLocks noChangeArrowheads="1"/>
            </p:cNvSpPr>
            <p:nvPr/>
          </p:nvSpPr>
          <p:spPr bwMode="auto">
            <a:xfrm>
              <a:off x="3429" y="2921"/>
              <a:ext cx="56" cy="56"/>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15" name="Line 19"/>
            <p:cNvSpPr>
              <a:spLocks noChangeShapeType="1"/>
            </p:cNvSpPr>
            <p:nvPr/>
          </p:nvSpPr>
          <p:spPr bwMode="auto">
            <a:xfrm flipV="1">
              <a:off x="2262" y="2988"/>
              <a:ext cx="0" cy="936"/>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16" name="Text Box 20"/>
            <p:cNvSpPr txBox="1">
              <a:spLocks noChangeArrowheads="1"/>
            </p:cNvSpPr>
            <p:nvPr/>
          </p:nvSpPr>
          <p:spPr bwMode="auto">
            <a:xfrm>
              <a:off x="2262" y="2874"/>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latin typeface="Times New Roman" panose="02020603050405020304" pitchFamily="18" charset="0"/>
                </a:rPr>
                <a:t>x</a:t>
              </a:r>
              <a:r>
                <a:rPr lang="en-US" altLang="zh-CN" i="1" baseline="30000">
                  <a:latin typeface="Times New Roman" panose="02020603050405020304" pitchFamily="18" charset="0"/>
                </a:rPr>
                <a:t>2</a:t>
              </a:r>
            </a:p>
          </p:txBody>
        </p:sp>
        <p:sp>
          <p:nvSpPr>
            <p:cNvPr id="311350" name="Line 54"/>
            <p:cNvSpPr>
              <a:spLocks noChangeShapeType="1"/>
            </p:cNvSpPr>
            <p:nvPr/>
          </p:nvSpPr>
          <p:spPr bwMode="auto">
            <a:xfrm flipV="1">
              <a:off x="1860" y="3180"/>
              <a:ext cx="2004" cy="816"/>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51" name="Line 55"/>
            <p:cNvSpPr>
              <a:spLocks noChangeShapeType="1"/>
            </p:cNvSpPr>
            <p:nvPr/>
          </p:nvSpPr>
          <p:spPr bwMode="auto">
            <a:xfrm flipV="1">
              <a:off x="1857" y="3132"/>
              <a:ext cx="1962" cy="809"/>
            </a:xfrm>
            <a:prstGeom prst="line">
              <a:avLst/>
            </a:prstGeom>
            <a:noFill/>
            <a:ln w="9525"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52" name="Line 56"/>
            <p:cNvSpPr>
              <a:spLocks noChangeShapeType="1"/>
            </p:cNvSpPr>
            <p:nvPr/>
          </p:nvSpPr>
          <p:spPr bwMode="auto">
            <a:xfrm flipV="1">
              <a:off x="1929" y="3240"/>
              <a:ext cx="1926" cy="785"/>
            </a:xfrm>
            <a:prstGeom prst="line">
              <a:avLst/>
            </a:prstGeom>
            <a:noFill/>
            <a:ln w="9525"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1353" name="Oval 57"/>
            <p:cNvSpPr>
              <a:spLocks noChangeArrowheads="1"/>
            </p:cNvSpPr>
            <p:nvPr/>
          </p:nvSpPr>
          <p:spPr bwMode="auto">
            <a:xfrm>
              <a:off x="2945" y="3403"/>
              <a:ext cx="144" cy="138"/>
            </a:xfrm>
            <a:prstGeom prst="ellipse">
              <a:avLst/>
            </a:prstGeom>
            <a:noFill/>
            <a:ln w="1905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54" name="Oval 58"/>
            <p:cNvSpPr>
              <a:spLocks noChangeArrowheads="1"/>
            </p:cNvSpPr>
            <p:nvPr/>
          </p:nvSpPr>
          <p:spPr bwMode="auto">
            <a:xfrm>
              <a:off x="2699" y="3601"/>
              <a:ext cx="144" cy="138"/>
            </a:xfrm>
            <a:prstGeom prst="ellipse">
              <a:avLst/>
            </a:prstGeom>
            <a:noFill/>
            <a:ln w="19050" algn="ctr">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55" name="Oval 59"/>
            <p:cNvSpPr>
              <a:spLocks noChangeArrowheads="1"/>
            </p:cNvSpPr>
            <p:nvPr/>
          </p:nvSpPr>
          <p:spPr bwMode="auto">
            <a:xfrm>
              <a:off x="2027" y="3775"/>
              <a:ext cx="144" cy="138"/>
            </a:xfrm>
            <a:prstGeom prst="ellipse">
              <a:avLst/>
            </a:prstGeom>
            <a:noFill/>
            <a:ln w="1905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3169800" y="1809720"/>
              <a:ext cx="2287080" cy="3907440"/>
            </p14:xfrm>
          </p:contentPart>
        </mc:Choice>
        <mc:Fallback xmlns="">
          <p:pic>
            <p:nvPicPr>
              <p:cNvPr id="2" name="Ink 1"/>
              <p:cNvPicPr/>
              <p:nvPr/>
            </p:nvPicPr>
            <p:blipFill>
              <a:blip r:embed="rId3"/>
              <a:stretch>
                <a:fillRect/>
              </a:stretch>
            </p:blipFill>
            <p:spPr>
              <a:xfrm>
                <a:off x="3165120" y="1799280"/>
                <a:ext cx="2302920" cy="3922560"/>
              </a:xfrm>
              <a:prstGeom prst="rect">
                <a:avLst/>
              </a:prstGeom>
            </p:spPr>
          </p:pic>
        </mc:Fallback>
      </mc:AlternateContent>
    </p:spTree>
    <p:extLst>
      <p:ext uri="{BB962C8B-B14F-4D97-AF65-F5344CB8AC3E}">
        <p14:creationId xmlns:p14="http://schemas.microsoft.com/office/powerpoint/2010/main" val="2937410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8" name="Rectangle 4"/>
          <p:cNvSpPr>
            <a:spLocks noChangeArrowheads="1"/>
          </p:cNvSpPr>
          <p:nvPr/>
        </p:nvSpPr>
        <p:spPr bwMode="auto">
          <a:xfrm>
            <a:off x="381000" y="228600"/>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sz="4400" dirty="0">
                <a:solidFill>
                  <a:schemeClr val="tx1"/>
                </a:solidFill>
                <a:latin typeface="+mj-lt"/>
                <a:ea typeface="+mj-ea"/>
                <a:cs typeface="+mj-cs"/>
              </a:rPr>
              <a:t>The “Kernel Trick”</a:t>
            </a:r>
          </a:p>
        </p:txBody>
      </p:sp>
      <p:sp>
        <p:nvSpPr>
          <p:cNvPr id="313349" name="Rectangle 5"/>
          <p:cNvSpPr>
            <a:spLocks noChangeArrowheads="1"/>
          </p:cNvSpPr>
          <p:nvPr/>
        </p:nvSpPr>
        <p:spPr bwMode="auto">
          <a:xfrm>
            <a:off x="22412" y="1371600"/>
            <a:ext cx="88392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669925" indent="-325438" algn="l">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lgn="l">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lgn="l">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lgn="l">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r>
              <a:rPr lang="en-US" altLang="zh-CN" sz="2400" dirty="0">
                <a:latin typeface="+mn-lt"/>
              </a:rPr>
              <a:t>The linear classifier relies on dot product between vectors </a:t>
            </a:r>
          </a:p>
          <a:p>
            <a:pPr lvl="1"/>
            <a:r>
              <a:rPr lang="en-US" altLang="zh-CN" sz="2400" dirty="0">
                <a:latin typeface="+mn-lt"/>
              </a:rPr>
              <a:t>x</a:t>
            </a:r>
            <a:r>
              <a:rPr lang="en-US" altLang="zh-CN" sz="2400" baseline="-25000" dirty="0">
                <a:latin typeface="+mn-lt"/>
              </a:rPr>
              <a:t>i</a:t>
            </a:r>
            <a:r>
              <a:rPr lang="en-US" altLang="zh-CN" sz="2400" baseline="30000" dirty="0">
                <a:latin typeface="+mn-lt"/>
              </a:rPr>
              <a:t>T</a:t>
            </a:r>
            <a:r>
              <a:rPr lang="en-US" altLang="zh-CN" sz="2400" dirty="0">
                <a:latin typeface="+mn-lt"/>
              </a:rPr>
              <a:t> . x</a:t>
            </a:r>
            <a:r>
              <a:rPr lang="en-US" altLang="zh-CN" sz="2400" baseline="-25000" dirty="0">
                <a:latin typeface="+mn-lt"/>
              </a:rPr>
              <a:t>j</a:t>
            </a:r>
          </a:p>
          <a:p>
            <a:r>
              <a:rPr lang="en-US" altLang="zh-CN" sz="2400" dirty="0">
                <a:latin typeface="+mn-lt"/>
              </a:rPr>
              <a:t>If every data point is mapped into high-dimensional space via some transformation </a:t>
            </a:r>
            <a:r>
              <a:rPr lang="el-GR" altLang="en-US" sz="2400" dirty="0">
                <a:latin typeface="+mn-lt"/>
                <a:cs typeface="Times New Roman" panose="02020603050405020304" pitchFamily="18" charset="0"/>
              </a:rPr>
              <a:t>Φ</a:t>
            </a:r>
            <a:r>
              <a:rPr lang="en-US" altLang="zh-CN" sz="2400" dirty="0">
                <a:latin typeface="+mn-lt"/>
                <a:cs typeface="Times New Roman" panose="02020603050405020304" pitchFamily="18" charset="0"/>
              </a:rPr>
              <a:t>:  x</a:t>
            </a:r>
            <a:r>
              <a:rPr lang="en-US" altLang="zh-CN" sz="2400" baseline="-25000" dirty="0">
                <a:latin typeface="+mn-lt"/>
                <a:cs typeface="Times New Roman" panose="02020603050405020304" pitchFamily="18" charset="0"/>
              </a:rPr>
              <a:t> </a:t>
            </a:r>
            <a:r>
              <a:rPr lang="en-US" altLang="zh-CN" sz="2400" dirty="0">
                <a:latin typeface="+mn-lt"/>
                <a:cs typeface="Times New Roman" panose="02020603050405020304" pitchFamily="18" charset="0"/>
              </a:rPr>
              <a:t>→ </a:t>
            </a:r>
            <a:r>
              <a:rPr lang="el-GR" altLang="en-US" sz="2400" dirty="0">
                <a:latin typeface="+mn-lt"/>
                <a:cs typeface="Times New Roman" panose="02020603050405020304" pitchFamily="18" charset="0"/>
              </a:rPr>
              <a:t>φ</a:t>
            </a:r>
            <a:r>
              <a:rPr lang="en-US" altLang="zh-CN" sz="2400" dirty="0">
                <a:latin typeface="+mn-lt"/>
                <a:cs typeface="Times New Roman" panose="02020603050405020304" pitchFamily="18" charset="0"/>
              </a:rPr>
              <a:t>(x), the dot product becomes:</a:t>
            </a:r>
          </a:p>
          <a:p>
            <a:pPr algn="ctr">
              <a:buFont typeface="Wingdings" panose="05000000000000000000" pitchFamily="2" charset="2"/>
              <a:buNone/>
            </a:pPr>
            <a:r>
              <a:rPr lang="en-US" altLang="zh-CN" sz="2400" i="1" dirty="0">
                <a:latin typeface="+mn-lt"/>
              </a:rPr>
              <a:t>K</a:t>
            </a:r>
            <a:r>
              <a:rPr lang="en-US" altLang="zh-CN" sz="2400" dirty="0">
                <a:latin typeface="+mn-lt"/>
              </a:rPr>
              <a:t>(x</a:t>
            </a:r>
            <a:r>
              <a:rPr lang="en-US" altLang="zh-CN" sz="2400" baseline="-25000" dirty="0">
                <a:latin typeface="+mn-lt"/>
              </a:rPr>
              <a:t>i</a:t>
            </a:r>
            <a:r>
              <a:rPr lang="en-US" altLang="zh-CN" sz="2400" dirty="0">
                <a:latin typeface="+mn-lt"/>
              </a:rPr>
              <a:t>, x</a:t>
            </a:r>
            <a:r>
              <a:rPr lang="en-US" altLang="zh-CN" sz="2400" baseline="-25000" dirty="0">
                <a:latin typeface="+mn-lt"/>
              </a:rPr>
              <a:t>j</a:t>
            </a:r>
            <a:r>
              <a:rPr lang="en-US" altLang="zh-CN" sz="2400" dirty="0">
                <a:latin typeface="+mn-lt"/>
              </a:rPr>
              <a:t>)= </a:t>
            </a:r>
            <a:r>
              <a:rPr lang="el-GR" altLang="en-US" sz="2400" dirty="0">
                <a:latin typeface="+mn-lt"/>
                <a:cs typeface="Times New Roman" panose="02020603050405020304" pitchFamily="18" charset="0"/>
              </a:rPr>
              <a:t>φ</a:t>
            </a:r>
            <a:r>
              <a:rPr lang="en-US" altLang="zh-CN" sz="2400" dirty="0">
                <a:latin typeface="+mn-lt"/>
              </a:rPr>
              <a:t>(x</a:t>
            </a:r>
            <a:r>
              <a:rPr lang="en-US" altLang="zh-CN" sz="2400" baseline="-25000" dirty="0">
                <a:latin typeface="+mn-lt"/>
              </a:rPr>
              <a:t>i</a:t>
            </a:r>
            <a:r>
              <a:rPr lang="en-US" altLang="zh-CN" sz="2400" dirty="0">
                <a:latin typeface="+mn-lt"/>
              </a:rPr>
              <a:t>)</a:t>
            </a:r>
            <a:r>
              <a:rPr lang="en-US" altLang="zh-CN" sz="2400" baseline="30000" dirty="0">
                <a:latin typeface="+mn-lt"/>
              </a:rPr>
              <a:t>T  </a:t>
            </a:r>
            <a:r>
              <a:rPr lang="el-GR" altLang="en-US" sz="2400" dirty="0">
                <a:latin typeface="+mn-lt"/>
                <a:cs typeface="Times New Roman" panose="02020603050405020304" pitchFamily="18" charset="0"/>
              </a:rPr>
              <a:t>φ</a:t>
            </a:r>
            <a:r>
              <a:rPr lang="en-US" altLang="en-US" sz="2400" dirty="0">
                <a:latin typeface="+mn-lt"/>
                <a:cs typeface="Times New Roman" panose="02020603050405020304" pitchFamily="18" charset="0"/>
              </a:rPr>
              <a:t> </a:t>
            </a:r>
            <a:r>
              <a:rPr lang="en-US" altLang="zh-CN" sz="2400" u="sng" dirty="0">
                <a:latin typeface="+mn-lt"/>
              </a:rPr>
              <a:t>(x</a:t>
            </a:r>
            <a:r>
              <a:rPr lang="en-US" altLang="zh-CN" sz="2400" u="sng" baseline="-25000" dirty="0">
                <a:latin typeface="+mn-lt"/>
              </a:rPr>
              <a:t>j</a:t>
            </a:r>
            <a:r>
              <a:rPr lang="en-US" altLang="zh-CN" sz="2400" dirty="0">
                <a:latin typeface="+mn-lt"/>
              </a:rPr>
              <a:t>)</a:t>
            </a:r>
          </a:p>
          <a:p>
            <a:r>
              <a:rPr lang="en-US" altLang="zh-CN" sz="2400" dirty="0">
                <a:latin typeface="+mn-lt"/>
              </a:rPr>
              <a:t>A </a:t>
            </a:r>
            <a:r>
              <a:rPr lang="en-US" altLang="zh-CN" sz="2400" i="1" dirty="0">
                <a:latin typeface="+mn-lt"/>
              </a:rPr>
              <a:t>kernel function</a:t>
            </a:r>
            <a:r>
              <a:rPr lang="en-US" altLang="zh-CN" sz="2400" dirty="0">
                <a:latin typeface="+mn-lt"/>
              </a:rPr>
              <a:t> is some function that corresponds to an inner product in some expanded feature space.</a:t>
            </a:r>
          </a:p>
        </p:txBody>
      </p:sp>
    </p:spTree>
    <p:extLst>
      <p:ext uri="{BB962C8B-B14F-4D97-AF65-F5344CB8AC3E}">
        <p14:creationId xmlns:p14="http://schemas.microsoft.com/office/powerpoint/2010/main" val="1336190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spcAft>
                <a:spcPct val="0"/>
              </a:spcAft>
            </a:pPr>
            <a:r>
              <a:rPr lang="en-US" sz="4400" dirty="0"/>
              <a:t>SVM Kernels</a:t>
            </a:r>
          </a:p>
        </p:txBody>
      </p:sp>
      <p:sp>
        <p:nvSpPr>
          <p:cNvPr id="3" name="Content Placeholder 2"/>
          <p:cNvSpPr>
            <a:spLocks noGrp="1"/>
          </p:cNvSpPr>
          <p:nvPr>
            <p:ph idx="1"/>
          </p:nvPr>
        </p:nvSpPr>
        <p:spPr/>
        <p:txBody>
          <a:bodyPr>
            <a:normAutofit/>
          </a:bodyPr>
          <a:lstStyle/>
          <a:p>
            <a:r>
              <a:rPr lang="en-US" dirty="0"/>
              <a:t>SVM algorithms use a set of mathematical functions that are defined as the kernel. </a:t>
            </a:r>
          </a:p>
          <a:p>
            <a:r>
              <a:rPr lang="en-US" dirty="0"/>
              <a:t>Function of kernel is to take data as input and transform it into the required form. </a:t>
            </a:r>
          </a:p>
          <a:p>
            <a:r>
              <a:rPr lang="en-US" dirty="0"/>
              <a:t>Different SVM algorithms use different types of kernel functions. Example</a:t>
            </a:r>
            <a:r>
              <a:rPr lang="en-US" b="1" i="1" dirty="0"/>
              <a:t> </a:t>
            </a:r>
            <a:r>
              <a:rPr lang="en-US" i="1" dirty="0"/>
              <a:t>linear, nonlinear, polynomial, and sigmoid etc.</a:t>
            </a:r>
            <a:endParaRPr lang="en-US" dirty="0"/>
          </a:p>
        </p:txBody>
      </p:sp>
    </p:spTree>
    <p:extLst>
      <p:ext uri="{BB962C8B-B14F-4D97-AF65-F5344CB8AC3E}">
        <p14:creationId xmlns:p14="http://schemas.microsoft.com/office/powerpoint/2010/main" val="3095354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4" name="Rectangle 4"/>
          <p:cNvSpPr>
            <a:spLocks noChangeArrowheads="1"/>
          </p:cNvSpPr>
          <p:nvPr/>
        </p:nvSpPr>
        <p:spPr bwMode="auto">
          <a:xfrm>
            <a:off x="41275" y="268287"/>
            <a:ext cx="7772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sz="4400" dirty="0">
                <a:solidFill>
                  <a:schemeClr val="tx1"/>
                </a:solidFill>
                <a:latin typeface="+mj-lt"/>
                <a:ea typeface="+mj-ea"/>
                <a:cs typeface="+mj-cs"/>
              </a:rPr>
              <a:t>Non-linear SVMs: </a:t>
            </a:r>
          </a:p>
          <a:p>
            <a:r>
              <a:rPr lang="en-US" altLang="zh-CN" sz="4400" dirty="0">
                <a:solidFill>
                  <a:schemeClr val="tx1"/>
                </a:solidFill>
                <a:latin typeface="+mj-lt"/>
                <a:ea typeface="+mj-ea"/>
                <a:cs typeface="+mj-cs"/>
              </a:rPr>
              <a:t>Feature spaces</a:t>
            </a:r>
          </a:p>
        </p:txBody>
      </p:sp>
      <p:sp>
        <p:nvSpPr>
          <p:cNvPr id="312325" name="Rectangle 5"/>
          <p:cNvSpPr>
            <a:spLocks noChangeArrowheads="1"/>
          </p:cNvSpPr>
          <p:nvPr/>
        </p:nvSpPr>
        <p:spPr bwMode="auto">
          <a:xfrm>
            <a:off x="41275" y="1366838"/>
            <a:ext cx="82296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669925" indent="-325438" algn="l">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lgn="l">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lgn="l">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lgn="l">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r>
              <a:rPr lang="en-US" altLang="zh-CN" sz="2400" dirty="0"/>
              <a:t>General idea:   the original input space can always be mapped to some higher-dimensional feature space where the training set is separable:</a:t>
            </a:r>
          </a:p>
        </p:txBody>
      </p:sp>
      <p:sp>
        <p:nvSpPr>
          <p:cNvPr id="312326" name="Line 6"/>
          <p:cNvSpPr>
            <a:spLocks noChangeShapeType="1"/>
          </p:cNvSpPr>
          <p:nvPr/>
        </p:nvSpPr>
        <p:spPr bwMode="auto">
          <a:xfrm flipV="1">
            <a:off x="2068513" y="2559050"/>
            <a:ext cx="0" cy="30416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2327" name="Line 7"/>
          <p:cNvSpPr>
            <a:spLocks noChangeShapeType="1"/>
          </p:cNvSpPr>
          <p:nvPr/>
        </p:nvSpPr>
        <p:spPr bwMode="auto">
          <a:xfrm flipV="1">
            <a:off x="447675" y="4170363"/>
            <a:ext cx="33194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2328" name="AutoShape 8"/>
          <p:cNvSpPr>
            <a:spLocks noChangeArrowheads="1"/>
          </p:cNvSpPr>
          <p:nvPr/>
        </p:nvSpPr>
        <p:spPr bwMode="auto">
          <a:xfrm>
            <a:off x="2098675" y="33909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29" name="AutoShape 9"/>
          <p:cNvSpPr>
            <a:spLocks noChangeArrowheads="1"/>
          </p:cNvSpPr>
          <p:nvPr/>
        </p:nvSpPr>
        <p:spPr bwMode="auto">
          <a:xfrm>
            <a:off x="1524000" y="37480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30" name="AutoShape 10"/>
          <p:cNvSpPr>
            <a:spLocks noChangeArrowheads="1"/>
          </p:cNvSpPr>
          <p:nvPr/>
        </p:nvSpPr>
        <p:spPr bwMode="auto">
          <a:xfrm>
            <a:off x="1676400" y="42941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31" name="AutoShape 11"/>
          <p:cNvSpPr>
            <a:spLocks noChangeArrowheads="1"/>
          </p:cNvSpPr>
          <p:nvPr/>
        </p:nvSpPr>
        <p:spPr bwMode="auto">
          <a:xfrm>
            <a:off x="2209800" y="47704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32" name="AutoShape 12"/>
          <p:cNvSpPr>
            <a:spLocks noChangeArrowheads="1"/>
          </p:cNvSpPr>
          <p:nvPr/>
        </p:nvSpPr>
        <p:spPr bwMode="auto">
          <a:xfrm>
            <a:off x="1790700" y="34369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33" name="AutoShape 13"/>
          <p:cNvSpPr>
            <a:spLocks noChangeArrowheads="1"/>
          </p:cNvSpPr>
          <p:nvPr/>
        </p:nvSpPr>
        <p:spPr bwMode="auto">
          <a:xfrm>
            <a:off x="1295400" y="40655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34" name="AutoShape 14"/>
          <p:cNvSpPr>
            <a:spLocks noChangeArrowheads="1"/>
          </p:cNvSpPr>
          <p:nvPr/>
        </p:nvSpPr>
        <p:spPr bwMode="auto">
          <a:xfrm>
            <a:off x="1714500" y="48085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35" name="AutoShape 15"/>
          <p:cNvSpPr>
            <a:spLocks noChangeArrowheads="1"/>
          </p:cNvSpPr>
          <p:nvPr/>
        </p:nvSpPr>
        <p:spPr bwMode="auto">
          <a:xfrm>
            <a:off x="2209800" y="38369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36" name="AutoShape 16"/>
          <p:cNvSpPr>
            <a:spLocks noChangeArrowheads="1"/>
          </p:cNvSpPr>
          <p:nvPr/>
        </p:nvSpPr>
        <p:spPr bwMode="auto">
          <a:xfrm>
            <a:off x="3111500" y="38242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37" name="AutoShape 17"/>
          <p:cNvSpPr>
            <a:spLocks noChangeArrowheads="1"/>
          </p:cNvSpPr>
          <p:nvPr/>
        </p:nvSpPr>
        <p:spPr bwMode="auto">
          <a:xfrm>
            <a:off x="2971800" y="50371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38" name="AutoShape 18"/>
          <p:cNvSpPr>
            <a:spLocks noChangeArrowheads="1"/>
          </p:cNvSpPr>
          <p:nvPr/>
        </p:nvSpPr>
        <p:spPr bwMode="auto">
          <a:xfrm>
            <a:off x="723900" y="39512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39" name="AutoShape 19"/>
          <p:cNvSpPr>
            <a:spLocks noChangeArrowheads="1"/>
          </p:cNvSpPr>
          <p:nvPr/>
        </p:nvSpPr>
        <p:spPr bwMode="auto">
          <a:xfrm>
            <a:off x="2235200" y="54054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40" name="AutoShape 20"/>
          <p:cNvSpPr>
            <a:spLocks noChangeArrowheads="1"/>
          </p:cNvSpPr>
          <p:nvPr/>
        </p:nvSpPr>
        <p:spPr bwMode="auto">
          <a:xfrm>
            <a:off x="3200400" y="45608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41" name="AutoShape 21"/>
          <p:cNvSpPr>
            <a:spLocks noChangeArrowheads="1"/>
          </p:cNvSpPr>
          <p:nvPr/>
        </p:nvSpPr>
        <p:spPr bwMode="auto">
          <a:xfrm>
            <a:off x="1263650" y="51006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42" name="AutoShape 22"/>
          <p:cNvSpPr>
            <a:spLocks noChangeArrowheads="1"/>
          </p:cNvSpPr>
          <p:nvPr/>
        </p:nvSpPr>
        <p:spPr bwMode="auto">
          <a:xfrm>
            <a:off x="952500" y="46180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43" name="AutoShape 23"/>
          <p:cNvSpPr>
            <a:spLocks noChangeArrowheads="1"/>
          </p:cNvSpPr>
          <p:nvPr/>
        </p:nvSpPr>
        <p:spPr bwMode="auto">
          <a:xfrm>
            <a:off x="1009650" y="30940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44" name="AutoShape 24"/>
          <p:cNvSpPr>
            <a:spLocks noChangeArrowheads="1"/>
          </p:cNvSpPr>
          <p:nvPr/>
        </p:nvSpPr>
        <p:spPr bwMode="auto">
          <a:xfrm>
            <a:off x="2505075" y="42291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45" name="AutoShape 25"/>
          <p:cNvSpPr>
            <a:spLocks noChangeArrowheads="1"/>
          </p:cNvSpPr>
          <p:nvPr/>
        </p:nvSpPr>
        <p:spPr bwMode="auto">
          <a:xfrm>
            <a:off x="2124075" y="436245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46" name="AutoShape 26"/>
          <p:cNvSpPr>
            <a:spLocks noChangeArrowheads="1"/>
          </p:cNvSpPr>
          <p:nvPr/>
        </p:nvSpPr>
        <p:spPr bwMode="auto">
          <a:xfrm>
            <a:off x="2409825" y="3124200"/>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47" name="Oval 27"/>
          <p:cNvSpPr>
            <a:spLocks noChangeArrowheads="1"/>
          </p:cNvSpPr>
          <p:nvPr/>
        </p:nvSpPr>
        <p:spPr bwMode="auto">
          <a:xfrm>
            <a:off x="1114425" y="3209925"/>
            <a:ext cx="1885950" cy="1905000"/>
          </a:xfrm>
          <a:prstGeom prst="ellipse">
            <a:avLst/>
          </a:prstGeom>
          <a:noFill/>
          <a:ln w="15875" algn="ctr">
            <a:solidFill>
              <a:schemeClr val="tx2"/>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48" name="AutoShape 28"/>
          <p:cNvSpPr>
            <a:spLocks noChangeArrowheads="1"/>
          </p:cNvSpPr>
          <p:nvPr/>
        </p:nvSpPr>
        <p:spPr bwMode="auto">
          <a:xfrm>
            <a:off x="1162050" y="32464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49" name="AutoShape 29"/>
          <p:cNvSpPr>
            <a:spLocks noChangeArrowheads="1"/>
          </p:cNvSpPr>
          <p:nvPr/>
        </p:nvSpPr>
        <p:spPr bwMode="auto">
          <a:xfrm>
            <a:off x="3086100" y="32273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50" name="Line 30"/>
          <p:cNvSpPr>
            <a:spLocks noChangeShapeType="1"/>
          </p:cNvSpPr>
          <p:nvPr/>
        </p:nvSpPr>
        <p:spPr bwMode="auto">
          <a:xfrm flipH="1" flipV="1">
            <a:off x="6107113" y="2311400"/>
            <a:ext cx="0" cy="20701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2351" name="Line 31"/>
          <p:cNvSpPr>
            <a:spLocks noChangeShapeType="1"/>
          </p:cNvSpPr>
          <p:nvPr/>
        </p:nvSpPr>
        <p:spPr bwMode="auto">
          <a:xfrm>
            <a:off x="6076950" y="4398963"/>
            <a:ext cx="234791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2352" name="AutoShape 32"/>
          <p:cNvSpPr>
            <a:spLocks noChangeArrowheads="1"/>
          </p:cNvSpPr>
          <p:nvPr/>
        </p:nvSpPr>
        <p:spPr bwMode="auto">
          <a:xfrm>
            <a:off x="6375400" y="3762375"/>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53" name="AutoShape 33"/>
          <p:cNvSpPr>
            <a:spLocks noChangeArrowheads="1"/>
          </p:cNvSpPr>
          <p:nvPr/>
        </p:nvSpPr>
        <p:spPr bwMode="auto">
          <a:xfrm>
            <a:off x="5800725" y="411956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54" name="AutoShape 34"/>
          <p:cNvSpPr>
            <a:spLocks noChangeArrowheads="1"/>
          </p:cNvSpPr>
          <p:nvPr/>
        </p:nvSpPr>
        <p:spPr bwMode="auto">
          <a:xfrm>
            <a:off x="6181725" y="46751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55" name="AutoShape 35"/>
          <p:cNvSpPr>
            <a:spLocks noChangeArrowheads="1"/>
          </p:cNvSpPr>
          <p:nvPr/>
        </p:nvSpPr>
        <p:spPr bwMode="auto">
          <a:xfrm>
            <a:off x="7000875" y="46751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56" name="AutoShape 36"/>
          <p:cNvSpPr>
            <a:spLocks noChangeArrowheads="1"/>
          </p:cNvSpPr>
          <p:nvPr/>
        </p:nvSpPr>
        <p:spPr bwMode="auto">
          <a:xfrm>
            <a:off x="6067425" y="380841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57" name="AutoShape 37"/>
          <p:cNvSpPr>
            <a:spLocks noChangeArrowheads="1"/>
          </p:cNvSpPr>
          <p:nvPr/>
        </p:nvSpPr>
        <p:spPr bwMode="auto">
          <a:xfrm>
            <a:off x="6276975" y="40846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58" name="AutoShape 38"/>
          <p:cNvSpPr>
            <a:spLocks noChangeArrowheads="1"/>
          </p:cNvSpPr>
          <p:nvPr/>
        </p:nvSpPr>
        <p:spPr bwMode="auto">
          <a:xfrm>
            <a:off x="6505575" y="47132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59" name="AutoShape 39"/>
          <p:cNvSpPr>
            <a:spLocks noChangeArrowheads="1"/>
          </p:cNvSpPr>
          <p:nvPr/>
        </p:nvSpPr>
        <p:spPr bwMode="auto">
          <a:xfrm>
            <a:off x="6486525" y="420846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60" name="AutoShape 40"/>
          <p:cNvSpPr>
            <a:spLocks noChangeArrowheads="1"/>
          </p:cNvSpPr>
          <p:nvPr/>
        </p:nvSpPr>
        <p:spPr bwMode="auto">
          <a:xfrm>
            <a:off x="8093075" y="38433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61" name="AutoShape 41"/>
          <p:cNvSpPr>
            <a:spLocks noChangeArrowheads="1"/>
          </p:cNvSpPr>
          <p:nvPr/>
        </p:nvSpPr>
        <p:spPr bwMode="auto">
          <a:xfrm>
            <a:off x="7953375" y="50561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62" name="AutoShape 42"/>
          <p:cNvSpPr>
            <a:spLocks noChangeArrowheads="1"/>
          </p:cNvSpPr>
          <p:nvPr/>
        </p:nvSpPr>
        <p:spPr bwMode="auto">
          <a:xfrm>
            <a:off x="7477125" y="28082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63" name="AutoShape 43"/>
          <p:cNvSpPr>
            <a:spLocks noChangeArrowheads="1"/>
          </p:cNvSpPr>
          <p:nvPr/>
        </p:nvSpPr>
        <p:spPr bwMode="auto">
          <a:xfrm>
            <a:off x="7483475" y="40719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64" name="AutoShape 44"/>
          <p:cNvSpPr>
            <a:spLocks noChangeArrowheads="1"/>
          </p:cNvSpPr>
          <p:nvPr/>
        </p:nvSpPr>
        <p:spPr bwMode="auto">
          <a:xfrm>
            <a:off x="8181975" y="45799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65" name="AutoShape 45"/>
          <p:cNvSpPr>
            <a:spLocks noChangeArrowheads="1"/>
          </p:cNvSpPr>
          <p:nvPr/>
        </p:nvSpPr>
        <p:spPr bwMode="auto">
          <a:xfrm>
            <a:off x="7007225" y="35194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66" name="AutoShape 46"/>
          <p:cNvSpPr>
            <a:spLocks noChangeArrowheads="1"/>
          </p:cNvSpPr>
          <p:nvPr/>
        </p:nvSpPr>
        <p:spPr bwMode="auto">
          <a:xfrm>
            <a:off x="7610475" y="47513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67" name="AutoShape 47"/>
          <p:cNvSpPr>
            <a:spLocks noChangeArrowheads="1"/>
          </p:cNvSpPr>
          <p:nvPr/>
        </p:nvSpPr>
        <p:spPr bwMode="auto">
          <a:xfrm>
            <a:off x="7400925" y="30178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68" name="AutoShape 48"/>
          <p:cNvSpPr>
            <a:spLocks noChangeArrowheads="1"/>
          </p:cNvSpPr>
          <p:nvPr/>
        </p:nvSpPr>
        <p:spPr bwMode="auto">
          <a:xfrm>
            <a:off x="6010275" y="4524375"/>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69" name="AutoShape 49"/>
          <p:cNvSpPr>
            <a:spLocks noChangeArrowheads="1"/>
          </p:cNvSpPr>
          <p:nvPr/>
        </p:nvSpPr>
        <p:spPr bwMode="auto">
          <a:xfrm>
            <a:off x="5629275" y="4657725"/>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70" name="AutoShape 50"/>
          <p:cNvSpPr>
            <a:spLocks noChangeArrowheads="1"/>
          </p:cNvSpPr>
          <p:nvPr/>
        </p:nvSpPr>
        <p:spPr bwMode="auto">
          <a:xfrm>
            <a:off x="7391400" y="3143250"/>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71" name="AutoShape 51"/>
          <p:cNvSpPr>
            <a:spLocks noChangeArrowheads="1"/>
          </p:cNvSpPr>
          <p:nvPr/>
        </p:nvSpPr>
        <p:spPr bwMode="auto">
          <a:xfrm>
            <a:off x="6943725" y="26749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72" name="AutoShape 52"/>
          <p:cNvSpPr>
            <a:spLocks noChangeArrowheads="1"/>
          </p:cNvSpPr>
          <p:nvPr/>
        </p:nvSpPr>
        <p:spPr bwMode="auto">
          <a:xfrm>
            <a:off x="8067675" y="32464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73" name="Line 53"/>
          <p:cNvSpPr>
            <a:spLocks noChangeShapeType="1"/>
          </p:cNvSpPr>
          <p:nvPr/>
        </p:nvSpPr>
        <p:spPr bwMode="auto">
          <a:xfrm flipH="1">
            <a:off x="4859338" y="4400550"/>
            <a:ext cx="1238250" cy="9969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2374" name="Line 54"/>
          <p:cNvSpPr>
            <a:spLocks noChangeShapeType="1"/>
          </p:cNvSpPr>
          <p:nvPr/>
        </p:nvSpPr>
        <p:spPr bwMode="auto">
          <a:xfrm>
            <a:off x="6096000" y="3048000"/>
            <a:ext cx="1447800" cy="1333500"/>
          </a:xfrm>
          <a:prstGeom prst="line">
            <a:avLst/>
          </a:prstGeom>
          <a:noFill/>
          <a:ln w="15875">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2375" name="Line 55"/>
          <p:cNvSpPr>
            <a:spLocks noChangeShapeType="1"/>
          </p:cNvSpPr>
          <p:nvPr/>
        </p:nvSpPr>
        <p:spPr bwMode="auto">
          <a:xfrm flipV="1">
            <a:off x="6324600" y="4419600"/>
            <a:ext cx="1219200" cy="1219200"/>
          </a:xfrm>
          <a:prstGeom prst="line">
            <a:avLst/>
          </a:prstGeom>
          <a:noFill/>
          <a:ln w="15875">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2376" name="Line 56"/>
          <p:cNvSpPr>
            <a:spLocks noChangeShapeType="1"/>
          </p:cNvSpPr>
          <p:nvPr/>
        </p:nvSpPr>
        <p:spPr bwMode="auto">
          <a:xfrm flipV="1">
            <a:off x="4629150" y="3086100"/>
            <a:ext cx="1466850" cy="838200"/>
          </a:xfrm>
          <a:prstGeom prst="line">
            <a:avLst/>
          </a:prstGeom>
          <a:noFill/>
          <a:ln w="15875">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2377" name="Line 57"/>
          <p:cNvSpPr>
            <a:spLocks noChangeShapeType="1"/>
          </p:cNvSpPr>
          <p:nvPr/>
        </p:nvSpPr>
        <p:spPr bwMode="auto">
          <a:xfrm>
            <a:off x="4610100" y="3924300"/>
            <a:ext cx="1714500" cy="1695450"/>
          </a:xfrm>
          <a:prstGeom prst="line">
            <a:avLst/>
          </a:prstGeom>
          <a:noFill/>
          <a:ln w="15875">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2378" name="AutoShape 58"/>
          <p:cNvSpPr>
            <a:spLocks noChangeArrowheads="1"/>
          </p:cNvSpPr>
          <p:nvPr/>
        </p:nvSpPr>
        <p:spPr bwMode="auto">
          <a:xfrm>
            <a:off x="3527425" y="2630114"/>
            <a:ext cx="1638300" cy="457200"/>
          </a:xfrm>
          <a:prstGeom prst="curvedDownArrow">
            <a:avLst>
              <a:gd name="adj1" fmla="val 71667"/>
              <a:gd name="adj2" fmla="val 143333"/>
              <a:gd name="adj3" fmla="val 33333"/>
            </a:avLst>
          </a:prstGeom>
          <a:solidFill>
            <a:srgbClr val="008000"/>
          </a:solidFill>
          <a:ln w="952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79" name="Text Box 59"/>
          <p:cNvSpPr txBox="1">
            <a:spLocks noChangeArrowheads="1"/>
          </p:cNvSpPr>
          <p:nvPr/>
        </p:nvSpPr>
        <p:spPr bwMode="auto">
          <a:xfrm>
            <a:off x="3581400" y="3048000"/>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l-GR" altLang="en-US" sz="2000">
                <a:latin typeface="Times New Roman" panose="02020603050405020304" pitchFamily="18" charset="0"/>
                <a:cs typeface="Times New Roman" panose="02020603050405020304" pitchFamily="18" charset="0"/>
              </a:rPr>
              <a:t>Φ</a:t>
            </a:r>
            <a:r>
              <a:rPr lang="en-US" altLang="zh-CN" sz="2000">
                <a:latin typeface="Times New Roman" panose="02020603050405020304" pitchFamily="18" charset="0"/>
                <a:cs typeface="Times New Roman" panose="02020603050405020304" pitchFamily="18" charset="0"/>
              </a:rPr>
              <a:t>:  </a:t>
            </a:r>
            <a:r>
              <a:rPr lang="en-US" altLang="zh-CN" sz="2000" b="1">
                <a:latin typeface="Times New Roman" panose="02020603050405020304" pitchFamily="18" charset="0"/>
                <a:cs typeface="Times New Roman" panose="02020603050405020304" pitchFamily="18" charset="0"/>
              </a:rPr>
              <a:t>x</a:t>
            </a:r>
            <a:r>
              <a:rPr lang="en-US" altLang="zh-CN" sz="2000" b="1" baseline="-25000">
                <a:latin typeface="Times New Roman" panose="02020603050405020304" pitchFamily="18" charset="0"/>
                <a:cs typeface="Times New Roman" panose="02020603050405020304" pitchFamily="18" charset="0"/>
              </a:rPr>
              <a:t> </a:t>
            </a:r>
            <a:r>
              <a:rPr lang="en-US" altLang="zh-CN" sz="2000" b="1">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 </a:t>
            </a:r>
            <a:r>
              <a:rPr lang="el-GR" altLang="en-US" sz="2000">
                <a:latin typeface="Times New Roman" panose="02020603050405020304" pitchFamily="18" charset="0"/>
                <a:cs typeface="Times New Roman" panose="02020603050405020304" pitchFamily="18" charset="0"/>
              </a:rPr>
              <a:t>φ</a:t>
            </a:r>
            <a:r>
              <a:rPr lang="en-US" altLang="zh-CN" sz="2000">
                <a:latin typeface="Times New Roman" panose="02020603050405020304" pitchFamily="18" charset="0"/>
                <a:cs typeface="Times New Roman" panose="02020603050405020304" pitchFamily="18" charset="0"/>
              </a:rPr>
              <a:t>(</a:t>
            </a:r>
            <a:r>
              <a:rPr lang="en-US" altLang="zh-CN" sz="2000" b="1">
                <a:latin typeface="Times New Roman" panose="02020603050405020304" pitchFamily="18" charset="0"/>
                <a:cs typeface="Times New Roman" panose="02020603050405020304" pitchFamily="18" charset="0"/>
              </a:rPr>
              <a:t>x</a:t>
            </a:r>
            <a:r>
              <a:rPr lang="en-US" altLang="zh-CN" sz="2000">
                <a:latin typeface="Times New Roman" panose="02020603050405020304" pitchFamily="18" charset="0"/>
                <a:cs typeface="Times New Roman" panose="02020603050405020304" pitchFamily="18" charset="0"/>
              </a:rPr>
              <a:t>)</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4522320" y="3333240"/>
              <a:ext cx="2879640" cy="906480"/>
            </p14:xfrm>
          </p:contentPart>
        </mc:Choice>
        <mc:Fallback xmlns="">
          <p:pic>
            <p:nvPicPr>
              <p:cNvPr id="2" name="Ink 1"/>
              <p:cNvPicPr/>
              <p:nvPr/>
            </p:nvPicPr>
            <p:blipFill>
              <a:blip r:embed="rId3"/>
              <a:stretch>
                <a:fillRect/>
              </a:stretch>
            </p:blipFill>
            <p:spPr>
              <a:xfrm>
                <a:off x="4516560" y="3323160"/>
                <a:ext cx="2896920" cy="928080"/>
              </a:xfrm>
              <a:prstGeom prst="rect">
                <a:avLst/>
              </a:prstGeom>
            </p:spPr>
          </p:pic>
        </mc:Fallback>
      </mc:AlternateContent>
    </p:spTree>
    <p:extLst>
      <p:ext uri="{BB962C8B-B14F-4D97-AF65-F5344CB8AC3E}">
        <p14:creationId xmlns:p14="http://schemas.microsoft.com/office/powerpoint/2010/main" val="8702247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7" name="Group 11"/>
          <p:cNvGrpSpPr>
            <a:grpSpLocks/>
          </p:cNvGrpSpPr>
          <p:nvPr/>
        </p:nvGrpSpPr>
        <p:grpSpPr bwMode="auto">
          <a:xfrm>
            <a:off x="2084388" y="6550025"/>
            <a:ext cx="7059612" cy="49213"/>
            <a:chOff x="0" y="0"/>
            <a:chExt cx="7060112" cy="48665"/>
          </a:xfrm>
        </p:grpSpPr>
        <p:sp>
          <p:nvSpPr>
            <p:cNvPr id="31763" name="Rectangle 12"/>
            <p:cNvSpPr>
              <a:spLocks noChangeArrowheads="1"/>
            </p:cNvSpPr>
            <p:nvPr/>
          </p:nvSpPr>
          <p:spPr bwMode="auto">
            <a:xfrm>
              <a:off x="2546588" y="1"/>
              <a:ext cx="2328591" cy="48664"/>
            </a:xfrm>
            <a:prstGeom prst="rect">
              <a:avLst/>
            </a:prstGeom>
            <a:solidFill>
              <a:srgbClr val="76C2E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algn="ctr" eaLnBrk="1" hangingPunct="1">
                <a:spcBef>
                  <a:spcPct val="0"/>
                </a:spcBef>
                <a:buFont typeface="Arial" panose="020B0604020202020204" pitchFamily="34" charset="0"/>
                <a:buNone/>
              </a:pPr>
              <a:endParaRPr lang="en-US" altLang="en-US" sz="1800">
                <a:solidFill>
                  <a:srgbClr val="FFFFFF"/>
                </a:solidFill>
                <a:latin typeface="Calibri" panose="020F0502020204030204" pitchFamily="34" charset="0"/>
                <a:sym typeface="Calibri" panose="020F0502020204030204" pitchFamily="34" charset="0"/>
              </a:endParaRPr>
            </a:p>
          </p:txBody>
        </p:sp>
        <p:sp>
          <p:nvSpPr>
            <p:cNvPr id="31764" name="Rectangle 13"/>
            <p:cNvSpPr>
              <a:spLocks noChangeArrowheads="1"/>
            </p:cNvSpPr>
            <p:nvPr/>
          </p:nvSpPr>
          <p:spPr bwMode="auto">
            <a:xfrm>
              <a:off x="4823986" y="0"/>
              <a:ext cx="2236126" cy="45719"/>
            </a:xfrm>
            <a:prstGeom prst="rect">
              <a:avLst/>
            </a:prstGeom>
            <a:solidFill>
              <a:srgbClr val="E31C2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algn="ctr" eaLnBrk="1" hangingPunct="1">
                <a:spcBef>
                  <a:spcPct val="0"/>
                </a:spcBef>
                <a:buFont typeface="Arial" panose="020B0604020202020204" pitchFamily="34" charset="0"/>
                <a:buNone/>
              </a:pPr>
              <a:endParaRPr lang="en-US" altLang="en-US" sz="1800">
                <a:solidFill>
                  <a:srgbClr val="FFFFFF"/>
                </a:solidFill>
                <a:latin typeface="Calibri" panose="020F0502020204030204" pitchFamily="34" charset="0"/>
                <a:sym typeface="Calibri" panose="020F0502020204030204" pitchFamily="34" charset="0"/>
              </a:endParaRPr>
            </a:p>
          </p:txBody>
        </p:sp>
        <p:sp>
          <p:nvSpPr>
            <p:cNvPr id="31765" name="Rectangle 14"/>
            <p:cNvSpPr>
              <a:spLocks noChangeArrowheads="1"/>
            </p:cNvSpPr>
            <p:nvPr/>
          </p:nvSpPr>
          <p:spPr bwMode="auto">
            <a:xfrm>
              <a:off x="0" y="1"/>
              <a:ext cx="2580680" cy="48664"/>
            </a:xfrm>
            <a:prstGeom prst="rect">
              <a:avLst/>
            </a:prstGeom>
            <a:solidFill>
              <a:srgbClr val="FCB01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algn="ctr" eaLnBrk="1" hangingPunct="1">
                <a:spcBef>
                  <a:spcPct val="0"/>
                </a:spcBef>
                <a:buFont typeface="Arial" panose="020B0604020202020204" pitchFamily="34" charset="0"/>
                <a:buNone/>
              </a:pPr>
              <a:endParaRPr lang="en-US" altLang="en-US" sz="1800">
                <a:solidFill>
                  <a:srgbClr val="FFFFFF"/>
                </a:solidFill>
                <a:latin typeface="Calibri" panose="020F0502020204030204" pitchFamily="34" charset="0"/>
                <a:sym typeface="Calibri" panose="020F0502020204030204" pitchFamily="34" charset="0"/>
              </a:endParaRPr>
            </a:p>
          </p:txBody>
        </p:sp>
      </p:grpSp>
      <p:pic>
        <p:nvPicPr>
          <p:cNvPr id="31748" name="Picture 15" descr="Picture 7.png"/>
          <p:cNvPicPr>
            <a:picLocks noChangeAspect="1" noChangeArrowheads="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749" name="Group 18"/>
          <p:cNvGrpSpPr>
            <a:grpSpLocks/>
          </p:cNvGrpSpPr>
          <p:nvPr/>
        </p:nvGrpSpPr>
        <p:grpSpPr bwMode="auto">
          <a:xfrm>
            <a:off x="2133600" y="6553200"/>
            <a:ext cx="7010400" cy="46038"/>
            <a:chOff x="0" y="0"/>
            <a:chExt cx="7010400" cy="45719"/>
          </a:xfrm>
        </p:grpSpPr>
        <p:sp>
          <p:nvSpPr>
            <p:cNvPr id="31760" name="Rectangle 19"/>
            <p:cNvSpPr>
              <a:spLocks noChangeArrowheads="1"/>
            </p:cNvSpPr>
            <p:nvPr/>
          </p:nvSpPr>
          <p:spPr bwMode="auto">
            <a:xfrm>
              <a:off x="2362200" y="0"/>
              <a:ext cx="2328591" cy="45719"/>
            </a:xfrm>
            <a:prstGeom prst="rect">
              <a:avLst/>
            </a:prstGeom>
            <a:solidFill>
              <a:srgbClr val="76C2E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algn="ctr" eaLnBrk="1" hangingPunct="1">
                <a:spcBef>
                  <a:spcPct val="0"/>
                </a:spcBef>
                <a:buFont typeface="Arial" panose="020B0604020202020204" pitchFamily="34" charset="0"/>
                <a:buNone/>
              </a:pPr>
              <a:endParaRPr lang="en-US" altLang="en-US" sz="1800">
                <a:solidFill>
                  <a:srgbClr val="FFFFFF"/>
                </a:solidFill>
                <a:latin typeface="Calibri" panose="020F0502020204030204" pitchFamily="34" charset="0"/>
                <a:sym typeface="Calibri" panose="020F0502020204030204" pitchFamily="34" charset="0"/>
              </a:endParaRPr>
            </a:p>
          </p:txBody>
        </p:sp>
        <p:sp>
          <p:nvSpPr>
            <p:cNvPr id="31761" name="Rectangle 20"/>
            <p:cNvSpPr>
              <a:spLocks noChangeArrowheads="1"/>
            </p:cNvSpPr>
            <p:nvPr/>
          </p:nvSpPr>
          <p:spPr bwMode="auto">
            <a:xfrm>
              <a:off x="0" y="0"/>
              <a:ext cx="2362200" cy="45719"/>
            </a:xfrm>
            <a:prstGeom prst="rect">
              <a:avLst/>
            </a:prstGeom>
            <a:solidFill>
              <a:srgbClr val="FCB01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algn="ctr" eaLnBrk="1" hangingPunct="1">
                <a:spcBef>
                  <a:spcPct val="0"/>
                </a:spcBef>
                <a:buFont typeface="Arial" panose="020B0604020202020204" pitchFamily="34" charset="0"/>
                <a:buNone/>
              </a:pPr>
              <a:endParaRPr lang="en-US" altLang="en-US" sz="1800">
                <a:solidFill>
                  <a:srgbClr val="FFFFFF"/>
                </a:solidFill>
                <a:latin typeface="Calibri" panose="020F0502020204030204" pitchFamily="34" charset="0"/>
                <a:sym typeface="Calibri" panose="020F0502020204030204" pitchFamily="34" charset="0"/>
              </a:endParaRPr>
            </a:p>
          </p:txBody>
        </p:sp>
        <p:sp>
          <p:nvSpPr>
            <p:cNvPr id="31762" name="Rectangle 21"/>
            <p:cNvSpPr>
              <a:spLocks noChangeArrowheads="1"/>
            </p:cNvSpPr>
            <p:nvPr/>
          </p:nvSpPr>
          <p:spPr bwMode="auto">
            <a:xfrm>
              <a:off x="4681809" y="0"/>
              <a:ext cx="2328591" cy="45719"/>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algn="ctr" eaLnBrk="1" hangingPunct="1">
                <a:spcBef>
                  <a:spcPct val="0"/>
                </a:spcBef>
                <a:buFont typeface="Arial" panose="020B0604020202020204" pitchFamily="34" charset="0"/>
                <a:buNone/>
              </a:pPr>
              <a:endParaRPr lang="en-US" altLang="en-US" sz="1800">
                <a:solidFill>
                  <a:srgbClr val="FFFFFF"/>
                </a:solidFill>
                <a:latin typeface="Calibri" panose="020F0502020204030204" pitchFamily="34" charset="0"/>
                <a:sym typeface="Calibri" panose="020F0502020204030204" pitchFamily="34" charset="0"/>
              </a:endParaRPr>
            </a:p>
          </p:txBody>
        </p:sp>
      </p:grpSp>
      <p:grpSp>
        <p:nvGrpSpPr>
          <p:cNvPr id="31750" name="Group 22"/>
          <p:cNvGrpSpPr>
            <a:grpSpLocks/>
          </p:cNvGrpSpPr>
          <p:nvPr/>
        </p:nvGrpSpPr>
        <p:grpSpPr bwMode="auto">
          <a:xfrm>
            <a:off x="0" y="1295400"/>
            <a:ext cx="7010400" cy="46038"/>
            <a:chOff x="0" y="0"/>
            <a:chExt cx="7010400" cy="45719"/>
          </a:xfrm>
        </p:grpSpPr>
        <p:sp>
          <p:nvSpPr>
            <p:cNvPr id="31757" name="Rectangle 23"/>
            <p:cNvSpPr>
              <a:spLocks noChangeArrowheads="1"/>
            </p:cNvSpPr>
            <p:nvPr/>
          </p:nvSpPr>
          <p:spPr bwMode="auto">
            <a:xfrm>
              <a:off x="2362200" y="0"/>
              <a:ext cx="2328591" cy="45719"/>
            </a:xfrm>
            <a:prstGeom prst="rect">
              <a:avLst/>
            </a:prstGeom>
            <a:solidFill>
              <a:srgbClr val="76C2E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algn="ctr" eaLnBrk="1" hangingPunct="1">
                <a:spcBef>
                  <a:spcPct val="0"/>
                </a:spcBef>
                <a:buFont typeface="Arial" panose="020B0604020202020204" pitchFamily="34" charset="0"/>
                <a:buNone/>
              </a:pPr>
              <a:endParaRPr lang="en-US" altLang="en-US" sz="1800">
                <a:solidFill>
                  <a:srgbClr val="FFFFFF"/>
                </a:solidFill>
                <a:latin typeface="Calibri" panose="020F0502020204030204" pitchFamily="34" charset="0"/>
                <a:sym typeface="Calibri" panose="020F0502020204030204" pitchFamily="34" charset="0"/>
              </a:endParaRPr>
            </a:p>
          </p:txBody>
        </p:sp>
        <p:sp>
          <p:nvSpPr>
            <p:cNvPr id="31758" name="Rectangle 24"/>
            <p:cNvSpPr>
              <a:spLocks noChangeArrowheads="1"/>
            </p:cNvSpPr>
            <p:nvPr/>
          </p:nvSpPr>
          <p:spPr bwMode="auto">
            <a:xfrm>
              <a:off x="0" y="0"/>
              <a:ext cx="2362200" cy="45719"/>
            </a:xfrm>
            <a:prstGeom prst="rect">
              <a:avLst/>
            </a:prstGeom>
            <a:solidFill>
              <a:srgbClr val="FCB01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algn="ctr" eaLnBrk="1" hangingPunct="1">
                <a:spcBef>
                  <a:spcPct val="0"/>
                </a:spcBef>
                <a:buFont typeface="Arial" panose="020B0604020202020204" pitchFamily="34" charset="0"/>
                <a:buNone/>
              </a:pPr>
              <a:endParaRPr lang="en-US" altLang="en-US" sz="1800">
                <a:solidFill>
                  <a:srgbClr val="FFFFFF"/>
                </a:solidFill>
                <a:latin typeface="Calibri" panose="020F0502020204030204" pitchFamily="34" charset="0"/>
                <a:sym typeface="Calibri" panose="020F0502020204030204" pitchFamily="34" charset="0"/>
              </a:endParaRPr>
            </a:p>
          </p:txBody>
        </p:sp>
        <p:sp>
          <p:nvSpPr>
            <p:cNvPr id="31759" name="Rectangle 25"/>
            <p:cNvSpPr>
              <a:spLocks noChangeArrowheads="1"/>
            </p:cNvSpPr>
            <p:nvPr/>
          </p:nvSpPr>
          <p:spPr bwMode="auto">
            <a:xfrm>
              <a:off x="4681809" y="0"/>
              <a:ext cx="2328591" cy="45719"/>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algn="ctr" eaLnBrk="1" hangingPunct="1">
                <a:spcBef>
                  <a:spcPct val="0"/>
                </a:spcBef>
                <a:buFont typeface="Arial" panose="020B0604020202020204" pitchFamily="34" charset="0"/>
                <a:buNone/>
              </a:pPr>
              <a:endParaRPr lang="en-US" altLang="en-US" sz="1800">
                <a:solidFill>
                  <a:srgbClr val="FFFFFF"/>
                </a:solidFill>
                <a:latin typeface="Calibri" panose="020F0502020204030204" pitchFamily="34" charset="0"/>
                <a:sym typeface="Calibri" panose="020F0502020204030204" pitchFamily="34" charset="0"/>
              </a:endParaRPr>
            </a:p>
          </p:txBody>
        </p:sp>
      </p:grpSp>
      <p:pic>
        <p:nvPicPr>
          <p:cNvPr id="2"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37479" y="1681162"/>
            <a:ext cx="7981950" cy="3181350"/>
          </a:xfrm>
        </p:spPr>
      </p:pic>
      <p:sp>
        <p:nvSpPr>
          <p:cNvPr id="31752" name="Content Placeholder 2"/>
          <p:cNvSpPr>
            <a:spLocks noGrp="1" noChangeArrowheads="1"/>
          </p:cNvSpPr>
          <p:nvPr>
            <p:ph sz="quarter" idx="10"/>
          </p:nvPr>
        </p:nvSpPr>
        <p:spPr>
          <a:xfrm>
            <a:off x="304800" y="400843"/>
            <a:ext cx="6324600" cy="582613"/>
          </a:xfrm>
          <a:noFill/>
        </p:spPr>
        <p:txBody>
          <a:bodyPr/>
          <a:lstStyle/>
          <a:p>
            <a:pPr>
              <a:lnSpc>
                <a:spcPts val="3600"/>
              </a:lnSpc>
            </a:pPr>
            <a:r>
              <a:rPr lang="en-US" altLang="en-US" sz="3600" dirty="0">
                <a:solidFill>
                  <a:schemeClr val="tx1"/>
                </a:solidFill>
              </a:rPr>
              <a:t>Kernel Trick</a:t>
            </a:r>
          </a:p>
        </p:txBody>
      </p:sp>
    </p:spTree>
    <p:extLst>
      <p:ext uri="{BB962C8B-B14F-4D97-AF65-F5344CB8AC3E}">
        <p14:creationId xmlns:p14="http://schemas.microsoft.com/office/powerpoint/2010/main" val="37124634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6" name="Rectangle 4"/>
          <p:cNvSpPr>
            <a:spLocks noChangeArrowheads="1"/>
          </p:cNvSpPr>
          <p:nvPr/>
        </p:nvSpPr>
        <p:spPr bwMode="auto">
          <a:xfrm>
            <a:off x="0" y="381000"/>
            <a:ext cx="7772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4200">
                <a:solidFill>
                  <a:schemeClr val="tx2"/>
                </a:solidFill>
                <a:latin typeface="Garamond" panose="02020404030301010803" pitchFamily="18" charset="0"/>
                <a:ea typeface="宋体" panose="02010600030101010101" pitchFamily="2" charset="-122"/>
              </a:defRPr>
            </a:lvl1pPr>
            <a:lvl2pPr algn="l">
              <a:defRPr sz="4200">
                <a:solidFill>
                  <a:schemeClr val="tx2"/>
                </a:solidFill>
                <a:latin typeface="Garamond" panose="02020404030301010803" pitchFamily="18" charset="0"/>
                <a:ea typeface="宋体" panose="02010600030101010101" pitchFamily="2" charset="-122"/>
              </a:defRPr>
            </a:lvl2pPr>
            <a:lvl3pPr algn="l">
              <a:defRPr sz="4200">
                <a:solidFill>
                  <a:schemeClr val="tx2"/>
                </a:solidFill>
                <a:latin typeface="Garamond" panose="02020404030301010803" pitchFamily="18" charset="0"/>
                <a:ea typeface="宋体" panose="02010600030101010101" pitchFamily="2" charset="-122"/>
              </a:defRPr>
            </a:lvl3pPr>
            <a:lvl4pPr algn="l">
              <a:defRPr sz="4200">
                <a:solidFill>
                  <a:schemeClr val="tx2"/>
                </a:solidFill>
                <a:latin typeface="Garamond" panose="02020404030301010803" pitchFamily="18" charset="0"/>
                <a:ea typeface="宋体" panose="02010600030101010101" pitchFamily="2" charset="-122"/>
              </a:defRPr>
            </a:lvl4pPr>
            <a:lvl5pPr algn="l">
              <a:defRPr sz="4200">
                <a:solidFill>
                  <a:schemeClr val="tx2"/>
                </a:solidFill>
                <a:latin typeface="Garamond" panose="02020404030301010803" pitchFamily="18" charset="0"/>
                <a:ea typeface="宋体" panose="02010600030101010101" pitchFamily="2" charset="-122"/>
              </a:defRPr>
            </a:lvl5pPr>
            <a:lvl6pPr marL="4572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r>
              <a:rPr lang="en-US" altLang="zh-CN" sz="4400" dirty="0">
                <a:solidFill>
                  <a:schemeClr val="tx1"/>
                </a:solidFill>
                <a:latin typeface="+mj-lt"/>
                <a:ea typeface="+mj-ea"/>
                <a:cs typeface="+mj-cs"/>
              </a:rPr>
              <a:t>Examples of Kernel Functions</a:t>
            </a:r>
          </a:p>
        </p:txBody>
      </p:sp>
      <p:sp>
        <p:nvSpPr>
          <p:cNvPr id="315397" name="Rectangle 5"/>
          <p:cNvSpPr>
            <a:spLocks noChangeArrowheads="1"/>
          </p:cNvSpPr>
          <p:nvPr/>
        </p:nvSpPr>
        <p:spPr bwMode="auto">
          <a:xfrm>
            <a:off x="322729" y="1538287"/>
            <a:ext cx="82296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669925" indent="-325438" algn="l">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lgn="l">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lgn="l">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lgn="l">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r>
              <a:rPr lang="en-US" altLang="zh-CN" sz="2800" dirty="0"/>
              <a:t>Linear: </a:t>
            </a:r>
            <a:r>
              <a:rPr lang="en-US" altLang="zh-CN" sz="2800" i="1" dirty="0"/>
              <a:t>K</a:t>
            </a:r>
            <a:r>
              <a:rPr lang="en-US" altLang="zh-CN" sz="2800" dirty="0"/>
              <a:t>(</a:t>
            </a:r>
            <a:r>
              <a:rPr lang="en-US" altLang="zh-CN" sz="2800" b="1" dirty="0" err="1"/>
              <a:t>x</a:t>
            </a:r>
            <a:r>
              <a:rPr lang="en-US" altLang="zh-CN" sz="2800" b="1" baseline="-25000" dirty="0" err="1"/>
              <a:t>i</a:t>
            </a:r>
            <a:r>
              <a:rPr lang="en-US" altLang="zh-CN" sz="2800" dirty="0" err="1"/>
              <a:t>,</a:t>
            </a:r>
            <a:r>
              <a:rPr lang="en-US" altLang="zh-CN" sz="2800" b="1" dirty="0" err="1"/>
              <a:t>x</a:t>
            </a:r>
            <a:r>
              <a:rPr lang="en-US" altLang="zh-CN" sz="2800" b="1" baseline="-25000" dirty="0" err="1"/>
              <a:t>j</a:t>
            </a:r>
            <a:r>
              <a:rPr lang="en-US" altLang="zh-CN" sz="2800" dirty="0"/>
              <a:t>)= </a:t>
            </a:r>
            <a:r>
              <a:rPr lang="en-US" altLang="zh-CN" sz="2800" b="1" dirty="0"/>
              <a:t>x</a:t>
            </a:r>
            <a:r>
              <a:rPr lang="en-US" altLang="zh-CN" sz="2800" b="1" baseline="-25000" dirty="0"/>
              <a:t>i </a:t>
            </a:r>
            <a:r>
              <a:rPr lang="en-US" altLang="zh-CN" sz="2800" b="1" baseline="30000" dirty="0" err="1"/>
              <a:t>T</a:t>
            </a:r>
            <a:r>
              <a:rPr lang="en-US" altLang="zh-CN" sz="2800" b="1" dirty="0" err="1"/>
              <a:t>x</a:t>
            </a:r>
            <a:r>
              <a:rPr lang="en-US" altLang="zh-CN" sz="2800" b="1" baseline="-25000" dirty="0" err="1"/>
              <a:t>j</a:t>
            </a:r>
            <a:endParaRPr lang="en-US" altLang="zh-CN" sz="2800" dirty="0"/>
          </a:p>
          <a:p>
            <a:endParaRPr lang="en-US" altLang="zh-CN" sz="2800" dirty="0"/>
          </a:p>
          <a:p>
            <a:r>
              <a:rPr lang="en-US" altLang="zh-CN" sz="2400" dirty="0"/>
              <a:t>Polynomial of power </a:t>
            </a:r>
            <a:r>
              <a:rPr lang="en-US" altLang="zh-CN" sz="2400" i="1" dirty="0"/>
              <a:t>p</a:t>
            </a:r>
            <a:r>
              <a:rPr lang="en-US" altLang="zh-CN" sz="2400" dirty="0"/>
              <a:t>: </a:t>
            </a:r>
            <a:r>
              <a:rPr lang="en-US" altLang="zh-CN" sz="2400" i="1" dirty="0"/>
              <a:t>K</a:t>
            </a:r>
            <a:r>
              <a:rPr lang="en-US" altLang="zh-CN" sz="2400" dirty="0"/>
              <a:t>(</a:t>
            </a:r>
            <a:r>
              <a:rPr lang="en-US" altLang="zh-CN" sz="2400" b="1" dirty="0" err="1"/>
              <a:t>x</a:t>
            </a:r>
            <a:r>
              <a:rPr lang="en-US" altLang="zh-CN" sz="2400" b="1" baseline="-25000" dirty="0" err="1"/>
              <a:t>i</a:t>
            </a:r>
            <a:r>
              <a:rPr lang="en-US" altLang="zh-CN" sz="2400" dirty="0" err="1"/>
              <a:t>,</a:t>
            </a:r>
            <a:r>
              <a:rPr lang="en-US" altLang="zh-CN" sz="2400" b="1" dirty="0" err="1"/>
              <a:t>x</a:t>
            </a:r>
            <a:r>
              <a:rPr lang="en-US" altLang="zh-CN" sz="2400" b="1" baseline="-25000" dirty="0" err="1"/>
              <a:t>j</a:t>
            </a:r>
            <a:r>
              <a:rPr lang="en-US" altLang="zh-CN" sz="2400" dirty="0"/>
              <a:t>)= (1+</a:t>
            </a:r>
            <a:r>
              <a:rPr lang="en-US" altLang="zh-CN" sz="2400" dirty="0">
                <a:cs typeface="Times New Roman" panose="02020603050405020304" pitchFamily="18" charset="0"/>
              </a:rPr>
              <a:t> </a:t>
            </a:r>
            <a:r>
              <a:rPr lang="en-US" altLang="zh-CN" sz="2400" b="1" dirty="0"/>
              <a:t>x</a:t>
            </a:r>
            <a:r>
              <a:rPr lang="en-US" altLang="zh-CN" sz="2400" b="1" baseline="-25000" dirty="0"/>
              <a:t>i </a:t>
            </a:r>
            <a:r>
              <a:rPr lang="en-US" altLang="zh-CN" sz="2400" b="1" baseline="30000" dirty="0" err="1"/>
              <a:t>T</a:t>
            </a:r>
            <a:r>
              <a:rPr lang="en-US" altLang="zh-CN" sz="2400" b="1" dirty="0" err="1"/>
              <a:t>x</a:t>
            </a:r>
            <a:r>
              <a:rPr lang="en-US" altLang="zh-CN" sz="2400" b="1" baseline="-25000" dirty="0" err="1"/>
              <a:t>j</a:t>
            </a:r>
            <a:r>
              <a:rPr lang="en-US" altLang="zh-CN" sz="2400" dirty="0"/>
              <a:t>)</a:t>
            </a:r>
            <a:r>
              <a:rPr lang="en-US" altLang="zh-CN" sz="2400" i="1" baseline="30000" dirty="0"/>
              <a:t>p</a:t>
            </a:r>
          </a:p>
          <a:p>
            <a:endParaRPr lang="en-US" altLang="zh-CN" sz="2400" dirty="0"/>
          </a:p>
          <a:p>
            <a:r>
              <a:rPr lang="en-US" altLang="zh-CN" sz="2400" dirty="0"/>
              <a:t>Gaussian (radial-basis function network):</a:t>
            </a:r>
          </a:p>
          <a:p>
            <a:pPr>
              <a:buFont typeface="Wingdings" panose="05000000000000000000" pitchFamily="2" charset="2"/>
              <a:buNone/>
            </a:pPr>
            <a:endParaRPr lang="en-US" altLang="zh-CN" dirty="0"/>
          </a:p>
          <a:p>
            <a:endParaRPr lang="en-US" altLang="zh-CN" dirty="0"/>
          </a:p>
          <a:p>
            <a:endParaRPr lang="en-US" altLang="zh-CN" sz="2400" dirty="0"/>
          </a:p>
          <a:p>
            <a:r>
              <a:rPr lang="en-US" altLang="zh-CN" sz="2400" dirty="0"/>
              <a:t>Sigmoid: </a:t>
            </a:r>
            <a:r>
              <a:rPr lang="en-US" altLang="zh-CN" sz="2400" i="1" dirty="0"/>
              <a:t>K</a:t>
            </a:r>
            <a:r>
              <a:rPr lang="en-US" altLang="zh-CN" sz="2400" dirty="0"/>
              <a:t>(</a:t>
            </a:r>
            <a:r>
              <a:rPr lang="en-US" altLang="zh-CN" sz="2400" b="1" dirty="0" err="1"/>
              <a:t>x</a:t>
            </a:r>
            <a:r>
              <a:rPr lang="en-US" altLang="zh-CN" sz="2400" b="1" baseline="-25000" dirty="0" err="1"/>
              <a:t>i</a:t>
            </a:r>
            <a:r>
              <a:rPr lang="en-US" altLang="zh-CN" sz="2400" dirty="0" err="1"/>
              <a:t>,</a:t>
            </a:r>
            <a:r>
              <a:rPr lang="en-US" altLang="zh-CN" sz="2400" b="1" dirty="0" err="1"/>
              <a:t>x</a:t>
            </a:r>
            <a:r>
              <a:rPr lang="en-US" altLang="zh-CN" sz="2400" b="1" baseline="-25000" dirty="0" err="1"/>
              <a:t>j</a:t>
            </a:r>
            <a:r>
              <a:rPr lang="en-US" altLang="zh-CN" sz="2400" dirty="0"/>
              <a:t>)= </a:t>
            </a:r>
            <a:r>
              <a:rPr lang="en-US" altLang="zh-CN" sz="2400" dirty="0" err="1"/>
              <a:t>tanh</a:t>
            </a:r>
            <a:r>
              <a:rPr lang="en-US" altLang="zh-CN" sz="2400" dirty="0"/>
              <a:t>(</a:t>
            </a:r>
            <a:r>
              <a:rPr lang="el-GR" altLang="en-US" sz="2400" dirty="0">
                <a:cs typeface="Times New Roman" panose="02020603050405020304" pitchFamily="18" charset="0"/>
              </a:rPr>
              <a:t>β</a:t>
            </a:r>
            <a:r>
              <a:rPr lang="en-US" altLang="zh-CN" sz="2400" baseline="-25000" dirty="0">
                <a:cs typeface="Times New Roman" panose="02020603050405020304" pitchFamily="18" charset="0"/>
              </a:rPr>
              <a:t>0</a:t>
            </a:r>
            <a:r>
              <a:rPr lang="en-US" altLang="zh-CN" sz="2400" b="1" dirty="0"/>
              <a:t>x</a:t>
            </a:r>
            <a:r>
              <a:rPr lang="en-US" altLang="zh-CN" sz="2400" b="1" baseline="-25000" dirty="0"/>
              <a:t>i </a:t>
            </a:r>
            <a:r>
              <a:rPr lang="en-US" altLang="zh-CN" sz="2400" b="1" baseline="30000" dirty="0" err="1"/>
              <a:t>T</a:t>
            </a:r>
            <a:r>
              <a:rPr lang="en-US" altLang="zh-CN" sz="2400" b="1" dirty="0" err="1"/>
              <a:t>x</a:t>
            </a:r>
            <a:r>
              <a:rPr lang="en-US" altLang="zh-CN" sz="2400" b="1" baseline="-25000" dirty="0" err="1"/>
              <a:t>j</a:t>
            </a:r>
            <a:r>
              <a:rPr lang="en-US" altLang="zh-CN" sz="2400" b="1" baseline="-25000" dirty="0"/>
              <a:t> </a:t>
            </a:r>
            <a:r>
              <a:rPr lang="en-US" altLang="zh-CN" sz="2400" dirty="0"/>
              <a:t>+ </a:t>
            </a:r>
            <a:r>
              <a:rPr lang="el-GR" altLang="en-US" sz="2400" dirty="0">
                <a:cs typeface="Times New Roman" panose="02020603050405020304" pitchFamily="18" charset="0"/>
              </a:rPr>
              <a:t>β</a:t>
            </a:r>
            <a:r>
              <a:rPr lang="en-US" altLang="zh-CN" sz="2400" baseline="-25000" dirty="0">
                <a:cs typeface="Times New Roman" panose="02020603050405020304" pitchFamily="18" charset="0"/>
              </a:rPr>
              <a:t>1</a:t>
            </a:r>
            <a:r>
              <a:rPr lang="en-US" altLang="zh-CN" sz="2400" dirty="0">
                <a:cs typeface="Times New Roman" panose="02020603050405020304" pitchFamily="18" charset="0"/>
              </a:rPr>
              <a:t>)</a:t>
            </a:r>
            <a:endParaRPr lang="en-US" altLang="zh-CN" sz="2400" i="1" baseline="30000" dirty="0"/>
          </a:p>
        </p:txBody>
      </p:sp>
      <p:graphicFrame>
        <p:nvGraphicFramePr>
          <p:cNvPr id="315399" name="Object 7"/>
          <p:cNvGraphicFramePr>
            <a:graphicFrameLocks noChangeAspect="1"/>
          </p:cNvGraphicFramePr>
          <p:nvPr>
            <p:extLst>
              <p:ext uri="{D42A27DB-BD31-4B8C-83A1-F6EECF244321}">
                <p14:modId xmlns:p14="http://schemas.microsoft.com/office/powerpoint/2010/main" val="3946293997"/>
              </p:ext>
            </p:extLst>
          </p:nvPr>
        </p:nvGraphicFramePr>
        <p:xfrm>
          <a:off x="1295400" y="4052887"/>
          <a:ext cx="3948113" cy="1095375"/>
        </p:xfrm>
        <a:graphic>
          <a:graphicData uri="http://schemas.openxmlformats.org/presentationml/2006/ole">
            <mc:AlternateContent xmlns:mc="http://schemas.openxmlformats.org/markup-compatibility/2006">
              <mc:Choice xmlns:v="urn:schemas-microsoft-com:vml" Requires="v">
                <p:oleObj name="Equation" r:id="rId2" imgW="1739880" imgH="482400" progId="Equation.3">
                  <p:embed/>
                </p:oleObj>
              </mc:Choice>
              <mc:Fallback>
                <p:oleObj name="Equation" r:id="rId2" imgW="1739880" imgH="482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4052887"/>
                        <a:ext cx="3948113" cy="1095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01773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6" name="Rectangle 4"/>
          <p:cNvSpPr>
            <a:spLocks noChangeArrowheads="1"/>
          </p:cNvSpPr>
          <p:nvPr/>
        </p:nvSpPr>
        <p:spPr bwMode="auto">
          <a:xfrm>
            <a:off x="457200" y="1371600"/>
            <a:ext cx="7543800" cy="445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accent1"/>
              </a:buClr>
              <a:buSzPct val="6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1pPr>
            <a:lvl2pPr marL="669925" indent="-325438" algn="l">
              <a:spcBef>
                <a:spcPct val="20000"/>
              </a:spcBef>
              <a:buClr>
                <a:schemeClr val="accent2"/>
              </a:buClr>
              <a:buSzPct val="6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2pPr>
            <a:lvl3pPr marL="1022350" indent="-350838" algn="l">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339850" indent="-315913" algn="l">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1681163" indent="-339725" algn="l">
              <a:spcBef>
                <a:spcPct val="20000"/>
              </a:spcBef>
              <a:buClr>
                <a:schemeClr val="accent1"/>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138363" indent="-339725" fontAlgn="base">
              <a:spcBef>
                <a:spcPct val="20000"/>
              </a:spcBef>
              <a:spcAft>
                <a:spcPct val="0"/>
              </a:spcAft>
              <a:buClr>
                <a:schemeClr val="accent1"/>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595563" indent="-339725" fontAlgn="base">
              <a:spcBef>
                <a:spcPct val="20000"/>
              </a:spcBef>
              <a:spcAft>
                <a:spcPct val="0"/>
              </a:spcAft>
              <a:buClr>
                <a:schemeClr val="accent1"/>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052763" indent="-339725" fontAlgn="base">
              <a:spcBef>
                <a:spcPct val="20000"/>
              </a:spcBef>
              <a:spcAft>
                <a:spcPct val="0"/>
              </a:spcAft>
              <a:buClr>
                <a:schemeClr val="accent1"/>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509963" indent="-339725" fontAlgn="base">
              <a:spcBef>
                <a:spcPct val="20000"/>
              </a:spcBef>
              <a:spcAft>
                <a:spcPct val="0"/>
              </a:spcAft>
              <a:buClr>
                <a:schemeClr val="accent1"/>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r>
              <a:rPr lang="en-US" altLang="zh-CN" sz="2800"/>
              <a:t>SVM locates a separating hyperplane in the feature space and classify points in that space </a:t>
            </a:r>
          </a:p>
          <a:p>
            <a:r>
              <a:rPr lang="en-US" altLang="zh-CN" sz="2800"/>
              <a:t>It does not need to represent the space explicitly, simply by defining a kernel function</a:t>
            </a:r>
          </a:p>
          <a:p>
            <a:r>
              <a:rPr lang="en-US" altLang="zh-CN" sz="2800"/>
              <a:t>The kernel function plays the role of the dot product in the feature space.</a:t>
            </a:r>
          </a:p>
        </p:txBody>
      </p:sp>
      <p:sp>
        <p:nvSpPr>
          <p:cNvPr id="351237" name="Rectangle 5"/>
          <p:cNvSpPr>
            <a:spLocks noGrp="1" noChangeArrowheads="1"/>
          </p:cNvSpPr>
          <p:nvPr>
            <p:ph type="title"/>
          </p:nvPr>
        </p:nvSpPr>
        <p:spPr>
          <a:xfrm>
            <a:off x="-762000" y="533400"/>
            <a:ext cx="8229600" cy="1143000"/>
          </a:xfrm>
        </p:spPr>
        <p:txBody>
          <a:bodyPr/>
          <a:lstStyle/>
          <a:p>
            <a:r>
              <a:rPr lang="en-US" altLang="zh-CN" dirty="0"/>
              <a:t>Nonlinear SVM - Overview</a:t>
            </a:r>
          </a:p>
        </p:txBody>
      </p:sp>
    </p:spTree>
    <p:extLst>
      <p:ext uri="{BB962C8B-B14F-4D97-AF65-F5344CB8AC3E}">
        <p14:creationId xmlns:p14="http://schemas.microsoft.com/office/powerpoint/2010/main" val="29331962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7" name="Rectangle 5"/>
          <p:cNvSpPr>
            <a:spLocks noGrp="1" noChangeArrowheads="1"/>
          </p:cNvSpPr>
          <p:nvPr>
            <p:ph type="title"/>
          </p:nvPr>
        </p:nvSpPr>
        <p:spPr>
          <a:xfrm>
            <a:off x="304800" y="457200"/>
            <a:ext cx="8229600" cy="1143000"/>
          </a:xfrm>
        </p:spPr>
        <p:txBody>
          <a:bodyPr/>
          <a:lstStyle/>
          <a:p>
            <a:pPr algn="l"/>
            <a:r>
              <a:rPr lang="en-US" altLang="zh-CN" dirty="0"/>
              <a:t>Example</a:t>
            </a:r>
          </a:p>
        </p:txBody>
      </p:sp>
      <p:pic>
        <p:nvPicPr>
          <p:cNvPr id="5" name="Picture 4"/>
          <p:cNvPicPr>
            <a:picLocks noChangeAspect="1"/>
          </p:cNvPicPr>
          <p:nvPr/>
        </p:nvPicPr>
        <p:blipFill rotWithShape="1">
          <a:blip r:embed="rId2"/>
          <a:srcRect l="33333" t="30732" r="55000" b="39624"/>
          <a:stretch/>
        </p:blipFill>
        <p:spPr>
          <a:xfrm>
            <a:off x="457200" y="1413933"/>
            <a:ext cx="1752600" cy="2503714"/>
          </a:xfrm>
          <a:prstGeom prst="rect">
            <a:avLst/>
          </a:prstGeom>
        </p:spPr>
      </p:pic>
      <p:pic>
        <p:nvPicPr>
          <p:cNvPr id="6" name="Picture 5"/>
          <p:cNvPicPr>
            <a:picLocks noChangeAspect="1"/>
          </p:cNvPicPr>
          <p:nvPr/>
        </p:nvPicPr>
        <p:blipFill rotWithShape="1">
          <a:blip r:embed="rId3"/>
          <a:srcRect l="33333" t="55928" r="44167" b="14428"/>
          <a:stretch/>
        </p:blipFill>
        <p:spPr>
          <a:xfrm>
            <a:off x="5029200" y="1413933"/>
            <a:ext cx="3200400" cy="2370667"/>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548640" y="1110240"/>
              <a:ext cx="8490960" cy="5472720"/>
            </p14:xfrm>
          </p:contentPart>
        </mc:Choice>
        <mc:Fallback xmlns="">
          <p:pic>
            <p:nvPicPr>
              <p:cNvPr id="2" name="Ink 1"/>
              <p:cNvPicPr/>
              <p:nvPr/>
            </p:nvPicPr>
            <p:blipFill>
              <a:blip r:embed="rId5"/>
              <a:stretch>
                <a:fillRect/>
              </a:stretch>
            </p:blipFill>
            <p:spPr>
              <a:xfrm>
                <a:off x="542520" y="1098720"/>
                <a:ext cx="8505720" cy="5494680"/>
              </a:xfrm>
              <a:prstGeom prst="rect">
                <a:avLst/>
              </a:prstGeom>
            </p:spPr>
          </p:pic>
        </mc:Fallback>
      </mc:AlternateContent>
    </p:spTree>
    <p:extLst>
      <p:ext uri="{BB962C8B-B14F-4D97-AF65-F5344CB8AC3E}">
        <p14:creationId xmlns:p14="http://schemas.microsoft.com/office/powerpoint/2010/main" val="36847657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Multi-Class Problem</a:t>
            </a:r>
          </a:p>
        </p:txBody>
      </p:sp>
      <p:pic>
        <p:nvPicPr>
          <p:cNvPr id="4" name="Picture 3"/>
          <p:cNvPicPr>
            <a:picLocks noChangeAspect="1"/>
          </p:cNvPicPr>
          <p:nvPr/>
        </p:nvPicPr>
        <p:blipFill>
          <a:blip r:embed="rId2"/>
          <a:stretch>
            <a:fillRect/>
          </a:stretch>
        </p:blipFill>
        <p:spPr>
          <a:xfrm>
            <a:off x="1104900" y="1976437"/>
            <a:ext cx="6934200" cy="2905125"/>
          </a:xfrm>
          <a:prstGeom prst="rect">
            <a:avLst/>
          </a:prstGeom>
        </p:spPr>
      </p:pic>
    </p:spTree>
    <p:extLst>
      <p:ext uri="{BB962C8B-B14F-4D97-AF65-F5344CB8AC3E}">
        <p14:creationId xmlns:p14="http://schemas.microsoft.com/office/powerpoint/2010/main" val="3708869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85825" y="1676400"/>
            <a:ext cx="7372350" cy="4695825"/>
          </a:xfrm>
          <a:prstGeom prst="rect">
            <a:avLst/>
          </a:prstGeom>
        </p:spPr>
      </p:pic>
      <p:sp>
        <p:nvSpPr>
          <p:cNvPr id="5" name="Title 1"/>
          <p:cNvSpPr>
            <a:spLocks noGrp="1"/>
          </p:cNvSpPr>
          <p:nvPr>
            <p:ph type="title"/>
          </p:nvPr>
        </p:nvSpPr>
        <p:spPr>
          <a:xfrm>
            <a:off x="457200" y="274638"/>
            <a:ext cx="8229600" cy="1143000"/>
          </a:xfrm>
        </p:spPr>
        <p:txBody>
          <a:bodyPr/>
          <a:lstStyle/>
          <a:p>
            <a:pPr algn="l"/>
            <a:r>
              <a:rPr lang="en-US" dirty="0"/>
              <a:t>Multi-Class Problem</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979280" y="785520"/>
              <a:ext cx="6774480" cy="4176720"/>
            </p14:xfrm>
          </p:contentPart>
        </mc:Choice>
        <mc:Fallback xmlns="">
          <p:pic>
            <p:nvPicPr>
              <p:cNvPr id="2" name="Ink 1"/>
              <p:cNvPicPr/>
              <p:nvPr/>
            </p:nvPicPr>
            <p:blipFill>
              <a:blip r:embed="rId4"/>
              <a:stretch>
                <a:fillRect/>
              </a:stretch>
            </p:blipFill>
            <p:spPr>
              <a:xfrm>
                <a:off x="1968840" y="775800"/>
                <a:ext cx="6798960" cy="4196880"/>
              </a:xfrm>
              <a:prstGeom prst="rect">
                <a:avLst/>
              </a:prstGeom>
            </p:spPr>
          </p:pic>
        </mc:Fallback>
      </mc:AlternateContent>
    </p:spTree>
    <p:extLst>
      <p:ext uri="{BB962C8B-B14F-4D97-AF65-F5344CB8AC3E}">
        <p14:creationId xmlns:p14="http://schemas.microsoft.com/office/powerpoint/2010/main" val="7304374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457200" y="1905000"/>
            <a:ext cx="8005532" cy="3705225"/>
          </a:xfrm>
          <a:prstGeom prst="rect">
            <a:avLst/>
          </a:prstGeom>
        </p:spPr>
      </p:pic>
      <p:sp>
        <p:nvSpPr>
          <p:cNvPr id="4" name="Title 1"/>
          <p:cNvSpPr txBox="1">
            <a:spLocks/>
          </p:cNvSpPr>
          <p:nvPr/>
        </p:nvSpPr>
        <p:spPr>
          <a:xfrm>
            <a:off x="609600" y="4270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spcAft>
                <a:spcPts val="0"/>
              </a:spcAft>
            </a:pPr>
            <a:r>
              <a:rPr lang="en-US" dirty="0"/>
              <a:t>Multi-Class Problem</a:t>
            </a: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2579040" y="4555800"/>
              <a:ext cx="2472480" cy="820800"/>
            </p14:xfrm>
          </p:contentPart>
        </mc:Choice>
        <mc:Fallback xmlns="">
          <p:pic>
            <p:nvPicPr>
              <p:cNvPr id="2" name="Ink 1"/>
              <p:cNvPicPr/>
              <p:nvPr/>
            </p:nvPicPr>
            <p:blipFill>
              <a:blip r:embed="rId5"/>
              <a:stretch>
                <a:fillRect/>
              </a:stretch>
            </p:blipFill>
            <p:spPr>
              <a:xfrm>
                <a:off x="2568600" y="4545000"/>
                <a:ext cx="2492640" cy="842760"/>
              </a:xfrm>
              <a:prstGeom prst="rect">
                <a:avLst/>
              </a:prstGeom>
            </p:spPr>
          </p:pic>
        </mc:Fallback>
      </mc:AlternateContent>
    </p:spTree>
    <p:extLst>
      <p:ext uri="{BB962C8B-B14F-4D97-AF65-F5344CB8AC3E}">
        <p14:creationId xmlns:p14="http://schemas.microsoft.com/office/powerpoint/2010/main" val="29137079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9" name="Rectangle 3"/>
          <p:cNvSpPr>
            <a:spLocks noGrp="1" noChangeArrowheads="1"/>
          </p:cNvSpPr>
          <p:nvPr>
            <p:ph type="body" idx="1"/>
          </p:nvPr>
        </p:nvSpPr>
        <p:spPr>
          <a:xfrm>
            <a:off x="152400" y="1447800"/>
            <a:ext cx="8991600" cy="4525963"/>
          </a:xfrm>
        </p:spPr>
        <p:txBody>
          <a:bodyPr>
            <a:normAutofit lnSpcReduction="10000"/>
          </a:bodyPr>
          <a:lstStyle/>
          <a:p>
            <a:r>
              <a:rPr lang="en-US" altLang="zh-CN" sz="2400" dirty="0">
                <a:hlinkClick r:id="rId2"/>
              </a:rPr>
              <a:t>http://www.cs.utexas.edu/users/mooney/cs391L/</a:t>
            </a:r>
            <a:endParaRPr lang="en-US" altLang="zh-CN" sz="2400" dirty="0"/>
          </a:p>
          <a:p>
            <a:r>
              <a:rPr lang="en-US" sz="2400" dirty="0">
                <a:hlinkClick r:id="rId3"/>
              </a:rPr>
              <a:t>https://www.coursera.org/learn/machine-learning/home/week/7</a:t>
            </a:r>
            <a:endParaRPr lang="en-US" sz="2400" dirty="0"/>
          </a:p>
          <a:p>
            <a:r>
              <a:rPr lang="en-US" sz="2400" dirty="0">
                <a:hlinkClick r:id="rId4"/>
              </a:rPr>
              <a:t>https://data-flair.training/blogs/svm-kernel-functions/</a:t>
            </a:r>
            <a:endParaRPr lang="en-US" sz="2400" dirty="0"/>
          </a:p>
          <a:p>
            <a:r>
              <a:rPr lang="en-US" sz="2400" dirty="0">
                <a:hlinkClick r:id="rId5"/>
              </a:rPr>
              <a:t>MIT 6.034 Artificial Intelligence, Fall 2010</a:t>
            </a:r>
            <a:endParaRPr lang="en-US" sz="2400" dirty="0"/>
          </a:p>
          <a:p>
            <a:r>
              <a:rPr lang="en-US" sz="2400" dirty="0">
                <a:hlinkClick r:id="rId6"/>
              </a:rPr>
              <a:t>https://stats.stackexchange.com/questions/30042/neural-networks-vs-support-vector-machines-are-the-second-definitely-superior</a:t>
            </a:r>
            <a:endParaRPr lang="en-US" sz="2400" dirty="0"/>
          </a:p>
          <a:p>
            <a:r>
              <a:rPr lang="en-US" sz="2400" dirty="0">
                <a:hlinkClick r:id="rId7"/>
              </a:rPr>
              <a:t>https://www.sciencedirect.com/science/article/abs/pii/S0893608006002796</a:t>
            </a:r>
            <a:endParaRPr lang="en-US" sz="2400" dirty="0"/>
          </a:p>
          <a:p>
            <a:r>
              <a:rPr lang="en-US" sz="2400" dirty="0">
                <a:hlinkClick r:id="rId8"/>
              </a:rPr>
              <a:t>https://medium.com/deep-math-machine-learning-ai/chapter-3-support-vector-machine-with-math-47d6193c82be</a:t>
            </a:r>
            <a:endParaRPr lang="en-US" sz="2400" dirty="0"/>
          </a:p>
          <a:p>
            <a:r>
              <a:rPr lang="en-US" sz="2400" dirty="0">
                <a:hlinkClick r:id="rId9"/>
              </a:rPr>
              <a:t>Radial basis kernel</a:t>
            </a:r>
            <a:endParaRPr lang="en-US" sz="2400" dirty="0"/>
          </a:p>
          <a:p>
            <a:endParaRPr lang="en-US" sz="2400" dirty="0">
              <a:solidFill>
                <a:srgbClr val="000000"/>
              </a:solidFill>
              <a:latin typeface="Calibri" panose="020F0502020204030204" pitchFamily="34" charset="0"/>
              <a:ea typeface="Calibri" panose="020F0502020204030204" pitchFamily="34" charset="0"/>
            </a:endParaRPr>
          </a:p>
          <a:p>
            <a:pPr>
              <a:buFont typeface="Wingdings" panose="05000000000000000000" pitchFamily="2" charset="2"/>
              <a:buNone/>
            </a:pPr>
            <a:endParaRPr lang="en-US" altLang="zh-CN" sz="2400" b="1" dirty="0"/>
          </a:p>
        </p:txBody>
      </p:sp>
      <p:sp>
        <p:nvSpPr>
          <p:cNvPr id="4" name="Title 1"/>
          <p:cNvSpPr txBox="1">
            <a:spLocks/>
          </p:cNvSpPr>
          <p:nvPr/>
        </p:nvSpPr>
        <p:spPr>
          <a:xfrm>
            <a:off x="107576" y="533400"/>
            <a:ext cx="7300664" cy="850106"/>
          </a:xfrm>
          <a:prstGeom prst="rect">
            <a:avLst/>
          </a:prstGeom>
        </p:spPr>
        <p:txBody>
          <a:bodyPr anchor="ctr"/>
          <a:lstStyle>
            <a:lvl1pPr algn="l" defTabSz="914400" rtl="0" eaLnBrk="1" latinLnBrk="0" hangingPunct="1">
              <a:spcBef>
                <a:spcPct val="0"/>
              </a:spcBef>
              <a:buNone/>
              <a:defRPr sz="3200" kern="1200">
                <a:solidFill>
                  <a:schemeClr val="tx1"/>
                </a:solidFill>
                <a:latin typeface="+mj-lt"/>
                <a:ea typeface="+mj-ea"/>
                <a:cs typeface="+mj-cs"/>
              </a:defRPr>
            </a:lvl1pPr>
          </a:lstStyle>
          <a:p>
            <a:pPr fontAlgn="auto">
              <a:spcAft>
                <a:spcPts val="0"/>
              </a:spcAft>
            </a:pPr>
            <a:r>
              <a:rPr lang="en-US" sz="4400" dirty="0"/>
              <a:t>Good Web References for SVM</a:t>
            </a:r>
          </a:p>
        </p:txBody>
      </p:sp>
    </p:spTree>
    <p:extLst>
      <p:ext uri="{BB962C8B-B14F-4D97-AF65-F5344CB8AC3E}">
        <p14:creationId xmlns:p14="http://schemas.microsoft.com/office/powerpoint/2010/main" val="111542820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IS-ZC351-LEC-03</Template>
  <TotalTime>46807</TotalTime>
  <Words>1438</Words>
  <Application>Microsoft Office PowerPoint</Application>
  <PresentationFormat>On-screen Show (4:3)</PresentationFormat>
  <Paragraphs>191</Paragraphs>
  <Slides>35</Slides>
  <Notes>2</Notes>
  <HiddenSlides>0</HiddenSlides>
  <MMClips>0</MMClips>
  <ScaleCrop>false</ScaleCrop>
  <HeadingPairs>
    <vt:vector size="8" baseType="variant">
      <vt:variant>
        <vt:lpstr>Fonts Used</vt:lpstr>
      </vt:variant>
      <vt:variant>
        <vt:i4>6</vt:i4>
      </vt:variant>
      <vt:variant>
        <vt:lpstr>Theme</vt:lpstr>
      </vt:variant>
      <vt:variant>
        <vt:i4>4</vt:i4>
      </vt:variant>
      <vt:variant>
        <vt:lpstr>Embedded OLE Servers</vt:lpstr>
      </vt:variant>
      <vt:variant>
        <vt:i4>1</vt:i4>
      </vt:variant>
      <vt:variant>
        <vt:lpstr>Slide Titles</vt:lpstr>
      </vt:variant>
      <vt:variant>
        <vt:i4>35</vt:i4>
      </vt:variant>
    </vt:vector>
  </HeadingPairs>
  <TitlesOfParts>
    <vt:vector size="46" baseType="lpstr">
      <vt:lpstr>Arial</vt:lpstr>
      <vt:lpstr>Calibri</vt:lpstr>
      <vt:lpstr>Cambria Math</vt:lpstr>
      <vt:lpstr>Tahoma</vt:lpstr>
      <vt:lpstr>Times New Roman</vt:lpstr>
      <vt:lpstr>Wingdings</vt:lpstr>
      <vt:lpstr>1_Office Theme</vt:lpstr>
      <vt:lpstr>Office Theme</vt:lpstr>
      <vt:lpstr>2_Office Theme</vt:lpstr>
      <vt:lpstr>3_Office Theme</vt:lpstr>
      <vt:lpstr>Equation</vt:lpstr>
      <vt:lpstr>Support Vector Machines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Support Vectors</vt:lpstr>
      <vt:lpstr>Line with 2 features: R2</vt:lpstr>
      <vt:lpstr>Linear SVM Mathematically</vt:lpstr>
      <vt:lpstr>PowerPoint Presentation</vt:lpstr>
      <vt:lpstr>PowerPoint Presentation</vt:lpstr>
      <vt:lpstr>PowerPoint Presentation</vt:lpstr>
      <vt:lpstr>PowerPoint Presentation</vt:lpstr>
      <vt:lpstr>PowerPoint Presentation</vt:lpstr>
      <vt:lpstr>Soft Margin Classification</vt:lpstr>
      <vt:lpstr>Slack Variable</vt:lpstr>
      <vt:lpstr>Soft Margin</vt:lpstr>
      <vt:lpstr>PowerPoint Presentation</vt:lpstr>
      <vt:lpstr>PowerPoint Presentation</vt:lpstr>
      <vt:lpstr>PowerPoint Presentation</vt:lpstr>
      <vt:lpstr>PowerPoint Presentation</vt:lpstr>
      <vt:lpstr>PowerPoint Presentation</vt:lpstr>
      <vt:lpstr>SVM Kernels</vt:lpstr>
      <vt:lpstr>PowerPoint Presentation</vt:lpstr>
      <vt:lpstr>PowerPoint Presentation</vt:lpstr>
      <vt:lpstr>PowerPoint Presentation</vt:lpstr>
      <vt:lpstr>Nonlinear SVM - Overview</vt:lpstr>
      <vt:lpstr>Example</vt:lpstr>
      <vt:lpstr>Multi-Class Problem</vt:lpstr>
      <vt:lpstr>Multi-Class Problem</vt:lpstr>
      <vt:lpstr>PowerPoint Presentation</vt:lpstr>
      <vt:lpstr>PowerPoint Presentation</vt:lpstr>
    </vt:vector>
  </TitlesOfParts>
  <Company>State  University of New York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Avinash</dc:creator>
  <cp:lastModifiedBy>A MANOVISHNU</cp:lastModifiedBy>
  <cp:revision>964</cp:revision>
  <cp:lastPrinted>1601-01-01T00:00:00Z</cp:lastPrinted>
  <dcterms:created xsi:type="dcterms:W3CDTF">2001-10-10T03:11:58Z</dcterms:created>
  <dcterms:modified xsi:type="dcterms:W3CDTF">2024-04-01T13:11:46Z</dcterms:modified>
</cp:coreProperties>
</file>