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  <p:sldMasterId id="2147483808" r:id="rId2"/>
    <p:sldMasterId id="2147483820" r:id="rId3"/>
    <p:sldMasterId id="2147483906" r:id="rId4"/>
  </p:sldMasterIdLst>
  <p:notesMasterIdLst>
    <p:notesMasterId r:id="rId29"/>
  </p:notesMasterIdLst>
  <p:handoutMasterIdLst>
    <p:handoutMasterId r:id="rId30"/>
  </p:handoutMasterIdLst>
  <p:sldIdLst>
    <p:sldId id="882" r:id="rId5"/>
    <p:sldId id="871" r:id="rId6"/>
    <p:sldId id="885" r:id="rId7"/>
    <p:sldId id="886" r:id="rId8"/>
    <p:sldId id="887" r:id="rId9"/>
    <p:sldId id="863" r:id="rId10"/>
    <p:sldId id="909" r:id="rId11"/>
    <p:sldId id="861" r:id="rId12"/>
    <p:sldId id="883" r:id="rId13"/>
    <p:sldId id="910" r:id="rId14"/>
    <p:sldId id="894" r:id="rId15"/>
    <p:sldId id="872" r:id="rId16"/>
    <p:sldId id="866" r:id="rId17"/>
    <p:sldId id="873" r:id="rId18"/>
    <p:sldId id="867" r:id="rId19"/>
    <p:sldId id="876" r:id="rId20"/>
    <p:sldId id="869" r:id="rId21"/>
    <p:sldId id="911" r:id="rId22"/>
    <p:sldId id="880" r:id="rId23"/>
    <p:sldId id="912" r:id="rId24"/>
    <p:sldId id="870" r:id="rId25"/>
    <p:sldId id="874" r:id="rId26"/>
    <p:sldId id="878" r:id="rId27"/>
    <p:sldId id="875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2172" autoAdjust="0"/>
  </p:normalViewPr>
  <p:slideViewPr>
    <p:cSldViewPr>
      <p:cViewPr varScale="1">
        <p:scale>
          <a:sx n="54" d="100"/>
          <a:sy n="54" d="100"/>
        </p:scale>
        <p:origin x="189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23B7232-710D-494E-88C7-F703C04F40C2}" type="datetimeFigureOut">
              <a:rPr lang="en-US" smtClean="0"/>
              <a:pPr>
                <a:defRPr/>
              </a:pPr>
              <a:t>3/17/2024</a:t>
            </a:fld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96DCEF7-9E9F-4185-8062-A1F4E6576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7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04:29.4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2908 14853 97 0,'0'0'29'0,"0"0"2"0,-103 68-2 0,68-32 1 16,0 8 0-16,5 9-4 0,4 6 1 0,3 5-3 16,11 4-2-16,4-5-1 0,8-2-5 15,10-5-2-15,10-6-6 0,12-5-4 16,8-7 1-16,7-8-2 0,8-5 1 16,4-13 0-16,3-9 1 0,6-6 3 15,3-14 2-15,-2-9 5 0,2-8 3 0,0-4 6 16,-3-3 1-16,-5-3 0 15,-2-3-3-15,-6-2-4 0,-7-1-6 16,-2 0-1-16,-10-4-4 0,-5 0 2 16,-10-1-2-16,-9-6-1 0,-9 0 0 0,-3-3-2 15,-6-4 3-15,-16 4-4 0,-8-2-1 16,-8 2-1-16,-9 10-3 0,-7 9 2 16,-10 14 3-16,-7 16-2 0,-4 15-1 15,-4 19-1-15,-6 18 2 0,-3 17-3 16,-6 13 3-16,-5 10-5 0,2 11-4 0,2 4 1 15,11 5-5-15,19 1-12 0,16-8-27 16,23 0-51-16,19-6-120 16,14-1-18-16</inkml:trace>
  <inkml:trace contextRef="#ctx0" brushRef="#br0" timeOffset="10687.4412">2711 16177 29 0,'0'0'20'0,"0"0"4"16,0 0 2-16,0 0 0 0,0 0 1 15,0 0 0-15,0 0 0 0,98 14 0 16,-63-26-2-16,1-5-3 0,3 0-4 0,0-2-4 15,3-3-3-15,3 0-4 16,0-5 3-16,1 1-4 0,-4-1 3 16,1-1-1-16,-4 3-1 0,-1-1-2 0,-5 0 0 15,-1 0-1-15,0-2 0 0,-2-2 4 16,-1-1 0-16,-3-5-1 0,0-1 1 16,-3 0-2-16,-4-2 1 0,-3 1 0 15,-3-2 2-15,-3 3 0 0,-6 2 0 16,-4 1-2-16,-1 7 2 0,-12 0-2 0,-6 8-1 15,-5 2 0-15,-4 5-5 0,-8 2 0 16,-7 2 0-16,-4 4 0 0,-2 2 1 16,1 2-2-16,1 0 3 15,2 0-2-15,0 5-1 0,2 4 0 0,1 1-4 16,0 6 3-16,0 7-1 0,-3 3 1 16,0 11 1-16,2 6-1 0,-5 5 0 15,2 6 2-15,5 0-1 0,5 0 2 16,7-2-1-16,9-2 3 0,6-4 2 15,8-1-2-15,6 0 3 0,0-2-5 0,6-4-2 16,4-2 1-16,3-4-1 0,3-4 0 16,1-2 0-16,3-3 1 0,3-8-1 15,-1 2 0-15,4-6-1 16,0-5 1-16,2-6-1 0,2-1 1 0,8-10-10 16,3-7-28-16,7-7-78 0,10-3-107 15</inkml:trace>
  <inkml:trace contextRef="#ctx0" brushRef="#br0" timeOffset="40397.252">2492 17215 94 0,'0'0'1'0,"0"0"8"0,0 0 5 15,56 91-7-15,-24-81 7 0,11-4 4 16,3-6-6-16,6-30 14 0,10-28-2 16,5-16 4-16,8-14-23 0,2 45-9 15</inkml:trace>
  <inkml:trace contextRef="#ctx0" brushRef="#br0" timeOffset="42891.9641">2814 17516 269 0,'0'0'32'0,"0"0"13"16,94 20 3-16,-58-30-2 0,2-15-8 15,0-5-1-15,0-11-10 0,5-8-1 16,-4-5-5-16,2-8-4 0,-1-4 0 15,2 0-4-15,-3-5-2 0,-2 3-1 0,-3 1-1 16,-8-4 0-16,-2 2-2 0,-5 1 0 16,-5 3-2-16,-6 3-4 0,-8 5 4 15,0 4-5-15,-11 4 2 0,-8 6 2 16,-7 4-1-16,-8 5 1 0,-4 8-1 16,-6 8 0-16,-5 8-2 0,-5 8-1 15,-9 2 2-15,-1 11-1 0,-6 8 0 16,0 7 1-16,-5 11-2 0,1 7 3 15,6 9-5-15,2 7 3 0,5 10-1 16,7 7-2-16,7 5 3 0,6 1-2 0,12 2 2 16,8-3 0-16,12-5 1 0,9-2 3 15,9-7-4-15,17-5 5 0,11-12-7 16,17-10-1-16,11-15 1 0,13-13-3 16,10-13 2-16,4-3-1 0,2-19-4 15,-4-9 0-15,-4-5 0 0,-7-11-2 0,-8-8 8 16,-5-3 0-16,-9 0 1 15,-5-3 2-15,-9 2-2 0,-11 5 1 16,-10 3-3-16,-8 4-1 0,-12 4-7 16,-2 7-15-16,-13 4-27 0,-8 6-100 0,-6 4-116 15</inkml:trace>
  <inkml:trace contextRef="#ctx0" brushRef="#br0" timeOffset="79327.3965">2874 9935 198 0,'0'0'26'16,"0"0"-1"-16,0 0 0 0,-69-91-4 15,40 79-6-15,-4 0-3 0,-10 7-4 16,3 3 0-16,-3 2 2 0,-2 2 0 16,0 10 2-16,2 1-2 0,1 3 4 0,4 2-11 15,4 1 3-15,6 0-5 0,5 4-6 16,6 1 4-16,2 3-3 0,1 6-1 16,7 4 0-16,-1 6 1 0,1 1-1 15,7 3 2-15,0-2-3 0,0 1 3 16,8-5-2-16,6-3 2 0,2-4 0 0,4-3 2 15,0-2 1-15,5-2 2 0,-1 0 8 16,-2 1-7-16,-3 4 6 0,-2 4-1 16,-4 3-2-16,-7 7 4 15,-6 5-5-15,-3 9-1 0,-13 4-2 0,-8 3 0 16,-8 3-1-16,-9-3 0 0,-5 0 4 16,-6-5-1-16,0-2 3 0,0-9-1 15,3-7-2-15,7-10 1 0,10-9-3 16,12-10-4-16,8-6-4 0,8-7 3 15,7-2 0-15,14-2 7 0,13-8 2 0,14 0-2 16,4 0-2-16,1 4-1 0,4 6-1 16,-6 0 0-16,0 12 1 0,-6 8-2 15,-5 7 1-15,-4 5 0 0,-8 7-1 16,-8 4 2-16,-4 2 0 0,-6 2 1 16,-5 3-2-16,-1 1 2 0,-1 1 2 15,-8-1 0-15,-3 3 4 0,-5 0-2 16,-2 4-3-16,-1 5 3 0,-2 3-1 15,-1 6 2-15,4 1 2 0,2 2-1 16,8-5 0-16,8-5-3 0,1-4 0 0,14-10-3 16,5-5-1-16,10-10 1 0,1-8-1 15,2-10 2-15,4-4-1 0,-1-9 1 16,0-5 0-16,-2 0-1 0,4-7 0 16,1-6-5-16,0-6-6 0,2-2-11 15,-1-5-32-15,2 1-50 0,-1-2-125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06:15.7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2759 7228 70 0,'0'0'24'15,"0"0"0"-15,-83 0-3 0,60 8-2 16,0 6 3-16,3 8-6 0,4 8 8 16,0 10 5-16,4 13 1 0,5 13 3 15,4 9-5-15,3 4-5 0,7 3-6 16,10-4-1-16,13-5-7 0,10-7 0 0,5-6-3 15,7-7-1-15,3-8 2 0,1-7 0 16,5-5 1-16,1-6 1 0,5-7 1 16,4-4 0-16,3-7-2 15,5-6 0-15,0-3 3 0,0-10-2 0,-3-11 4 16,-2-6 0-16,1-9-1 0,-1-7 0 16,1-6-2-16,-1-4 1 0,2-4 0 15,-2-2-5-15,-2-4 2 0,-2 1-7 16,-8 3 1-16,-7 0 1 0,-6 6-2 15,-7 1 3-15,-12 7-1 0,-4 0 2 0,-8 1-1 16,-11 2 0-16,-2-2-1 0,-5-3-5 16,-8-2 3-16,-11-1-4 0,-4-3 3 15,-9-1 3-15,-7-1-4 0,-7 1 1 16,-9 3 0-16,-4 7 0 0,-11 9-1 16,-8 9 0-16,-3 10-1 0,-4 9 1 15,-6 7-1-15,-3 5 4 0,-5 13-4 16,-3 7 1-16,1 5 1 0,2 6-3 15,5 7 1-15,3 2 0 0,3 5-2 16,3 6 0-16,4 4 1 0,4 4 2 0,8 7-4 16,11 5-1-16,13 6-12 0,13 7-22 15,17 6-25-15,15 8-47 0,8-1-95 16</inkml:trace>
  <inkml:trace contextRef="#ctx0" brushRef="#br0" timeOffset="1138.9635">3638 9382 86 0,'0'0'25'0,"-148"71"1"16,72-26 2-16,-1 4 6 0,3 9 5 15,6 5 0-15,3 8-2 0,10 3-2 16,5 8-9-16,7 3-4 0,9 4-6 15,5-2-9-15,9 0-3 0,8-5-3 0,6-6 1 16,6-10 2-16,9-4-1 0,10-6 3 16,7-10-1-16,9-3-2 0,5-7 0 15,8-7 2-15,10-4-1 16,4-11 1-16,3-6 0 0,10-6 1 0,-1-4-1 16,4-10 2-16,-1-8-2 0,-1-6 3 15,1-7 0-15,2-7 2 0,1-6-1 16,-2-10-4-16,1-4 3 0,-2-6-4 15,1-4 5-15,-7 1-2 0,1 0 1 16,-5 3-2-16,-7 2-2 0,-6 3 4 0,-9 5-4 16,-9 3-1-16,-10 3 2 0,-7 4-2 15,-12 1 5-15,-7 0-2 0,-6-3 0 16,-11-1-1-16,-10-2-3 0,-3 1 1 16,-10-3-2-16,-4 3 0 0,-9 0-1 15,-3 4 0-15,-9 3 0 0,-7 4-5 0,-2 9 4 16,-6 10-3-16,-1 11 3 15,0 9 3-15,-4 14-4 0,-3 16 2 0,-5 12-1 16,-4 11-3-16,-4 10 1 16,4 9-3-16,-1 6 1 0,11 1-3 0,8 4 1 15,7-5-5-15,11-1-12 0,13 1-17 16,14 1-31-16,16 1-46 0,15 5-105 16</inkml:trace>
  <inkml:trace contextRef="#ctx0" brushRef="#br0" timeOffset="3251.5746">3168 12509 33 0,'0'0'10'0,"0"0"-2"0,0 0 2 16,0 0-2-16,0 0 4 0,0 0 0 15,0 0 0-15,0 0 1 0,0 0-2 0,4 84 3 16,17-76 1-16,7-4 0 0,4-4-2 16,10 0-4-16,7-2-1 0,5-8 0 15,4-3-1-15,2-2 0 0,1-3 0 16,3-3 1-16,-2-4 1 0,1 0 3 16,-1-3-1-16,-1-3 2 0,1 0-3 15,0-2-2-15,-1-2 1 0,-3-2-1 16,-6 1-1-16,0-4 0 0,-4 3 2 15,-3-2 1-15,-3-3 3 0,-2 2 0 16,-5 1-1-16,-6 0 0 0,-3 0-4 0,-7 0 2 16,-4 3-2-16,-6 1 1 0,-6 0 1 15,-3 1 0-15,-3-2-1 0,-10 0-3 16,-6-4 0-16,-5 2-3 0,-5-1 1 16,-6 3-3-16,-5 0 1 0,-8 3-1 15,-4 2 0-15,-9 6 0 0,-1 3-1 0,-7 7 0 16,-2 5 0-16,-2 8 0 0,-3 2 1 15,-2 12-2-15,-3 8 0 0,-6 6 1 16,-5 9-2-16,-1 5 0 16,-4 10 1-16,6 2-3 0,1 5 2 0,2 4 0 15,4 1 3-15,4 0 0 0,4 0 1 16,7 2 0-16,3 0-3 0,16 2 1 16,4 4-1-16,11 5-1 0,8 0 1 15,6 0 0-15,6 0 4 0,6-1-2 16,6-7 0-16,3-2-1 0,0-8-2 0,6-6 0 15,7-9-1-15,1-6 0 0,2-4 0 16,3-9 0-16,-1-3-1 0,2-3-2 16,6-5-4-16,-2-5-8 0,2-4-20 15,3-3-30-15,4-3-53 0,2-9-76 16</inkml:trace>
  <inkml:trace contextRef="#ctx0" brushRef="#br0" timeOffset="4395.875">2982 13754 139 0,'0'0'28'16,"0"0"10"-16,0 0 3 0,0 0-1 15,0 0-2-15,-41-87-7 0,34 78-7 16,-5 0-6-16,-4 3-5 0,-3 2-8 15,-6 0-4-15,-5 4-2 0,-6 8-2 16,-3 7-1-16,-4 8 2 0,-5 2 0 0,2 6 2 16,0-1 1-16,2 2 1 0,1-1 4 15,8-4-4-15,2-1 4 0,7-4-2 16,7-1-2-16,2-4 0 0,8-2-2 16,6-1-2-16,3 4 2 0,9 2 2 15,7 10-1-15,7 4 1 0,3 5 0 16,3 10 1-16,0 9-3 0,0 6 0 0,-2 4 1 15,-1 2-2-15,0 3 2 16,-7 1 0-16,-2-1-2 0,-5 0 2 16,-6-2-2-16,-6 1-1 0,0-3-1 0,-12-3 2 15,-5-5 1-15,-5-7 4 0,-3-9 0 16,-2-6 1-16,4-6 0 0,1-8-2 16,6-13 1-16,6-4-6 0,7-4-2 15,3-4 2-15,6-5 1 0,9-6 2 16,9-4 1-16,11 2-3 0,3 4 0 0,12 7 1 15,1 2 0-15,3 7 0 0,-1 10 0 16,-3 5 2-16,-5 6-3 0,-3 5 3 16,-9 4-3-16,-1 7 2 15,-5 3 0-15,-5 4-1 0,-6 3-1 0,0 5 0 16,-9 2 0-16,-4 1 2 0,-3 1 4 16,0 3 1-16,-3 1 0 0,-3 4 3 15,-4-2 6-15,3 4 4 0,3-7-1 16,4-2-1-16,0-8-8 0,10-6-5 15,7-8 0-15,6-8-6 0,2-5 4 0,5-9-2 16,3-11 2-16,-1-5 2 0,7-4-3 16,-1-6-2-16,1-8-4 0,0-6 3 15,-3-2-4-15,-1 0-4 0,-5-2-19 16,-3 1-39-16,-5 3-100 0,-4 3-68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08:37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2548 10026 48 0,'0'0'24'0,"0"0"3"16,0 0 0-16,-94 19-1 0,72 1 2 16,-1 9-7-16,0 9-3 0,1 8-4 15,0 12-3-15,5 8-1 0,1 4 2 16,0 5 1-16,7-4 1 0,1-4-1 16,5-6-3-16,3-7 0 0,7-7-2 0,9-8 0 15,7-3 2-15,6-5 1 16,10-5-2-16,4-6-2 0,5-2-3 15,4-7 1-15,3-6-1 0,7-5 0 0,-1-5-2 16,0-12-1-16,-2-6 3 0,0-9 0 16,-5-7 5-16,4-7 4 0,-3-7-2 15,-6-3 0-15,0-4-2 0,-3 1 0 16,-2 5-5-16,-8 2 0 0,-6 4-1 16,-5 8 0-16,-8 2 3 0,-8 2 2 15,-8 2 2-15,-1 0 0 0,-9 1-1 0,-6 0-3 16,-7-4 1-16,-1 0-4 0,-5-4 1 15,-2 0-3-15,-2-2 2 0,2 3-1 16,-2 2-3-16,0 6 4 0,0 3-3 16,-1 7 3-16,-4 7 1 0,-4 7-3 15,-1 8 0-15,-6 3 0 0,-5 14 2 16,-1 8-3-16,-4 7 3 0,2 7-2 16,1 0-1-16,6 2 2 0,4-1-1 15,6 2-1-15,4-1-1 0,2 1-1 16,6 1-2-16,5 1-1 0,3 1-1 0,6 6-2 15,3 4-8-15,7 8-21 0,3 3-34 16,3 6-40-16,10 1-92 0</inkml:trace>
  <inkml:trace contextRef="#ctx0" brushRef="#br0" timeOffset="26203.4469">2384 12709 34 0,'0'0'8'0,"0"0"0"15,119 37 6-15,-74-33 7 0,1-4 7 16,3 0 3-16,-3-7-1 0,3-6-1 16,-2-3-3-16,0-3-4 0,-2-5-4 0,3-5-3 15,-2-3-2-15,2-4-2 0,1-3 3 16,0-2 1-16,2-2 0 15,-3-2 0-15,2-2-1 0,-2-2-1 0,-2 1-1 16,-2-1 1-16,-6 0-1 0,-4 2-2 16,-6 2 1-16,-3-1 0 0,-7 0-1 15,-4 3-2-15,-5 0-3 0,-5 1 0 16,-4-1-3-16,0 5 5 0,-6-3-3 16,-4 1-1-16,-4 3 1 0,-1-2-1 15,-2 0 0-15,-2 0-1 0,-4 4 1 0,-3 3-1 16,0 3 0-16,-3 2 0 0,-1 4-2 15,-4 2 1-15,1 4-1 0,-2 4 1 16,-1 2 0-16,-4 5-1 0,-1 2 2 16,-5 4-2-16,0 0 2 0,-6 4-2 15,-3 4 0-15,-3 2 0 0,-4 4-2 16,2 1 1-16,-3 4 1 0,2 0 0 0,2 2-1 16,5 1 1-16,2 0-1 15,3 3 1-15,6 0-1 0,2 3 0 16,4-1 1-16,4 3-2 0,2 0 1 0,4 1 1 15,-1 1-1-15,4 3 1 0,-1 1-2 16,3 2 2-16,-2 1 3 0,5 4-2 16,-2 1 3-16,1-3-3 0,3 2-2 15,4 1 1-15,0 2-1 0,4-3 0 16,1 3-1-16,2-1 2 0,5 1-2 0,1-2 1 16,1-2 0-16,13-3-1 15,4-2 1-15,5-3 1 0,6-3 4 16,3 0-4-16,1-2 2 0,2-4-2 15,-5-1 0-15,3-3 0 0,-3-3 0 0,-2-3 0 16,1-3-1-16,-3-1 0 0,2-4 1 16,0-1 0-16,0-1 0 0,-1-2-1 15,2-3 1-15,1 0-2 0,-1 0 1 16,-1 0 1-16,1-5-2 0,3-1-2 16,1 0-7-16,-3-2-16 0,5 1-46 0,0 3-80 15,-2 0-66-15</inkml:trace>
  <inkml:trace contextRef="#ctx0" brushRef="#br0" timeOffset="63059.264">2195 15920 53 0,'0'0'29'0,"0"0"-3"16,0 0-2-16,0 0-5 0,0 0-1 16,0 0-4-16,0 0 1 0,0 0-2 15,0 0-3-15,-28 91 1 0,57-75-2 16,6-3 1-16,3-1-3 0,12-2 0 0,1-2-1 16,7-5-2-16,1-1-1 15,2-2 0-15,-2 0 0 0,4-8 1 16,-2-4 6-16,-3-2-1 0,-3-4 3 15,-3-3-1-15,-2-5 0 0,-2-3-6 0,1-1 1 16,-2-4-2-16,-4-2-2 0,-1-2 4 16,-1-1-2-16,-4-4 3 0,2-1 1 15,-3-2 0-15,-1-3-2 0,-3 3 0 16,-2-1-2-16,-5 1 0 0,-4 2 1 16,-3 0 1-16,-5 3 1 0,-6 0-2 0,-3 3 1 15,-3 1 2-15,-1 3-3 16,-2-1 4-16,-8 2-1 0,-3 1-2 0,-3-1-1 15,-4 1-2-15,-5-2 1 0,0-1-2 16,-4 0 1-16,-1-1-1 0,0 0 0 16,1 2 1-16,-3 1-2 0,0 2 0 15,2 4-1-15,-5 2 1 0,1 3 0 16,-4 5-1-16,-3 3-1 0,-5 6-1 16,0 1 2-16,-6 4 0 0,-3 3 0 15,0 0 1-15,0 2-2 0,-3 6 2 0,2 2-2 16,-1 2 1-16,1 3-1 0,4 2-4 15,0 4 5-15,-3 2-2 0,0 3 1 16,1 4 1-16,1 2-1 16,1 3 0-16,3 3-1 0,3 4 0 0,4 2-1 15,6 1 1-15,2 5 0 0,7 0 2 16,4 1 3-16,4 2-1 0,6 2 1 16,4 0-1-16,5-1-3 0,4-1 0 15,3-2 2-15,9-1-1 0,15 2 0 16,2-1 1-16,7-3-2 0,7-2 0 0,2-5 1 15,3-5-1-15,-2-4 4 0,0-6-2 16,-2-3 4-16,-1-5-2 0,-4-4-3 16,0-3 2-16,-1-2-1 0,-2-4 0 15,-3-2-2-15,2-3 0 0,-2 0-2 16,2 0-2-16,1-8-12 0,6-4-46 0,4-2-92 16,8-4-72-16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11:27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 4453 62 0,'0'0'18'0,"0"0"2"16,-75 10 2-16,50 7-5 0,-1 5-1 16,2 5-1-16,1 7 1 0,4 5-6 0,0 4 1 15,4 3-5-15,1 5-1 0,5 3-2 16,2 0 1-16,0 2 0 0,7-2 0 16,0-1 0-16,7 2-1 15,5 0 4-15,6 3 1 0,4-1 1 0,7 3-1 16,6-3-2-16,4-3-2 0,3-3 0 15,4-7-1-15,2-9 2 0,2-7 2 16,1-7 1-16,1-9 2 0,3-9-1 16,4-3 0-16,-1-5-2 0,3-14 5 15,-2-3 3-15,-1-7 2 0,-6-4 5 0,-1-4-8 16,-5-5-2-16,-3-4-3 0,-2-3-4 16,-1-1 1-16,-5-5-5 0,1 0 1 15,-4-2-1-15,-3 2 2 16,-6-2 3-16,0 1 0 0,-6 2-1 0,-1 0-2 15,-6 3 3-15,-2 1-3 0,-4 2 2 16,-4 3-4-16,-1-1 3 0,-10 1-2 16,-5-1-2-16,-4-1 3 0,-3 0-3 15,-6-1 2-15,-3-1 0 0,-5 5-1 16,-5 5 0-16,0 7-1 0,-3 9 1 0,-3 6 2 16,-1 8 2-16,0 5 1 0,-6 4-1 15,3 3-1-15,0 7 0 0,-3 5-2 16,6 4 0-16,-3 3 1 0,4 4-4 15,2 5 1-15,1 1-2 0,-1 2 0 16,8 0 0-16,-1 4 1 0,7 3 2 16,2 5-3-16,1 3 3 0,6 5-2 15,0 1-2-15,4 3 2 0,2 3-1 16,2-2 1-16,4 2-1 0,2-1 0 16,9-1-2-16,0 2-2 0,0-4-2 0,12 2-10 15,2-1-8-15,2 1-20 0,7-2-24 16,-1 6-22-16,5 0-40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29:32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7309 5906 38 0,'0'0'16'16,"0"0"0"-16,0 0-2 0,0 0-5 16,0 0-1-16,0 0 1 0,0 0 1 0,0 0 0 15,0 0 2-15,-43-70 2 0,36 64 4 16,3-1 1-16,1 4 2 0,-1-4-3 15,1 3-1-15,0 1 0 16,-3-4-1-16,3 4 0 0,-1 1-4 0,2 0 0 16,2 2-1-16,-2-1 0 0,2 1 2 15,-2 0-3-15,1-2 1 0,-1 2-6 16,0-2-1-16,1 2-3 0,1 0-2 16,-1 0 2-16,-2 4 1 0,3 13 7 15,0 10-4-15,0 9 4 0,0 7-5 0,0 2 0 16,9 7-1-16,-2 5-2 0,3 5 3 15,-1 4-4-15,2 4 1 0,-1 0-1 16,1 7 1-16,-3 0 1 0,1 4-1 16,-2 3 4-16,-2 8-2 0,0 2 3 15,0 5 3-15,0 1 4 0,0 5-2 16,-1 3 0-16,0 2 1 0,2 2-6 16,3 5 3-16,-2 0 0 0,0 1 0 15,2 0-1-15,2 1-1 0,0-1-4 16,-1 0 3-16,1-4-2 0,-2 0 0 0,0-5 1 15,1-2-2-15,-3-5-2 0,-1-4 3 16,-2-9 2-16,-2-8-3 0,-1-4 2 16,-1-11-3-16,0-4-2 0,0-8 1 15,0-7-2-15,-1-5 1 0,-1-5-2 16,1-6 0-16,-2-11-2 0,3-3-3 0,-2-5-6 16,-2-2-16-16,0-2-32 0,-5-1-44 15,-7-3-46-15,-4-4-68 0</inkml:trace>
  <inkml:trace contextRef="#ctx0" brushRef="#br0" timeOffset="305.9833">6765 8959 255 0,'0'0'25'0,"0"0"12"15,0 0 9-15,0 0-5 0,64 91-6 0,-37-56-2 16,6 1-4-16,3 3-6 0,0 1-1 16,1-1-6-16,0 0-1 0,-2-2-3 15,5 1-3-15,-4-1 0 0,2 1-3 16,0-2-1-16,-1 1-3 0,3-1 1 16,-3-1-3-16,-2-2 1 0,-5-4-3 15,-2-3 0-15,-1-6-4 0,-7-3-9 0,-5-7-10 16,-8-3-11-16,3-5-13 0,-4-2-9 15,4 0-8-15,6-9-12 0,-3-9 2 16,4-10-2-16,1-5 6 0,-1-8 11 16</inkml:trace>
  <inkml:trace contextRef="#ctx0" brushRef="#br0" timeOffset="512.7872">7803 9025 327 0,'0'0'60'0,"0"0"-14"0,0 0-12 16,0 0-8-16,0 0-1 0,0 0 0 0,0 0 0 15,0 0-1-15,-33 99-1 0,9-51-7 16,-5 2 0-16,-2 6-3 0,-5 0-5 16,1 1 2-16,2 4-6 0,1-2-1 15,3 0-2-15,5-5 0 0,6-1-2 16,2-9 1-16,6-5-2 0,3-4 2 0,1-7 1 16,6-7-5-16,0-4-5 15,0-4-16-15,0-4-20 0,3 1-24 0,-2-6-48 16,5 1-64-16,3-5-54 15</inkml:trace>
  <inkml:trace contextRef="#ctx0" brushRef="#br0" timeOffset="917.2302">6632 9097 196 0,'0'0'31'0,"0"0"3"0,94 17-1 15,-44-17 3-15,8 0 0 0,7-3 4 16,6-4-3-16,7-3-2 0,5-2-7 16,2 2-5-16,2 0-7 0,-5-1-5 15,-8 3-6-15,-6 3-2 0,-10 0-3 16,-9 3-2-16,-7 1-1 0,-8-1-4 0,-5 2-5 15,-10 0-9-15,-7 0-12 0,2 0-24 16,-5 0-59-16,-2 0-116 0</inkml:trace>
  <inkml:trace contextRef="#ctx0" brushRef="#br0" timeOffset="39389.0023">5514 10202 417 0,'0'0'35'0,"0"0"6"0,-16 88-2 0,9-41-10 16,3 2-10-16,-2 2-3 0,6 1-6 16,-3-5-1-16,3-1-5 0,0-2-2 15,0-7 0-15,0-11-2 0,0-3 2 16,0-10 0-16,0-6 0 0,0-2 5 16,0-5 3-16,0 0 1 0,0-1-2 0,-3-16-2 15,-3-12-6-15,-2-15 2 0,5-8-2 16,3-13-3-16,0-10 2 0,13-10-3 15,6-8 1-15,5 2 4 16,7 5-2-16,3 8-2 0,5 11 5 0,2 15-2 16,-2 11 3-16,-1 12 0 0,-8 12-2 15,-7 8-3-15,-3 6-1 0,-7 6 1 16,-3 13 0-16,-1 9 6 0,-7 11-4 16,-2 6 4-16,-2 5-5 0,-8 4-1 15,-2-2 1-15,2 2-2 0,-1-4 1 0,5-3-3 16,0-2 1-16,6-5-1 0,0-4 0 15,10 1 1-15,3-5 2 0,5 4-1 16,2-1 3-16,1 1 2 0,-3 1-4 16,-1 1 4-16,-7 1-3 0,-1-2 0 15,-8-3 0-15,-1-2 1 0,-5-2 0 0,-8-3 0 16,-6-1 1-16,-3-3-2 0,-7-3 0 16,-1-4-4-16,-5-6-4 15,-3-5-10-15,1-2-9 0,4-1-20 16,3-7-42-16,6-5-62 0,11 2-94 0</inkml:trace>
  <inkml:trace contextRef="#ctx0" brushRef="#br0" timeOffset="39937.2173">6392 9992 396 0,'0'0'70'15,"0"0"-24"-15,0 0-16 0,0 0-7 16,0 0-2-16,0 0-4 0,-41 107-4 0,27-55-9 15,5 7-1-15,3 1-6 0,3-2-3 16,3-4-12-16,3-1-16 0,8-7-37 16,6-2-52-16,2-6-116 0</inkml:trace>
  <inkml:trace contextRef="#ctx0" brushRef="#br0" timeOffset="40375.7325">6506 10427 406 0,'0'0'36'0,"0"0"-13"16,0 0-9-16,0 0-9 0,0 0-2 16,0 0 1-16,-6 89-3 0,28-79 0 15,4-3-1-15,6-7 2 0,4 0-4 16,3-8 4-16,1-7-2 0,-2-3 0 16,-3 0 0-16,-6-2 6 0,-6 5 0 0,-9 4 3 15,-5 3 7-15,-6 6 3 0,-3 2-1 16,0 0-5-16,0 0-5 0,0 0-3 15,3 0-1-15,0 9 0 0,4 3 1 16,3 4-5-16,0 0 2 0,7-1-2 16,-1-3 1-16,6-2 3 0,1-2-3 15,4-3-2-15,4-5 0 0,2 0-3 16,3-11 3-16,-2-3-1 0,3-4-1 16,-6-3 2-16,-5-4-1 0,-6-1 4 15,-7 1-1-15,-6-2 3 0,-5 1-1 0,-2 3 1 16,-6 1 1-16,-6 4 6 0,1 4 1 15,-4 7 1-15,-1 4 2 0,0 3-5 16,-4 5-3-16,4 5-4 0,5 7-1 16,5 3-2-16,6 2 0 0,0 3 0 15,14 0-2-15,5-1-2 0,9-2-4 0,6-3-8 16,8-2-8-16,3-5-9 16,4-2-16-16,5-4-27 0,-2-2-27 15,-2-4-16-15,1 0-14 0,-5 0 16 16</inkml:trace>
  <inkml:trace contextRef="#ctx0" brushRef="#br0" timeOffset="41357.3143">7965 10222 176 0,'0'0'33'0,"33"-84"5"0,-23 49 13 15,-5 6 6-15,-5 10-2 0,-2 4-8 16,-4 8-13-16,-5 5-8 0,-12 2-5 0,5 0-5 16,-5 12-2-16,4 5-6 0,5 0-2 15,5 3-1-15,5 1-4 16,4 2-2-16,4 1 2 0,9 1-3 15,2-1 3-15,3 3 0 0,1 2 0 0,-1 4-1 16,-1 2 0-16,-7 3-1 0,-3 4 2 16,-7 1 2-16,-1 3-1 0,-12 2 0 15,-7-1-1-15,-2-1 0 0,0-4 0 16,-5-4 0-16,1-6 0 0,1-7 0 16,5-8 1-16,11-9 2 0,5-4-1 0,-1-4 0 15,1-9-2-15,3-8 1 0,1-10-1 16,5-6 2-16,12-5-1 0,6-4 0 15,7-4 0-15,5 0-2 16,2 3 0-16,5 4-2 0,2 4 2 0,-3 7 2 16,0 8 2-16,-5 6 3 0,-4 9 0 15,-3 5 1-15,-8 0-1 0,-8 4-3 16,-2 6 0-16,-6 5-1 0,-2 2-1 16,-3 5-1-16,0-5 0 0,0-2-1 15,0-5-1-15,-1-5 2 0,-1 1-5 0,2-6 0 16,-1 0 0-16,1 0-3 0,0 0 6 15,9-4 1-15,6-11-2 16,6-5 2-16,3-4-2 0,1-3 1 0,1 0 1 16,-2 0 0-16,1 0 0 0,2-1 1 15,3-1-1-15,-3 3 1 0,3-1 0 16,1 1 0-16,-1 2 0 0,-1 0 2 16,3 1-1-16,-3 2 1 0,-2 1-1 15,-2 1 0-15,-6 2 0 0,-8 5 1 16,-2 4 0-16,-6 4 1 0,-3 1-1 0,-10-2-1 15,-8 0-2-15,-8 5 1 0,-4 1-1 16,0 11 0-16,2 7 0 0,5 3-1 16,4 0 0-16,10 2-1 0,5-1 1 15,4 0-2-15,6-4 1 0,11 0-1 16,6-4 1-16,6-5 0 0,2-3 1 16,5-5 0-16,-1-2 0 0,2-5 0 15,-2-7 0-15,-5-4 1 0,2-2 1 0,-3-3 0 16,-5 0 0-16,-2-4 1 15,-3 3-1-15,-7-2 1 0,-1 5 0 0,-7 1 1 16,-4 2-1-16,0 6 1 0,-4-3-1 16,-2 6-1-16,-9 6 0 0,-5 1 1 15,0 6-1-15,-4 11-1 0,5 3 1 16,7 6-2-16,6-1 0 0,6 2-1 16,5 0 0-16,8-2-1 0,9-5-1 0,4-6 0 15,4-6-3-15,3-8-2 16,2 0 1-16,-2-8 2 0,1-6 2 0,-4-3 3 15,-1-2 3-15,-3 0 0 0,-3 1 1 16,-3 3 2-16,-5 6-1 0,-8 2 0 16,-3 7-1-16,-4 0 2 0,3 0 0 15,0 0 2-15,-1 7-1 0,3 2-2 16,-5 4 0-16,0 6-2 0,0-8-2 16,3 9 0-16,-1-4 0 0,6-5-2 15,4 1 0-15,7-7 0 0,4-5-1 0,3 0 0 16,1-5 0-16,-1-7 1 0,1 4 1 15,-5-1 2-15,-6 3 0 0,-2 1 1 16,-3 2 0-16,-1 3 2 0,3-2 0 16,-2 2 2-16,3 0 1 0,-3 2 1 15,4 2-4-15,0 0-3 0,3-1-4 0,5 1-13 16,3-1-23-16,-7 0-74 16,4 0-162-16,-6-1 6 0</inkml:trace>
  <inkml:trace contextRef="#ctx0" brushRef="#br0" timeOffset="43848.7748">6525 11301 422 0,'0'0'56'0,"0"0"-9"0,-91-30-13 0,50 34-7 16,-4 19-9-16,-2 14-5 0,-1 16-3 15,5 9-4-15,2 9-2 0,7 5-5 16,7-2 1-16,10-3 1 0,13-8-4 16,4-6 0-16,17-8-8 0,13-10-9 15,9-10-4-15,11-11-8 0,8-11-3 0,5-7-6 16,5-14 3-16,-4-7 6 15,1-8 9-15,-12-5 11 0,-5-3 12 0,-12 0 3 16,-11 1 7-16,-14 1 5 0,-11 4 4 16,-3 6 1-16,-17 4 3 0,-6 8 2 15,-6 9 1-15,-5 4-4 0,-2 6-4 0,1 11-5 16,2 5-3-16,4 1-6 16,8 1-2-16,7 0-3 0,8-2-2 15,9-2 2-15,4-5-8 0,15-3 2 16,8-6-9-16,6-4-4 0,5-2-1 0,6-10-2 15,0-4 7-15,1 1 0 0,-6-1 7 16,-6 3 5-16,-11 4 4 0,-12 4 2 16,-3 1 1-16,-7 2 5 0,0 0 3 15,0 14 8-15,-4 7-2 0,-3 5 3 16,-2-1-3-16,-1-3-6 0,4-7-3 0,5 1-4 16,1-4 0-16,4-3-2 15,12 0 0-15,4-9-2 0,6 0-1 16,6-12-1-16,4-8-4 0,-1-2-2 15,-2-4 0-15,-1-1-2 0,-3 5 6 0,-5 2 3 16,-9 7 1-16,-5 6 2 0,-6 4-1 16,-4 3 1-16,0-1 2 0,3 1 1 15,-3 3 3-15,3 9-1 0,-2 6 2 16,-1 2 1-16,2 5-4 0,-1-1 2 16,2-10-5-16,2-1-1 0,-1-3 1 0,7-8-1 15,4 0 0-15,8-4 0 0,3-10-1 16,4-6-4-16,-3-6 3 0,1-2-1 15,-4 3 3-15,-1 1 2 0,-5 3 1 16,-4 5 2-16,-7 7-1 0,-2 3-1 16,-5 4-1-16,0 0-2 0,0 0 0 15,5 0 1-15,1 7 3 0,2 5-2 16,4 3-2-16,-2 2-1 0,6-2-1 16,3-2 4-16,4 0-5 0,6-6 2 15,4-5-6-15,6-2-8 0,7-8-2 0,4-10-8 16,0-3-2-16,3-5-1 0,-5-2 3 15,-6-4 8-15,-9-1 6 0,-8 1 9 16,-9 1 4-16,-7 0 3 0,-9 4 3 16,0 5 1-16,-12 2 4 0,-4 8 1 15,-3 2 0-15,-4 6-1 0,-1 4-4 0,-2 0-3 16,4 9 0-16,0 1-5 16,5 4-2-16,5-4-2 0,9 2-2 15,3 1-5-15,11-1-4 0,9 2-7 16,6-5-9-16,1-2-5 0,2-2-7 0,0-2 4 15,-10 0 6-15,1 0 12 0,-8-1 9 16,-2 1 10-16,0 0 7 0,-7-2 4 16,3 5 8-16,-5-1 0 0,1-1 2 15,0 1-4-15,-2-1-3 0,2 0-1 16,-2 2-5-16,8-2-2 0,-3-3-4 0,7-1-3 16,6 0-3-16,4-5-4 15,3-6 0-15,-1-1 0 0,1-3 1 16,-5 1 3-16,2-1 3 0,-4 1 3 15,-2 3 1-15,-3 1 3 0,-2 3 4 0,-3 0 1 16,-5 4 2-16,1 2 3 0,1 0-2 16,-1 1-1-16,6 0-3 0,2 0-3 15,-5 1-2-15,3 7-3 0,-2-1 1 16,1 3-4-16,0 1 1 0,-3-4-1 16,5 3-2-16,1-4 1 0,-2-3-1 0,6-2-1 15,6-1-1-15,1-4 2 0,3-8 0 16,0-2 1-16,-3-1 2 0,-1-2 0 15,-3 2 0-15,-2 0 2 16,-4 4 1-16,0 4-1 0,-6 0 1 0,-4 4 3 16,6-2-3-16,-4 3 1 0,3-3-1 15,-1 0-3-15,2 0 1 0,6-1-2 16,0-1-1-16,7 0 0 0,-1-1-1 16,2 3 0-16,2-2-1 0,3 1 1 15,-1 2 2-15,-1 1-1 0,-6 3 2 0,1 0-2 16,-7 11 2-16,-4 9 3 0,-4 9 6 15,-3 13 4-15,-3 9 3 16,0 10-2-16,0 6-1 0,0 2-3 0,4-1-6 16,2 0 1-16,1-5-5 0,6-5-5 15,3-5 1-15,1-7-3 0,1-9-9 16,0-6-10-16,1-5-24 0,0-6-88 16,0-4-137-16</inkml:trace>
  <inkml:trace contextRef="#ctx0" brushRef="#br0" timeOffset="50673.6229">6522 13370 537 0,'0'0'11'0,"-58"105"2"16,35-50-1-16,1 0-4 15,4-3 0-15,6-5-5 0,6-6-1 16,3-7-4-16,2-12 2 0,1-10-1 15,0-6 2-15,0-6 2 0,4-6 3 0,8-15 3 16,-2-13 0-16,4-11 7 0,-5-9-1 16,1-9 5-16,-3-4-1 0,-1-1 1 15,1 2-5-15,-1 3-4 0,1 8 1 16,-2 13-4-16,2 15 2 0,-4 11-2 16,1 8-2-16,-1 3-1 0,7 5-2 0,3 0 0 15,6 12-1-15,5 8 2 0,0 6-4 16,2 6 3-16,0 3-8 0,0 4-9 15,-2 0-9-15,0 3-16 0,-3 4-14 16,-1 0-34-16,-4 4-61 0,-1-3-114 16</inkml:trace>
  <inkml:trace contextRef="#ctx0" brushRef="#br0" timeOffset="50933.026">6446 13643 467 0,'0'0'20'15,"0"0"-10"-15,11-118-6 0,15 73-2 16,10-2-4-16,11-4 1 0,13-5-4 16,5 1-1-16,3-3 3 0,7-1 0 15,-4 1 6-15,0 3 1 0,-4 4 3 0,-8 5 10 16,-9 9 6-16,-12 11 4 16,-12 9 1-16,-9 12 1 0,-7 8-3 15,-7 17 0-15,-1 14-3 0,-2 11-6 16,-5 10-4-16,-5 7-3 0,-5 2-4 0,4 2 1 15,1-2-5-15,0 2-4 0,6-3 0 16,2-2-14-16,2-1-17 0,5-2-33 16,6-6-77-16,4-8-132 0</inkml:trace>
  <inkml:trace contextRef="#ctx0" brushRef="#br0" timeOffset="51430.4891">7706 13166 535 0,'0'0'46'0,"0"0"-10"0,0 0-1 16,0 0-9-16,0 0-6 0,24 117-9 16,-20-71-7-16,-3 0 0 0,2-3-3 15,-1 1-1-15,3-4-2 0,-4-5-2 16,2-4-9-16,-1-9-3 0,-2-10-7 16,3-6 1-16,-3-6 5 0,0 0 8 0,3-1 7 15,1-13 3-15,2-11 2 0,2-11-1 16,0-6 3-16,-3-10-2 0,3-9 2 15,2-10-1-15,0-8-4 0,2-6 1 16,1-3 2-16,4 2 3 0,0 9 8 16,3 12 0-16,-1 11 3 0,4 12-2 15,2 12-2-15,-3 9-1 0,2 8-2 16,-2 6-4-16,-2 7-1 0,-5 2-2 16,-3 13-3-16,-7 6 3 0,-5 8-3 15,0 4 2-15,-13 7-2 0,-6 3 0 0,-6 2 0 16,-2-1 2-16,0-2-4 0,5-1 2 15,0-5-3-15,8-5 2 0,2-9-1 16,9-2 0-16,3 0 1 0,9-1 0 16,11 5 3-16,9-2-2 0,4-1 2 15,3 0-4-15,1 1-2 0,-7 3 1 0,-4-1 0 16,-6 1 1-16,-11 4 2 16,-8 0 1-16,-1-1 0 0,-16 1 2 15,-4-2-1-15,-6-3 1 0,-6-2-2 16,-2-2 2-16,-5-8 0 0,4-2 0 0,0-3 1 15,2-7-2-15,4 0-2 0,5 0-2 16,6-3-13-16,10 1-32 0,3 0-96 16,5 2-148-16</inkml:trace>
  <inkml:trace contextRef="#ctx0" brushRef="#br0" timeOffset="56600.9802">7043 14417 406 0,'0'0'26'16,"0"0"11"-16,0 0 4 0,-89-70-4 0,56 66-3 16,-3 4-7-16,-3 7-7 0,-2 13-5 15,2 5-4-15,3 7-1 0,6 5 0 16,6 3-5-16,12 2 2 0,4-1-4 16,8 2-2-16,0-2 2 0,9 0-5 15,1-2 1-15,-1 2 2 0,-3 1 1 0,-6 1-2 16,0-1 2-16,-9 1-2 0,-8-4 0 15,-5-3 0-15,0-4-1 0,-4-10 0 16,6-7-3-16,1-10-8 16,3-5-11-16,2-17-11 0,1-11-12 0,7-13-4 15,6-10-2-15,9-10 9 0,9-7 10 16,8-3 15-16,6-2 10 0,3 2 10 16,7 4 9-16,3 8 5 0,-3 9 10 15,-2 13 7-15,-1 11 1 0,-3 14 0 16,-4 12-3-16,-6 8-6 0,-4 17 1 0,0 13-1 15,-7 7-7-15,-4 9 0 0,-2 2-6 16,-4 3-6-16,-2 2 1 0,-3-3-4 16,0 0 0-16,0-7-4 0,0-5 3 15,0-8-5-15,3-10-1 0,1-10-2 16,2-8-2-16,3-9 2 0,5-2 2 0,3-15 1 16,8-5 0-16,-3-8 2 0,-3-1-1 15,-1 1 4-15,1 4 0 16,-4 4 0-16,-3 6-2 0,0 6 0 15,-4 5 1-15,3 4 0 0,5 0 0 0,-2 1 1 16,7 8-1-16,-2 2 0 0,3-2 1 16,0 0-1-16,6-2 0 0,5-7-1 15,6 0 0-15,1-9 0 0,4-8-1 16,2-3-1-16,-4-1-3 0,1-2 2 16,-8 0-1-16,-8 0 1 0,-8 3 4 0,-7 5 1 15,-9 2 0-15,-3 2-1 16,-11 2 1-16,-9 0 1 0,-6 5-1 0,-3 4 0 15,-1 0 0-15,0 5-2 0,4 3 1 16,10-4-1-16,4 1-2 0,8-3 0 16,4-2 0-16,-3 0-1 0,3 3 1 15,7 3 0-15,9 0 1 0,7-2-2 16,7-1 2-16,1-3-1 0,1 0-1 16,-1 0 2-16,-3 3 2 0,-6 1-1 15,-1 1 3-15,-3 2-1 0,-3 0-2 0,1 1 0 16,-2 0 0-16,6-3-2 0,4 0 2 15,1-3-1-15,6-2-5 0,7-4-2 16,4-7-2-16,6-6 0 0,1-5 5 16,3-3 3-16,-1-3 2 0,-2-1 2 15,-3 1-1-15,-5 0-1 0,-9 4 4 16,-8 3-2-16,-5 8 8 0,-12 3 0 16,-3 8-1-16,-4 2 1 0,0-5-5 15,-10 5-1-15,-7 0 0 0,-9 0-2 16,-1 12 0-16,1 5 3 0,1 2-4 0,2 1 2 15,4 0-5-15,10-7-2 0,3-4-3 16,6-1-4-16,0-5-2 0,14-3-2 16,9 0-1-16,3-11 3 0,9-10 3 15,-2-6 2-15,-3-5 8 0,-4-3 3 16,-6-1 5-16,-2-3 8 0,-6 0 2 0,-4-2 2 16,-4 0 0-16,-2 0-3 15,-2 2-2-15,0 4-2 0,-6 5 0 16,0 10 0-16,4 8-1 0,0 7-2 15,2 5-4-15,-7 0-4 0,1 8 0 0,-5 14-1 16,2 9 1-16,5 5-2 0,4 2 0 16,9-1-3-16,10 0 2 0,4-6-3 15,6-8-1-15,6-7-1 0,1-8-2 16,4-8 2-16,-2 0 2 0,-2-11 1 16,-1-5 1-16,-5-3 2 0,-5-1 1 0,-4 0 0 15,-6 1 1-15,-6 5 0 0,-4 4 0 16,-2 8 0-16,-3 2-1 0,0-1-2 15,0 1 1-15,2 0-2 16,-1 0 1-16,2 5 2 0,5 7-2 0,3 5 1 16,0-2 0-16,3-2-2 0,3-2 1 15,3-4 0-15,-1-2 1 0,4-2 1 16,0-3-1-16,-1 0 0 0,-2-5 0 16,-3 0 0-16,-8-2 1 0,0 2 0 15,-9-5 0-15,0-2 0 0,-5 0-1 0,-8-3 3 16,-5 1-3-16,-1 2 0 0,0-1 0 15,0-2-2-15,6-1 0 0,2 3-3 16,8-3-5-16,3-3-2 0,5 2-6 16,13-7 3-16,3 4-1 0,7 4 2 15,-1 3 5-15,-2 4 2 0,1 6 4 16,-3 3 1-16,-3 0 1 0,-4 5 1 16,-1 10 1-16,-5 6 1 0,-3 3 2 15,-2 3-1-15,0 3 1 0,-2 2-2 16,0-3 1-16,1-4 1 0,1-3-1 0,2-7 3 15,4-8 0-15,3-7-1 0,5-3 2 16,8-13 1-16,-1-4-5 0,0-4 3 16,1-2-2-16,-3 0 3 0,0 4-3 15,-6 2 1-15,-4 5-1 0,-4 5-3 16,-3 5 2-16,-3 1 0 0,5 4-1 0,-2 2 0 16,5 8 0-16,4 7-2 0,1-2 2 15,-2 1-3-15,2-3 1 0,-1-2-1 16,4-5 1-16,3-5 2 15,2-1 2-15,1-5 4 0,0-9 3 0,-3-4 1 16,-1-3 4-16,-8-5 1 0,-5-1 0 16,-1-2 0-16,-5 0-5 0,-3-2-4 15,0-1-4-15,-7 3-4 0,2 0-8 16,0-1-18-16,2 10-23 0,2 1-95 16,1 8-165-16,0 5-2 0</inkml:trace>
  <inkml:trace contextRef="#ctx0" brushRef="#br0" timeOffset="57474.619">10571 13880 396 0,'0'0'24'15,"0"0"-5"-15,0 0-7 0,0 0-6 16,-80 83-7-16,78-74-4 0,4-3-3 16,8-1-3-16,14-4-4 0,7-5 5 15,4-16 0-15,8-9 3 0,-3-6 6 16,-2-4 2-16,-2-5 5 0,-10-3 4 0,-4-3 6 16,-7 0 5-16,-7 1 8 0,-7 5 8 15,-1 8-3-15,-7 11-2 16,-6 9-8-16,-4 8-6 0,-2 8-6 15,-3 3 0-15,2 16-3 0,-2 10-2 0,4 10-4 16,6 5 1-16,6 1-5 0,6 1 1 16,6-4-3-16,14-6 1 0,9-4 2 15,8-5-5-15,7-9 2 0,11-10-8 16,1-8-8-16,2-1-10 0,-3-16-11 16,-4-4-2-16,-7-5-4 0,-9 2 17 0,-10-1 15 15,-11 6 10-15,-9 2 12 0,-5 2 2 16,-6 5 7-16,-9-2 5 0,-5 12 5 15,-3 0-1-15,-3 8-4 0,4 9-5 16,3 2-7-16,6 3-5 0,5-1-4 16,5-1-2-16,7-5-2 0,12-1-3 15,10-3-1-15,7-7-10 0,6-4-8 16,7 0-10-16,4-4-4 0,0-6 8 16,-2 3 13-16,-3 2 10 0,-7 5 14 15,-8 2 9-15,-6 15 7 0,-5 8 6 0,-9 10 2 16,-6 8 1-16,-4 7-7 0,-2 4-2 15,-8 2-9-15,-2 2-1 0,-1-6-5 16,3-3 0-16,-3 0-3 0,6-8-5 16,-1-9-1-16,5-9 0 0,-1-9-1 15,4-8 6-15,0-6-1 0,0-1 0 16,0-16 1-16,0-12 2 0,7-14 3 0,1-10 0 16,3-10 1-16,7-12-5 15,3-10 0-15,6-6-3 0,3 0-3 16,4 5 4-16,1 13-1 0,1 15 5 0,0 18 4 15,-2 18 0-15,-5 9-1 0,-5 13-2 16,-7 3-1-16,-6 14-2 0,-10 8 0 16,-1 8-1-16,-7 5-2 0,-10 3-2 15,-5-2-1-15,3 1-13 0,-2-6-14 16,7-6-27-16,3-9-52 0,5-7-51 0,3-7-93 16</inkml:trace>
  <inkml:trace contextRef="#ctx0" brushRef="#br0" timeOffset="57634.4602">11926 13244 546 0,'0'0'67'16,"0"0"-22"-16,0 0-10 0,28-80-12 15,-28 82-3-15,1 23-2 0,-1 13-5 16,-1 19-3-16,-8 8-7 0,-4 7-2 16,0 2 1-16,4 0-6 0,5-2-4 0,4-6-18 15,7-4-24-15,9-10-56 0,9-7-99 16,1-6-76-16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37:13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1984 15347 174 0,'0'0'-6'16,"0"0"-1"-16,0 0 4 0,0 0 2 16,66 86 9-16,-31-73 2 0,8-2 4 15,8-2 2-15,7 0 0 16,4-1 1-16,6-1 0 0,7-2 2 0,4-2-1 16,4-3-3-16,2 0 2 0,6-3 0 15,2-8-2-15,2-3 1 0,5-3 0 16,1-7-2-16,2-5 1 0,5-1-1 15,-2-3-3-15,-1-3-4 0,-2 0-1 16,-6-1-3-16,-3-4-4 0,0 2 4 0,-12-1-3 16,-1-2 2-16,-7-2 4 0,-3 2-3 15,-5-4 4-15,-4 2-1 0,-1-7 3 16,1-1 2-16,-2-1 0 0,6-2-1 16,-2-4-6-16,-3-2 0 0,2-1-1 15,-6-1-2-15,0-1 4 0,-5-2-4 0,-5 0 2 16,-3-1-1-16,-3-1 0 15,-3 1-2-15,-1-1-2 0,-2-3 5 16,-2 4-3-16,0-4 3 0,-1 1 0 16,-3 1 1-16,-4 3-2 0,0 0 4 0,-7 2 0 15,2 2-1-15,-5 0-2 0,-4-1 0 16,0 0-2-16,-4 1 2 0,-4-2 1 16,-3 1-1-16,0 0 1 0,0 0 1 15,-8 1 0-15,-2 3-3 0,-4 4 2 16,-2-3-1-16,-4 6-3 0,-5-2 3 0,3 3-2 15,-4-1 2-15,-1 2-1 0,-1 0 1 16,-2 1-1-16,-2 0-1 0,2 3 0 16,-4 3-1-16,3-1 2 15,-4 0-2-15,-1 0 2 0,-2 2-1 0,-2-2-3 16,-2 0 3-16,-3 0-4 0,-1 1 3 16,-5 2 1-16,-4 2-1 0,-1 0 1 15,-2 0-1-15,-1 2 0 0,-2 2 1 16,0 2 0-16,-2 1-2 0,-3 2 1 15,-4 5-1-15,-2 0 1 0,-2 1 0 0,-4 3 1 16,1 0-2-16,2 0 0 0,1 1 0 16,1 3 1-16,-3 0-1 0,-3 4 2 15,-2 2-2-15,-3 0-6 16,-3 5 7-16,2 2-1 0,-2 4 0 0,2 0 7 16,-5 7-10-16,-4 6 2 0,-4 2 0 15,-3 4 0-15,-1 2 1 0,-3 3 0 16,5 2 1-16,-1 2-1 0,-3-2 1 15,7 1-1-15,7-1 0 0,7 1-1 16,6 2 0-16,6 0-2 0,6 3 0 0,3 1-1 16,3 3 1-16,1 3 1 0,0 3 3 15,6 2-2-15,-2 3 0 0,4 2 6 16,2 4-6-16,2 3 4 0,4-1-1 16,0 3-4-16,3-2 2 0,1 1 1 15,2 2 0-15,0-1 0 0,3 1 1 16,4-2 1-16,3 1-1 0,0-1 1 15,2 0-1-15,2 1-2 0,-1 3 0 16,2 1 0-16,-2 4 0 0,3 2 1 16,1 2 0-16,0 1 2 0,3-2-1 0,2 1 2 15,0 1-3-15,2-4-2 0,4 1 1 16,1 0-1-16,1 2 2 0,1-2-1 16,2 2 1-16,0-3 1 0,3-1-2 15,0-2 3-15,0-3-2 0,0-2-1 16,0-1 0-16,6-3-2 0,4-1 1 0,0 1 1 15,3-2 0-15,2-2 0 0,3 1 0 16,1 0 4-16,0-4-3 16,0 1 3-16,1-1-2 0,0-1-4 15,-2 1 4-15,2-2-1 0,-2 1 0 0,0 0-1 16,4-1 0-16,-2-2-2 0,5 0 3 16,-1-4-2-16,-1 2 1 0,3-3 0 15,3-5 0-15,-2 0-3 0,2-4 4 16,-1 2 3-16,2-3-4 0,2 2 5 15,-2-1-4-15,2 2 0 0,1-1 0 0,1-2 0 16,-1 2 0-16,2-2-1 16,-3-1 1-16,5 1-1 0,-5-4 1 0,4 1-1 15,-4-1 0-15,-2 1 0 0,3-1 1 16,-2 2-1-16,5-5 2 0,0 0-2 16,2-2 1-16,2-3 0 0,-1-2 0 15,2-2 2-15,2 0-2 0,-1 0 1 16,1-4 0-16,-2 1 0 0,-2 0 0 15,-1-2-1-15,-4-1-1 0,-2 2 6 16,0-1-5-16,-5-1 3 0,-6 0-2 0,6 1-2 16,-4-3 3-16,0 0-2 0,-8-2 0 15,3 2-3-15,-4-2-7 0,1-2-17 16,3 5-32-16,-4 1-53 0,0 3-103 16</inkml:trace>
  <inkml:trace contextRef="#ctx0" brushRef="#br0" timeOffset="67624.3691">8935 15105 38 0,'0'0'24'15,"0"0"-4"-15,0 0 1 0,0 0 1 0,0 0-2 16,0 0 2-16,0 0-2 0,0 0-4 16,0 0-3-16,0 0-5 0,-2-30-4 15,2 28 2-15,0 0 1 16,0 2 6-16,0 0 2 0,0 0 1 0,2 0-3 16,7 8-4-16,-1 6-3 0,4 2 2 15,-5 2-5-15,-3-5 3 0,4 0-3 16,-1-2-1-16,-3-3-1 0,5 0 0 15,-3-1 2-15,-3-4-1 0,5-1 1 16,-2 0 2-16,4-2 3 0,7 0 1 0,-2-3 3 16,8-9-5-16,0-5 3 0,6-4-4 15,1-5 3-15,4-1 1 0,3-4 1 16,2-6 4-16,5 1-2 0,1-1 2 16,-1-1-3-16,1 1 1 0,-2 2-4 15,-2 2 0-15,-2 1-1 0,0 2-1 0,0 1-1 16,-3 0 1-16,-1 3-2 15,-2 1-1-15,-5 3-2 0,-3 2-1 16,-3 4-1-16,-9 4-3 0,-1 3 3 16,-5 3-4-16,-3 2 5 0,-2 3-3 0,-2 1 0 15,0 0-1-15,0 0-16 0,3 0-24 16,-3 0-44-16,1 0-36 0,-1 0-40 16</inkml:trace>
  <inkml:trace contextRef="#ctx0" brushRef="#br0" timeOffset="68551.3354">9586 15704 41 0,'0'0'16'0,"0"0"0"0,0 0-1 16,0 0 0-16,0 0 0 0,0 0-3 15,0 0-1-15,0 0-2 0,0 0 1 0,8-27 1 16,-7 27 2-16,2 0-3 0,0 2-2 16,2 8-3-16,-1 3-3 0,-1-2 3 15,0 5-1-15,-2-4-1 16,2-2 1-16,-1 2-2 0,-1-7 0 0,3 5 0 16,-3-5 0-16,3 3 3 0,0 0 5 15,-2-5 4-15,8-1 4 0,5-2 4 16,7-9-4-16,10-6 3 0,0-7-2 15,-2-3 0-15,6-6 0 0,2 0 0 16,0-3 0-16,3-2 0 0,1 0-3 0,3-1-1 16,-1 2 0-16,-1 3-4 0,-1 3-5 15,-3-1 1-15,-4 4-1 0,-5 1 0 16,0 5 0-16,-7 3-3 0,-4 2-2 16,-4 6 0-16,-8 3-2 0,-4 4 1 15,-3 2-4-15,0 0-4 0,0 0-14 16,4 0-24-16,-3 0-31 0,1 0-21 15,-1 0-37-15</inkml:trace>
  <inkml:trace contextRef="#ctx0" brushRef="#br0" timeOffset="69459.3036">9497 16325 1 0,'0'0'12'0,"0"0"1"16,0 0-2-16,0 0 1 0,0 0-1 0,0 0 3 15,0 0 0-15,0 0 2 0,0 0-2 16,0 0 0-16,29 36-2 16,-24-15-4-16,-4-1 1 0,-1 3-3 15,3 1 0-15,-3 1-2 0,1-5 1 0,1-1 0 16,-2 0-3-16,0-6 3 0,4 4-4 16,-1-7-1-16,0-1 4 0,3-1 5 15,5-5 8-15,5-1 4 0,6-2 2 16,8-6-1-16,5-8-3 0,3-6-2 15,5-4 5-15,2-3-1 0,0-2 0 0,1-1 3 16,0 1-8-16,-1 0 1 0,-2 1-3 16,-2 1 1-16,-2 1-1 0,-3-1-2 15,-3 0-1-15,-2 1-3 0,-2 2-2 16,-2 0-1-16,-4 2 2 0,3 0-4 16,-3 5 0-16,-1 0-1 0,0 2-2 15,-2 0 0-15,-1 2 2 0,-2 4-2 16,-5 0 0-16,-1 1 0 0,-5 5-3 15,-3-1 1-15,1 3-1 0,-4 1-2 16,3-2-14-16,0-3-22 0,1-3-53 0,6-4-58 16,-2 0-79-16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52:19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14050 5213 275 0,'0'0'58'0,"0"0"-4"0,0 0-5 0,0 0-6 16,0 0-2-16,0 0-7 0,123 7-7 15,-36-24-8-15,19-5 2 0,20-6-6 16,13 1-2-16,12-2-2 0,4 0-3 16,2 5-1-16,-3 0-3 0,-6 2 0 15,-11 1 0-15,-6 0 2 0,-13 1-3 0,-8 0 2 16,-12 0-2-16,-15 3-1 0,-14 1 0 15,-17 3-2-15,-14 1-3 0,-17 3-5 16,-9 5-15-16,-9-3-32 0,-3 2-73 16,-2-4-160-16</inkml:trace>
  <inkml:trace contextRef="#ctx0" brushRef="#br0" timeOffset="371.5812">17129 4209 528 0,'0'0'22'16,"0"0"4"-16,0 0 2 0,0 0 1 0,25 97-9 15,-18-46-3-15,-1 4-5 0,1 3-8 16,3 1 0-16,2-1-6 0,1-3-7 15,4 3-10-15,-2-6-16 0,1 2-25 16,-6-3-58-16,-6 0-60 0,-4-4-82 16</inkml:trace>
  <inkml:trace contextRef="#ctx0" brushRef="#br0" timeOffset="530.1436">16738 4614 547 0,'0'0'43'0,"49"-122"-10"0,-12 66-14 16,5 6-10-16,4 6-6 0,2 2-3 16,3 6-7-16,-2 4-16 0,0 5-24 15,-1 7-48-15,-5 6-59 0,-4 9-93 0</inkml:trace>
  <inkml:trace contextRef="#ctx0" brushRef="#br0" timeOffset="1251.6834">17431 4713 337 0,'0'0'63'15,"0"0"-12"-15,0 0-11 0,0 0-8 16,0 0-9-16,0 0-5 0,0 0-2 16,87 73-2-16,-80-67-2 0,4 3-3 0,-5-1-2 15,-2-1-2-15,1 2-1 0,-3-5-1 16,-2 8-1-16,0 2-1 15,0-2 0-15,-2 5-1 0,0-7 0 0,-1-5 0 16,2 0 0-16,-1-1-2 0,1-1-1 16,-1 2-1-16,1 0 2 0,1-5-2 15,0 0 3-15,0 0 1 0,0 0 1 16,0 2 1-16,1-2 0 0,8-10 0 16,1-3-2-16,3-8 0 0,0-3 0 0,1 0-1 15,2-1 0-15,0-1-2 0,2 0-2 16,6 2 0-1,3-1-2-15,3 1-1 0,4 2-1 0,2 5 0 16,2-2 1-16,1 6-3 0,0 1-5 0,-2-1-5 16,-2 4-6-16,-1 0 4 0,-3 2 4 15,-3 0 4-15,-8 2 8 0,-7 2 3 16,-2 3 3-16,-6 0 3 0,-2 1 5 16,-3 9 3-16,-8 7 4 0,-13 6 1 15,-10 4 1-15,-5 4 2 0,-2 1-3 0,-3 2-5 16,3 0-3-16,5-1-5 0,5-2-2 15,8-3-2-15,7-9-2 0,9 0-4 16,4-7 1-16,4 0-2 0,10-4 1 16,10-6 2-16,5-2 0 0,6-14 3 15,1-4 2-15,0-5 5 0,1-2 2 16,-3 0 5-16,-7 1 5 0,-4 1 6 16,-7 8 2-16,-9 6 3 0,-2 6-1 15,-5 3-7-15,0-2-5 0,0 2-6 16,1 0-3-16,-1 0-4 0,1 0 1 0,1 11-2 15,4 5-1-15,1 4 0 0,3-3-1 16,4-4 1-16,4-1 0 0,7-5 0 16,3-4 1-16,6-3 0 0,1-7 0 15,3-6 2-15,-3-5-1 0,0-2 3 16,-5-1 1-16,-2-2 3 0,-8 4 4 0,-4 4 2 16,-7 8 1-16,-4 2 0 0,-1 1-4 15,-1 1-4-15,0 0-3 16,-3 3-3-16,0-2-2 0,5 2-2 15,4 2-1-15,3 6-6 0,3 2-9 0,1 4-14 16,-2 1-18-16,-3-4-35 0,3 2-72 16,-1 1-122-16</inkml:trace>
  <inkml:trace contextRef="#ctx0" brushRef="#br0" timeOffset="1393.5321">18590 4443 333 0,'0'0'-31'0,"0"0"-27"15,0 0-42-15</inkml:trace>
  <inkml:trace contextRef="#ctx0" brushRef="#br0" timeOffset="1835.5841">18847 4724 374 0,'0'0'55'0,"0"0"-17"0,0 0-10 0,0 0-4 16,0 0-4-16,0 0-3 0,0 0-4 15,0 0-3-15,85-9 1 0,-63-10-1 16,-1 2 4-16,-2 2 0 0,-4 5 1 16,-6 3-4-16,-5 6-1 0,2 1-3 15,4 0-3-15,3 4 0 0,5 7-2 16,-4-1-1-16,1 3-1 0,2-1-1 0,0-1 0 15,3-1-1-15,3-5 0 0,3-2 0 16,3-3-1-16,1 0 1 0,4-5-1 16,-2-3 0-16,1-6 3 0,-1-1 1 15,-3-2 2-15,-3 0 0 0,0 0 1 16,-3-1-2-16,-3 2 1 0,-1-1 1 0,-1-1-2 16,-3 0 1-16,2-1-5 0,-2 2 3 15,2-3-5-15,1 4 3 0,-1-1 1 16,-1 4-1-16,1 2 0 15,-4 3 1-15,-3 4 0 0,-6 2 3 0,4 2 3 16,-2 2 3-16,2 12 3 0,1 8 2 16,-6 10 1-16,-3 9-6 0,0 8 2 15,-2 5-6-15,-4 5-2 0,-4 2 3 16,3 3-5-16,-2-1 1 0,2-1-2 16,-1-5 1-16,2-1-3 0,0-3-5 0,0-3-6 15,-2-1-19-15,1-3-19 0,-1-5-44 16,0-5-92-16,4-12-102 0</inkml:trace>
  <inkml:trace contextRef="#ctx0" brushRef="#br0" timeOffset="2471.8306">20203 4467 570 0,'0'0'34'0,"0"0"4"0,130-58-5 16,-49 30-6-16,13-3-6 0,13-1-5 16,6 2-5-16,6 1-6 0,-5 3-5 15,-5 3-12-15,-7 5-10 0,-13 1-14 0,-10 1-15 16,-10 3-21-16,-10-1-53 0,-10 2-63 15,-8-3-61-15</inkml:trace>
  <inkml:trace contextRef="#ctx0" brushRef="#br0" timeOffset="2859.6609">22223 3450 564 0,'0'0'6'16,"0"0"2"-16,0 0 2 0,-74-86-1 15,26 70-3-15,-11 3 0 0,-12 1-3 16,-7 5 1-16,-6 1 1 0,-2 2 1 0,-2 2 1 16,8 2 1-16,8 0 2 15,11 5 1-15,13 6-3 0,12 8-3 16,14 9-3-16,9 13 2 0,11 15 1 15,3 14 6-15,15 17 0 0,6 12 0 0,7 13 1 16,5 15-3-16,1 7 0 0,1 6 0 16,-1 1 0-16,-4-3-3 0,-3-8 2 15,-4-9 0-15,-1-13-4 0,-3-13 2 16,-2-11 3-16,0-14-2 0,-4-11 4 16,2-10-4-16,0-10-2 0,-2-10-1 0,2-9-1 15,2-10-1-15,2-8 0 0,3-2-3 16,5-14-6-16,5-9-8 15,4-7-11-15,3-8-20 0,6-8-30 0,2-4-62 16,-2-6-150-16</inkml:trace>
  <inkml:trace contextRef="#ctx0" brushRef="#br0" timeOffset="3829.8447">22623 3148 242 0,'0'0'43'16,"-46"79"13"-16,26-35 3 0,1 0-2 0,9-2-16 15,6-1-7-15,4-2-8 0,10-5-3 16,6-5-4-16,5-5-3 0,4-6-7 16,1-5 0-16,1-9-4 0,2-4-3 15,-4-4-1-15,-2-12-1 0,-4-2 2 16,-8-6 0-16,-6-2 1 0,-5-3-2 0,-6 0-1 16,-10-4 0-16,-4 0-1 0,-3 1 0 15,0 0 3-15,4 0-2 16,4-2-4-16,8 1 0 0,7-3-6 15,12-2-2-15,13-5-4 0,10-3-1 0,9-5-3 16,2-3 0-16,6 0 8 0,-2 0 5 16,-2 7 5-16,-4 7 5 0,-8 7 7 15,-9 8 5-15,-9 8 10 0,-8 5 6 16,-6 5 2-16,-2 2-2 0,-1 0-8 16,0 2-6-16,-1 3-5 0,0 17-4 0,-2 15-2 15,-4 19 2-15,3 12-4 0,1 14-2 16,2 4-2-16,0 5 3 0,9 2 1 15,1-4-2-15,3-3 0 0,-1-3-5 16,0-3-6-16,2-5-3 0,-1-7-6 16,1-6-3-16,-1-10 1 0,2-9-2 15,-4-13-2-15,0-7 2 0,-5-11 7 16,0-7 8-16,2-10 12 0,-1-15 6 16,3-10 0-16,-4-8-2 0,-5-1 2 15,-1-5-4-15,-1-2-2 0,-8 1-3 0,-5-1-1 16,2-2-4-16,-4 1 0 0,2 0-3 15,-1-2-8-15,5 1 0 0,3 0-6 16,5-3-5-16,2 2-13 0,9 1-16 16,7 2-15-16,9 6 2 0,1 8 15 15,0 11 20-15,0 9 21 0,-3 8 10 0,-4 9 10 16,-2 5 17-16,-2 13 15 16,-4 11 10-16,-4 10 6 0,-2 10-7 15,-1 8-10-15,-1 5-7 0,0 5-6 16,4-3-7-16,-2 0-1 0,3-5-6 0,1-3-4 15,2-4-1-15,1-6-4 0,3-7-1 16,2-4-1-16,1-6-1 0,0-8-1 16,3-7 2-16,-1-6-4 0,1-8 2 15,-2 0 2-15,-5-11-1 0,-1-3 5 16,-6-6-1-16,-2-2 0 0,-4-1-1 0,-1-2-1 16,-4-2-2-16,-6-1 0 0,-5 1 0 15,2-3 0-15,-1 0-2 0,1-1 0 16,4-1-2-16,6-2-6 15,3 2 2-15,3-2-5 0,12 6 5 0,3 1 3 16,3 7 1-16,2 4 2 0,3 8 1 16,-2 6 2-16,1 2 0 0,-3 4 1 15,-1 6 1-15,-2 5 1 0,-3 2-1 16,0 0 0-16,-4 3-3 0,-1 0-2 16,-1 0-8-16,-1-2-9 0,-3-4-20 0,1-2-16 15,1 0-40-15,-3-3-40 0,-1-4-60 16</inkml:trace>
  <inkml:trace contextRef="#ctx0" brushRef="#br0" timeOffset="4022.4348">23777 2862 569 0,'0'0'34'0,"0"0"6"0,0 0-2 0,0 0-10 16,-44 95-9-16,42-60-6 0,2 6-3 15,0 1-5-15,2 0-6 0,10 0-2 16,1 1-12-16,3-3-4 0,0-4-13 16,1-4-15-16,-1-1-27 0,0-5-71 15,0-5-88-15</inkml:trace>
  <inkml:trace contextRef="#ctx0" brushRef="#br0" timeOffset="4372.9299">24009 3095 671 0,'0'0'24'0,"0"0"-4"16,0 0-9-16,0 0-7 0,0 0-10 15,0 0-10-15,0 0-13 0,0 0-18 16,0 0-33-16,0 0-67 0,44 49-75 16</inkml:trace>
  <inkml:trace contextRef="#ctx0" brushRef="#br0" timeOffset="4514.9536">24009 3095 437 0,'82'-11'23'0,"-82"7"-21"0,0 4-16 16,0-2-20-16,0 2-23 0,0-1-26 15,0-1-48-15</inkml:trace>
  <inkml:trace contextRef="#ctx0" brushRef="#br0" timeOffset="5039.5645">24017 3121 460 0,'0'0'65'0,"0"0"-16"15,0 0-14-15,3 79-16 0,3-57-7 16,-2-7-5-16,2-1-3 0,-3-3 1 15,-2 0-1-15,3 1 0 0,-3-8-4 16,1 2 0-16,-2-6-1 0,0 0-1 16,0 0 1-16,0 0-4 0,0 0 0 15,3 0 0-15,5-9 2 0,3-8 2 16,5-3 1-16,-1 2-1 0,3 1 2 16,1 3 0-16,-2 5-4 0,-2 1 5 0,-1 5-3 15,2 3 4-15,-1 0 7 0,5 5-3 16,-3 7 5-16,4-2-4 0,0 2 0 15,4-1-2-15,1-3 0 0,5-5-1 16,7-2-2-16,1-1 0 0,2-4-1 16,0-7-1-16,0-4-4 0,-2-4 3 15,-5-1-5-15,-6-1 7 0,-3 0-1 16,-6-1 1-16,-5-2 0 0,-4 2-1 16,-3-1 3-16,-4 6-1 0,-3-1 2 15,0 1 0-15,0 6 5 0,-8-1 1 0,-1 7-1 16,-3 5-1-16,-5 4-3 0,1 12 1 15,-2 8 1-15,6 3-3 0,3 4-4 16,5 1 0-16,4-4-5 0,0 1 2 16,10-4 1-16,3-3-13 0,7-3 0 15,3-2-15-15,2-7-17 0,7-3-22 0,-7-2-58 16,2-3-88-16,-8-2-61 16</inkml:trace>
  <inkml:trace contextRef="#ctx0" brushRef="#br0" timeOffset="5172.8772">24302 2630 660 0,'0'0'-46'0,"0"0"-115"0,0 0-126 16</inkml:trace>
  <inkml:trace contextRef="#ctx0" brushRef="#br0" timeOffset="5891.8617">22599 4973 557 0,'0'0'32'0,"0"0"-7"16,0 0-2-16,-93 15-9 0,79-8-5 16,8 3-6-16,6 5-5 15,2-1-1-15,15 6 0 0,6-4-2 16,3-3-2-16,5-4-2 0,-1-2-3 0,0-6-2 15,-2-1 0-15,-5 0 0 0,-8-3 6 16,-4-7 4-16,-5-2 3 0,-5 0 1 16,3-7 2-16,-4-1 1 0,0-1 0 15,0-7 3-15,0 6 1 0,2-1 1 16,2 9 4-16,2-1 0 0,2 5 2 0,-2 3-2 16,9 2-2-16,-2 5 1 0,2 5-4 15,2 7 0-15,1 8-1 16,-6 0-2-16,-1 4 0 0,-3-1-1 15,-3 1-1-15,-2-7-1 0,2 0-2 0,-2-7 0 16,0-2-1-16,2 1 0 0,-2-6 2 16,4-3 1-16,1-1 1 0,6-13 1 15,2-6-1-15,0-4 1 0,-2-2 0 16,2-3 0-16,0 0 0 0,2 4 2 16,2 1 1-16,4 2 1 0,-1 6-2 0,0 6-1 15,-6 4-3-15,-3 2-1 0,-1 4 0 16,0 0-1-16,3 0-1 0,1 5-2 15,2 0-3-15,1 2-5 0,0-4-8 16,2 2-11-16,6-3-16 0,2-2-25 16,2 0-38-16,4-3-25 0,-2-6-12 15,-3-6 12-15</inkml:trace>
  <inkml:trace contextRef="#ctx0" brushRef="#br0" timeOffset="6183.5666">23570 4695 9 0,'0'0'96'0,"0"0"18"0,9-114-2 15,-9 76-5-15,-3 2-21 0,-3 4-19 0,-1 8-19 16,0 8-8-16,3 7-11 0,4 6-10 15,0 3-9-15,-3 0-3 0,0 9-3 16,-2 10 0-16,2 12 3 0,3 8-7 16,0 1 3-16,4 6-6 0,6-1-4 15,5-1-4-15,4-1-9 0,3-4-6 0,3-3-9 16,5-5-4-16,0-6-3 16,2-9 1-16,-4-6 7 0,2-7 12 15,-4-3 13-15,-2-13 12 0,-4-6 12 16,-1-2 7-16,-2-4 5 0,-3 0 7 0,-4 3 5 15,-3 5-2-15,0 2 1 0,-4 5-6 16,-1 7-10-16,-1-2-5 0,-1 5-8 16,0-2-5-16,5 2-1 0,3 2-3 15,5 6-3-15,2 6-7 0,3 0-14 16,-1 1-19-16,-3-4-32 0,-1 2-74 0,1-1-140 16</inkml:trace>
  <inkml:trace contextRef="#ctx0" brushRef="#br0" timeOffset="6615.8471">24050 4496 188 0,'0'0'5'0,"0"0"3"0,0 0 2 0,0 0 3 15,0 0 4-15,90 32 9 0,-70-10 12 16,0 3 6-16,-6 0-1 0,0 2-1 15,-4-2-5-15,-4-1-3 0,1-5-8 16,-3-2-9-16,-2-5-8 0,1-2-5 16,0 1-4-16,-2-7 1 0,3 3 0 15,1-6 3-15,0 1-2 0,6-2 2 16,-6 0 1-16,6 0 2 0,9-2-2 16,-10 1 2-16,9-3 0 0,-1 0 2 15,0 2-1-15,6-2 0 0,-2 2-1 0,4-1-2 16,-3 0-1-16,2-1-1 0,1-2 0 15,1-1 0-15,1-3-2 0,1-1 2 16,-3 1-1-16,-3-1 3 0,-3 0-1 16,-6 4 4-16,-6 0 3 0,-5 2 3 15,-2 0 4-15,1 0-2 0,-2-3-2 16,0 4 0-16,-2 1-3 0,-1 0-3 16,-3 3-1-16,2 0-3 0,-3 0-2 15,-1 6-1-15,8 3 0 0,0 4-2 16,5 1 0-16,9 2-3 0,4-3-4 0,3 2-5 15,5-3-7-15,3-3-17 0,5-1-29 16,-1-3-93-16,0 1-138 0</inkml:trace>
  <inkml:trace contextRef="#ctx0" brushRef="#br0" timeOffset="73035.7315">15139 5254 309 0,'0'0'26'0,"0"0"-3"15,0 0-5-15,0 0-3 0,0 0 0 16,0 0 3-16,0 0 5 0,0 0 1 16,-34 80 0-16,14-12-6 0,-2 14-3 15,-2 5-8-15,-1 6 2 0,2 0 0 16,7-3-4-16,5-1 1 0,8-1-3 16,3-3-6-16,11-6 3 0,13-6 0 15,13-8 3-15,9-9-1 0,11-11 1 0,8-9 3 16,8-8-3-16,7-7 3 0,8-9-3 15,1-9 1-15,4-3 1 0,0-10-1 16,-3-4 7-16,-2-1-7 0,-3 1 3 16,-7 0-3-16,-6 3-4 0,-8 5-2 15,-8 5-10-15,-9 1-26 0,-4 7-51 16,-7 5-100-16,-4 7-79 0</inkml:trace>
  <inkml:trace contextRef="#ctx0" brushRef="#br0" timeOffset="73536.2299">16719 7028 507 0,'0'0'6'0,"6"111"1"15,2-53-1-15,-5 3 5 0,-3-1-2 16,0-3 1-16,0-4-1 0,0-3-4 15,0-4-2-15,0-8-4 0,0-13 0 16,0-9 2-16,2-11 1 0,-2-5 2 16,0-4 0-16,0-21 0 0,0-15-1 15,-3-17 2-15,0-13 0 0,0-11-2 16,3-10 1-16,0-14-2 0,1-8 0 16,9-5 2-16,5 6-2 0,5 9 0 15,3 14 5-15,3 13 0 0,3 16 3 0,1 13 2 16,-1 12-3-16,-2 13-4 0,-9 8-2 15,0 9-2-15,-6 5 0 0,2 7-1 16,-1 11 1-16,-4 6-2 0,-7 11 2 16,-2 6 1-16,-2 6-3 0,-10 8-3 15,-4 2-14-15,-2 7-18 0,0 4-27 16,-5-1-60-16,7-1-75 0</inkml:trace>
  <inkml:trace contextRef="#ctx0" brushRef="#br0" timeOffset="74339.3239">16926 6956 312 0,'0'0'48'16,"0"0"-2"-16,0 0-6 0,91-12-14 15,-71 20-8-15,-1 4-6 0,-2 3-7 16,-4 3 2-16,-2 0-4 0,-3 4-1 0,-2-2 1 16,-3-3-3-16,0-3 0 0,0-3 0 15,-2-4-2-15,1-1 1 0,-2-6-1 16,0 0 1-16,0 0 2 0,2 1 0 15,4-1 3-15,3 0-4 0,6-7 1 16,4-9 0-16,1-3-2 0,4-2 2 16,3-4-2-16,2 0 0 0,4-2 2 15,3 0-1-15,3-2 1 0,2 2-1 16,1-2 1-16,-3 4 0 0,-3 1 1 16,-4 3-2-16,-6 1 2 0,-6 3-1 0,-9 8 3 15,-4 1-1-15,-3 4 0 0,-4-1-1 16,-6-2 2-16,-7 1 3 0,-7 0 0 15,-2 6 0-15,-4 2 0 0,1 8-1 16,2 4-2-16,6 4-3 0,1 3-1 16,7 5-1-16,5 1-3 0,4 4 1 15,13-2-2-15,10-2-4 0,7-1-3 16,8-6-5-16,8-5-7 0,4-5-3 16,6-5 1-16,-1-5 1 0,5 0 3 15,0-9 3-15,-1-4 7 0,-4 1 5 0,-8-4 5 16,-4 0 4-16,-12 1 3 0,-9 1 1 15,-7 2 4-15,-11 0-1 0,-4 4-1 16,-13 3-3-16,-9 3 1 0,-8 2 1 16,-5 10-3-16,-4 7 3 0,2 4-4 15,3 3 0-15,7-3-4 0,7 0-2 0,8-6-1 16,9 0-1-16,3-4 1 0,19-5-3 16,8-3-1-16,14-5-1 15,11-11 0-15,0-10-1 0,3-3 6 16,-5-9 5-16,-7-1 7 0,-9-3 6 0,-6-4 3 15,-7-1 4-15,-6-2 2 0,-5 0-2 16,-4-1-1-16,-6 1 2 0,0 6 1 16,-8 6 0-16,-3 12-2 0,2 7-4 15,-5 9-6-15,-1 6-1 0,-2 6-3 16,-2 11-1-16,2 8 2 0,4 6-5 0,5 4 4 16,5 3-7-16,3 1-1 0,11-1 1 15,6-1-4-15,9-3 2 0,5-6 0 16,6-7-2-16,5-7 1 15,-1-7 0-15,0-7 1 0,-3-1 2 0,-5-11 1 16,-5-5 0-16,-4-1 2 0,-5 0 0 16,-7 6 1-16,-4 3 0 0,-6 6 3 15,-2 3-1-15,0-2-2 0,0 2 0 16,0-2-2-16,0 2-2 0,0 0 1 16,0 12-2-16,0 7-1 0,0 5 1 0,3 3-5 15,4 2-8-15,7 0-15 0,1 1-24 16,1-2-48-16,1 2-83 0,1-4-75 15</inkml:trace>
  <inkml:trace contextRef="#ctx0" brushRef="#br0" timeOffset="74458.1434">18750 6578 110 0,'0'0'-68'0</inkml:trace>
  <inkml:trace contextRef="#ctx0" brushRef="#br0" timeOffset="74915.9831">19051 6578 388 0,'0'0'64'0,"0"0"-11"16,0 0-15-16,-61 81-13 15,46-58-11-15,3 3-5 0,6-1-5 16,4 1-3-16,2-1-2 0,8-5 0 0,7-3-2 15,4-6 0-15,7-5-2 0,0-6-1 16,3 0-6-16,-2-12-1 0,0-5-2 16,-5-4 3-16,-1-3 4 0,-2-5 3 15,-4-2 5-15,-1-3 0 0,-4 2 3 16,-3-2-1-16,-2 3-2 0,-1 7 5 0,-3 4-2 16,-1 6 7-16,0 9-1 0,0-2 0 15,0 7-3-15,-5 9 2 0,-3 8 4 16,-3 13-3-16,-1 6-1 0,3 5-5 15,1 2-5-15,0 6 2 0,2 0-1 16,0 0 0-16,0-1 0 0,0-2-2 16,5-3-2-16,-1-9-2 0,1-8-1 15,1-7-2-15,0-8 4 0,0-7 3 16,1-2 4-16,6-4 2 0,4-13 2 16,4-9-1-16,1-6 1 0,2-6 0 0,2-4 1 15,-1 3 1-15,1 3 3 0,0 5-1 16,1 6 0-16,0 6-2 0,1 6 1 15,0 3-1-15,0 7-1 0,-1 1 0 16,-4 1-2-16,1 10-1 0,-5 2 0 16,-2 6-3-16,-2 3-2 0,-3 3-2 15,-2 2-8-15,-3 0-12 0,1 0-22 16,1-1-42-16,-3-8-77 0,2 2-95 16</inkml:trace>
  <inkml:trace contextRef="#ctx0" brushRef="#br0" timeOffset="75331.7554">19868 6603 345 0,'0'0'51'16,"0"0"-13"-16,0 0-10 0,0 0-11 16,0 0-5-16,0 0-2 0,-93 40-5 15,75-13-5-15,8 5 0 0,3-2-6 16,7 0 1-16,0-3-1 0,5-2-1 0,5-5-6 15,3-4-6-15,0-5-2 0,1-9-2 16,1-2 8-16,1-10 7 0,1-7 5 16,0-4 6-16,-3-5 3 0,0 1 1 15,-4-2 4-15,0-1 1 0,0 3 7 16,-4 8 1-16,0 2 3 0,-3 5 2 0,-2 6-5 16,1-1-7-16,-2 5-6 0,0 0-2 15,2 0-3-15,7 0 1 0,0 9 0 16,1 2 0-16,3 1-1 15,-1-2 1-15,3 2-1 0,3-3 1 0,3-2-1 16,5-6 2-16,2-1 3 0,2 0 2 16,-1-5 4-16,-4-3 2 0,0-1 2 15,-7 2-1-15,-8 2 0 0,-1 2-3 16,-4 3-2-16,0 0-3 0,1 0-2 16,-2 0-3-16,4 0-1 0,3 8-3 0,4 4-7 15,0 3-10-15,0-2-33 0,5 2-108 16,-1-3-132-16</inkml:trace>
  <inkml:trace contextRef="#ctx0" brushRef="#br0" timeOffset="77777.8601">20753 6818 345 0,'0'0'15'0,"0"0"9"0,111-30 8 15,-46 14 3-15,17-3 0 0,15-2-2 16,16-5-4-16,13-1-5 0,11 2-4 15,8 1-3-15,4 0-4 0,-1 1-1 16,-6 3-6-16,-6 2-7 0,-16 5 0 16,-17 1-12-16,-19 2-5 0,-18 3-17 15,-17 4-32-15,-18 1-46 0,-15 2-78 16</inkml:trace>
  <inkml:trace contextRef="#ctx0" brushRef="#br0" timeOffset="78235.9103">20832 6757 207 0,'0'0'51'0,"0"0"11"0,0 0 2 16,0 0-7-16,-30 104-14 0,25-51-9 16,-1 4-10-16,2 9-3 0,0 3-3 15,0 2-5-15,-1 1-3 16,1 4-3-16,2-1-3 0,2 3 0 0,0-2-2 15,9 1 1-15,3-2 1 0,6-3-3 16,7-1 4-16,4-1-5 0,6 0-1 16,5-3 1-16,8-4-1 0,7-4 3 15,7-6-3-15,9-12 3 0,10-9-1 16,6-9 1-16,12-10 1 0,5-4 1 0,6-6 0 16,2-1 1-16,5-2 1 15,-5 0-2-15,-2 0 0 0,-7-3-2 16,-10-1 0-16,-8-1-2 0,-12 2-3 0,-9-1-11 15,-10 1-17-15,-7 0-32 0,-9-1-91 16,-6 1-120-16</inkml:trace>
  <inkml:trace contextRef="#ctx0" brushRef="#br0" timeOffset="79249.4105">22992 6329 348 0,'0'0'50'0,"-20"87"-12"15,13-42-12-15,-1 2-5 0,4-1-6 16,0-2-4-16,1-4-2 0,1-4-2 16,0-4-2-16,0-3-3 0,-1-11-1 15,2-6-1-15,-1 0 0 0,1-9 2 16,-2 2 0-16,3 1 2 0,0-6 1 0,0 0 0 16,0 0-2-16,0-14-1 0,0-6 0 15,0-13 1-15,0-2-2 16,3-4 1-16,1-5-2 0,3-4-3 15,2-7 1-15,1-2-2 0,2 0 1 0,2 2 3 16,1 3-2-16,3 4 3 0,0 7 1 16,6 5 2-16,-1 7 0 0,-1 7 2 15,-3 5-2-15,-6 9-2 0,-4 1-2 16,-5 6-1-16,-4 1-1 0,0 0 0 16,4 0 1-16,-2 0-1 0,6 8 5 0,-5 8-2 15,-3 3 1-15,0 10-2 0,-11 4 0 16,4-1 0-16,-5 1 0 0,1 2-1 15,5-2 1-15,1-1-2 0,2 2 2 16,3-4-1-16,0 2-1 0,5-3 6 16,1 1-4-16,3-1 5 0,-1-2-4 15,1 0-1-15,-2-2 0 0,0-3-1 16,-3-5 2-16,-2 1-1 0,-2 1 1 16,0-2 0-16,-8 5-3 0,-3-3-3 15,-4-5-7-15,-3-3-9 0,-4-4-9 0,0-5-8 16,-1-2-8-16,-1-2-4 0,10-1-3 15,2-7 4-15,6 3 5 0,6-5 7 16,0-8 12-16,12-1 7 0,12-6 7 16,6 2 7-16,5-1 4 0,4-2 1 15,2 1 3-15,2-2 7 0,2 0 9 0,-1 1 17 16,1 1 16-16,-6 2 4 0,-7 7 2 16,-9 4-3-16,-11 7-6 15,-5 5-8-15,-7 2-11 0,0 0-14 16,-11 2-9-16,-8 8-4 0,-9 7 3 0,-2 3-2 15,-1 3-1-15,3-1 2 0,6 0-6 16,3 2 3-16,9-9-7 0,7 2-2 16,3-5-1-16,5-3-2 0,10 1-3 15,7-5-3-15,6-5 0 0,3 0 1 16,0-6 7-16,-1-2 6 0,-5 1 3 0,-8 1 2 16,-5 3-1-16,-8 1 0 0,-4 2-2 15,0 0 0-15,0 0 1 16,3 0 1-16,0 3 0 0,2 6-4 15,0 1-5-15,1-2-8 0,2 3-18 0,0-5-33 16,7 0-32-16,4-6-39 0,2-1-17 16</inkml:trace>
  <inkml:trace contextRef="#ctx0" brushRef="#br0" timeOffset="79791.3624">23787 6307 419 0,'0'0'76'0,"0"0"-18"15,0 0-17-15,0 0-19 0,0 0-10 16,0 0-5-16,0 0-2 0,0 0 1 15,0 0 1-15,0 0-5 16,17 55 0-16,-17-18-3 0,0 0 1 0,0 1 4 16,0 0-7-16,-3-1 2 0,-1-3-6 15,0-4-3-15,1-7-5 0,2-5 0 16,-1-5 0-16,1-10 2 0,1 4 7 16,0-7 4-16,0 0 2 0,0 0 0 15,3-10 0-15,7-4 1 0,3-9-2 0,0-3 1 16,3 0-5-16,1-3-7 0,6 0 2 15,3-3 0-15,3 4 4 0,4 2 5 16,1 3 2-16,-1 6 1 0,-5 2 1 16,-6 6-2-16,-10 4-1 0,-5 3 0 15,-4 2 0-15,0 0 2 0,0 7 2 16,-3 10 0-16,0 3 1 0,-5 4-5 16,-3 1 0-16,1-10 1 0,5 5-5 15,2-3 2-15,2-1-4 0,9 1-5 16,5-7-3-16,4-8-3 0,6-2-4 0,-1-7 2 15,4-7 4-15,-2-6 6 0,-1-6 8 16,-1-1 4-16,-4-5 6 0,-1-1 3 16,-5-3 4-16,-3 2 8 0,-4-1 2 15,-2 4 4-15,-3 10-1 0,-3 2-3 16,0 11-5-16,0 3-8 0,-4 3-5 0,-5 2-3 16,-1 13-2-16,-2 6 0 0,3 6 0 15,4 2-3-15,4 2 1 0,1 0-1 16,7-2 0-16,10 0 0 15,6-5 1-15,5-4 0 0,1-1 1 0,0-5-1 16,0-4 0-16,-2-1 0 0,-4 0 0 16,-6-2 2-16,-5 0-3 0,-3-2 2 15,-1 2-9-15,3 2-16 0,-1 2-22 16,0-1-63-16,1 4-99 0,-2-5-64 16</inkml:trace>
  <inkml:trace contextRef="#ctx0" brushRef="#br0" timeOffset="81880.2797">23030 8426 390 0,'0'0'18'0,"0"0"3"16,-11 110 3-16,-1-76-1 15,0-3-6-15,2-7-1 0,1-8-8 16,5-7 0-16,2-4 0 0,2-5 7 0,0 0 2 15,-3 0-1-15,1-8 0 0,-3-9-4 16,2-10 1-16,3-7 0 0,0-9-4 16,8-6 1-16,3-6-4 0,5-2 0 15,2-4 1-15,2 2-3 0,3 3 1 16,3 6-2-16,0 10 1 0,-1 9-3 0,-1 10 0 16,-5 6-1-16,-3 10-2 0,-1 5-1 15,-1 0 0-15,1 8 2 16,-4 8 0-16,-5 5 1 0,-5 6-1 15,-1 5 0-15,-4 5-4 0,-7 2-3 0,-4 1-4 16,-3-1-1-16,-2-3-1 0,1-4 3 16,0-5 3-16,1-6 3 0,6-8 5 15,0-4 3-15,5-2-1 0,3-5 0 16,1 1-1-16,3-3 0 0,-2 0 1 16,2 6 5-16,0 5 3 0,3 4 1 0,6 5 4 15,5 0-4-15,3-2 2 0,3 1-6 16,1-3-2-16,5-1-2 0,2-1-2 15,2-3-1-15,2-2-4 0,3-1-6 16,4-6-15-16,1 1-18 0,3-3-44 16,1-1-60-16,-1-8-112 0</inkml:trace>
  <inkml:trace contextRef="#ctx0" brushRef="#br0" timeOffset="82040.097">23834 8231 596 0,'0'0'51'15,"0"0"-19"-15,0 0-15 0,0 0-7 16,0 0-1-16,0 0-3 0,0 0 1 16,0 0-5-16,5 109-2 0,1-71-4 15,-2 3-8-15,0-2-8 0,0 2-18 0,-4-2-24 16,0 0-67-16,0-1-95 16</inkml:trace>
  <inkml:trace contextRef="#ctx0" brushRef="#br0" timeOffset="82224.6998">23433 8277 633 0,'0'0'40'16,"7"-114"-9"-16,17 59-1 0,13 4-10 0,9 4-3 16,11 3-7-16,6 5-8 0,3 2 0 15,4 7-8-15,-4 3-4 0,-2 8-11 16,-5 5-24-16,-7 9-41 15,-4 5-100-15,-9 0-107 0</inkml:trace>
  <inkml:trace contextRef="#ctx0" brushRef="#br0" timeOffset="83532.0437">23855 7939 105 0,'0'0'40'0,"0"0"5"0,0 0 2 15,0 0-2-15,0 0-1 0,0 0-2 16,0 0-4-16,0 0-4 0,3-11-6 16,-3 10-8-16,0-1-5 0,0 0-5 15,0 1-3-15,0 1 1 0,0-2-1 0,0 2 0 16,0 0 3-16,0 2-1 0,0 11 1 15,-3 6-2-15,0 9 0 0,0 0-1 16,0 4-4-16,1 1-2 0,0 3 0 16,2 1-2-16,0 1-3 0,0 0-13 15,0-2-18-15,0-1-58 0,2-3-79 0,-2-2-80 16</inkml:trace>
  <inkml:trace contextRef="#ctx0" brushRef="#br0" timeOffset="274171.1028">5828 7442 228 0,'0'0'65'0,"0"0"-7"0,0 0-12 16,0 0-16-16,0 0-11 0,0 0-9 0,0 0-4 15,0 0 1-15,0 0 0 0,0 0 0 16,-92 41 1-16,74 6-1 0,1 12 1 15,-1 9-1-15,0 11-1 0,-5 12 4 16,8 7-4-16,-5 9 0 0,1 4 0 16,-3 4-3-16,1 1 2 0,-1-4-1 0,3-2-1 15,0-7 0-15,6-5 0 0,7-12-3 16,6-8 1-16,5-15 0 0,17-12 5 16,12-10 3-16,18-13 2 0,15-12-1 15,23-8-1-15,16-8-4 0,14-8-2 16,12-8 1-16,7-5 0 0,-2-3 4 15,-1 3 2-15,-6 1 4 0,-9 2-2 16,-8 2 1-16,-13 2-3 0,-13 5-2 16,-16 1-2-16,-13 3-5 0,-15 2 0 15,-17-1-3-15,-10 4-4 0,-7 0-4 0,-6 0-12 16,-3 9-29-16,-2 11-79 0,-13 3-148 16</inkml:trace>
  <inkml:trace contextRef="#ctx0" brushRef="#br0" timeOffset="275049.1902">7740 8703 340 0,'0'0'33'16,"-1"116"4"-16,-6-54-5 0,-4-1-3 15,-1-2-5-15,2-6-6 0,-2-3-3 16,1-2-5-16,-1-8-4 0,3-3-3 15,2-13 0-15,4-11 0 0,2-6 5 16,1-7 3-16,-4 0 0 0,4-16 0 16,0-11-6-16,-2-15 4 0,2-13-3 15,0-10 2-15,0-10 2 0,0-10-6 16,0-4 1-16,0-4-4 0,0 0-1 0,0 7 0 16,0 12-1-16,2 16 4 0,2 21 2 15,-3 17-2-15,4 14-1 0,5 8 1 16,0 17 0-16,10 10 2 0,-4 10-2 15,3 8 0-15,-5 5-1 0,4-1-2 16,-5 1 1-16,5-3-1 0,0-5-2 0,1-8-1 16,1-7-5-16,3-11-1 0,0-9 0 15,5-9 1-15,1-11 2 16,-2-12 5-16,5-11 2 0,-3-9 1 16,-3-4 1-16,-3-5 0 0,-6-5-2 0,-4 2 4 15,-6 2-2-15,-2 10 6 0,-4 11 6 16,1 15-1-16,-2 12-2 0,0 5-4 15,0-2-3-15,0 6-1 0,0 21 1 16,-2 14 3-16,-1 15 0 0,0 5-5 16,2 5 0-16,-2 2-3 0,3 1-4 0,3 0-4 15,4 1-17-15,6-3-18 0,3-4-46 16,6-3-92-16,2-10-95 0</inkml:trace>
  <inkml:trace contextRef="#ctx0" brushRef="#br0" timeOffset="275279.177">8478 9043 422 0,'0'0'36'0,"0"0"-12"0,0 0-9 0,-11 95-6 16,20-76-1-16,5-2-5 0,3-3 8 16,3-5-3-16,6-5 2 0,0-4 3 15,3-1-2-15,-3-8 4 16,-3-3-3-16,-8 1 5 0,-5 0-2 0,-7 2 0 15,-3-3-6-15,0-6-2 0,0-1-3 16,-13-6-3-16,-2 2-2 0,-2 0-5 16,1 2-6-16,-1-1-12 0,1-2-16 15,7 10-28-15,1-6-47 0,7 1-44 16,1 1-65-16</inkml:trace>
  <inkml:trace contextRef="#ctx0" brushRef="#br0" timeOffset="275900.1051">8877 9097 303 0,'0'0'46'0,"0"0"-16"16,0 0-18-16,0 0-11 0,-16 80 3 0,36-78-4 16,4-2 1-16,6-15-4 0,5-9 3 15,-2-5-2-15,0-4 7 0,-4-5 9 16,-6-4 8-16,-4-5 10 0,-5-1 4 15,-5 1 1-15,-4-2-4 0,-4 3-4 16,-1 5-4-16,-1 5-2 0,-5 5-2 16,0 11 0-16,-3 5-2 0,5 8-6 0,-3 7-4 15,-5 0-5-15,5 17 1 16,-6 10-1-16,4 8 2 0,3 6-3 0,6 5-1 16,0 1-3-16,9 0 0 15,7-3-3-15,3-5 0 0,5-4-3 0,5-8 0 16,3-7-3-16,3-8-1 0,1-7-1 15,5-5 0-15,-1-6 0 0,-1-8 2 16,-2-3 3-16,-6-3 3 0,-9 0 5 16,-4 0 1-16,-6-4 2 0,-4 10-1 15,-6-6-1-15,-2 1 0 0,0 3 2 0,-6-1 0 16,-2 7 1-16,2 3-1 0,-3 7-1 16,-5 2 0-16,-1 13-2 0,1 8 1 15,2 4-2-15,5 2 0 0,7 2-5 16,0-4-3-16,12-2-7 0,6-5-8 15,6-3-6-15,4-8-4 0,2-5-1 0,3-4 0 16,1-2 0-16,0-11 4 16,0-5 11-16,-2-4 5 0,-3-5 13 15,-3-5 4-15,-4-6 9 0,-1-4-1 16,-2-1 7-16,-3-5 3 0,1 1 3 0,-5-1 1 16,-3 2 2-16,-5 4 3 0,-4 5 0 15,0 8 5-15,-4 11-5 0,-1 8-7 16,-6 10-4-16,-1 3-4 0,-8 16 1 15,-5 11-2-15,5 12 1 0,4 6-5 16,7 7-6-16,4 3-2 0,5 0-4 0,1-1-4 16,11-3-13-16,1 2-16 15,2-8-50-15,3 0-158 0,0-6-59 16</inkml:trace>
  <inkml:trace contextRef="#ctx0" brushRef="#br0" timeOffset="276579.2207">10574 8801 571 0,'0'0'31'0,"0"0"-8"16,-113 41-4-16,76-17-3 0,2 3-6 16,5 2-6-16,5-2-3 0,10 0-3 15,9-2-3-15,6-4-3 0,7-4 0 16,12-5-2-16,5-3 1 0,7-6 0 0,-1-3 1 16,-1 0 4-16,-3-7 1 0,-4-4 4 15,-2-1 2-15,-3-2 1 0,1 2 3 16,-7 3 0-16,-1 1-1 0,-2 3 0 15,-7 1 1-15,12 1 0 0,-7 3 2 16,5 0-3-16,8 0-1 0,-1 0-2 0,5 5-1 16,0-2-1-16,0-1-2 0,-1-2 0 15,4 0-1-15,0-2-1 16,1-8-1-16,0-2 1 0,1-3-1 16,-3-4 3-16,-2-1 1 0,-6-1 2 0,2 3 0 15,-11 3 2-15,-2 5 2 0,-1 3 4 16,-4 2 2-16,0 0 0 0,1 2-4 15,-2 3-2-15,3 0 0 0,2 10 1 16,4 8 2-16,2 7-2 0,-2 4-1 16,0 3-2-16,-3 1 0 0,-3-3-1 0,-3 0 1 15,0-1-1-15,-4-4 0 0,-5-1-2 16,-5-4 0-16,3-3-3 0,-3-1-3 16,4-8-4-16,4-3-12 0,3-2-11 15,3-3-25-15,0 0-47 0,0 0-64 16,0-1-107-16</inkml:trace>
  <inkml:trace contextRef="#ctx0" brushRef="#br0" timeOffset="276834.8786">11589 8772 587 0,'0'0'54'16,"0"0"-13"-16,0 0-12 0,0 0-12 15,0 0-7-15,0 0 0 0,0 0-2 16,-89-31 1-16,58 43-5 0,8 3-3 15,4-5-4-15,9-3-2 0,10 2-3 16,0-4 0-16,8 3 0 0,10 1 2 0,4-6 2 16,5-1 2-16,-2-2 2 15,-1 0 0-15,-7 1 1 0,0 1 0 16,-3 3 1-16,-4-2 2 0,3 7 0 0,-4-1 2 16,1 1-3-16,2 5 0 0,0 0-5 15,3 0-8-15,5-1-20 0,5 1-33 16,6-1-81-16,6-4-149 0</inkml:trace>
  <inkml:trace contextRef="#ctx0" brushRef="#br0" timeOffset="277839.7354">12670 8243 394 0,'0'0'43'0,"0"0"0"0,-82-54-4 0,52 47-6 16,3 7-8-16,2 3-5 0,6 15-4 16,5 10-1-16,6 6-3 0,6 10-2 15,2 4-4-15,1 6 2 0,4 2 0 16,4 0-2-16,-6 0 2 0,-1-2-4 15,-2-5-1-15,-3-4-1 0,-8-7 0 0,1-4-1 16,0-9-1-16,2-9-1 16,2-8-2-16,5-4-5 0,-5-4-6 15,-3-3-5-15,-2-7 1 0,0-1 3 16,8-4 7-16,3 1 4 0,3 0 2 0,8-6 0 16,6 8 4-16,0-2 0 0,5-1 0 15,1 3 1-15,6-3 1 0,3 0-3 16,1-3 1-16,5 0-1 0,3 0 3 15,1-4 0-15,1 2 3 0,-2-1 0 16,-7 1-4-16,-7 3 6 0,-11 4 1 0,-9 6 2 16,-1 3 1-16,-6 1-4 0,-14 3-4 15,-8 0 1-15,-10 0 2 16,-3 13-5-16,1 4 5 0,2 0-6 16,7 5-2-16,9-2 0 0,6-4-4 0,9-2 0 15,1 1 0-15,13-3-1 0,4 4 1 16,8-6-1-16,2-5 2 0,4-2 0 15,1-3 1-15,2 0 1 0,-2-2 2 16,-2-2 0-16,-1 1 2 0,-1-1 1 16,-2 4 3-16,0 0-2 0,-3 0 2 0,-10 2 0 15,3 6 1-15,-6 1 0 0,-4-3 0 16,1 4 0-16,-2-2-3 0,-3-4 0 16,-1 1-3-16,-1-5 1 15,0 0-3-15,0 0 1 0,2 2-1 0,-2 0 0 16,1-2 2-16,7 0-1 0,3-2 0 15,7-9-2-15,3-5 1 0,-2 2-1 16,1-2 1-16,0 1 1 0,-1 2-1 16,2 1 1-16,-7 5 1 0,2 0-1 15,-4 6 3-15,0 1 2 0,6 0 0 0,-1 3 3 16,5 6-3-16,-5 1 0 0,-1 4-3 16,-1 0-2-16,-3 1-1 0,0-3 0 15,-5-2-1-15,5 0 1 0,-2-3-1 16,-1-2-1-16,7 0 1 0,-8-5 1 15,6 0 0-15,4 0 3 0,1-4-2 16,0-5-1-16,1-2 2 0,0 1-1 16,-5-1 1-16,-4 4-1 0,4 0 0 15,-7 3-1-15,-3 1 2 0,6 0-1 16,-5 3-1-16,-2 0-1 0,7 0-3 0,-6 0-2 16,4 3-5-16,1 2-6 0,-2 2-8 15,1 1-8-15,-1 1-15 0,-2-1-16 16,-2-3-41-16,-1 6-62 0,-1-7-101 15</inkml:trace>
  <inkml:trace contextRef="#ctx0" brushRef="#br0" timeOffset="278175.7185">13959 8535 484 0,'0'0'61'15,"0"0"-18"-15,0 0-14 0,0 0-5 16,0 0-4-16,0 0-3 0,0 0-6 16,0 0-6-16,0 0-2 0,-24 91-2 0,24-76-1 15,3-3 0-15,8 2 0 0,3-6 0 16,4-4-2-16,3-2-1 0,1-2 1 16,3-3-1-16,-2-5 4 0,0-1 0 15,-7 3 2-15,-2-2 0 0,-5 2 2 16,-6 3 5-16,1 2 1 0,-4 1 1 15,0-2 0-15,0 2 1 0,0 0-4 16,0 0-1-16,-6 0-3 0,2 0-2 16,-1 0-1-16,5 2-1 0,8 6 1 15,10-1-4-15,8 1-2 0,5-4-8 0,2-3-8 16,3-1-20-16,2 2-35 0,0-2-112 16,-4 3-107-16</inkml:trace>
  <inkml:trace contextRef="#ctx0" brushRef="#br0" timeOffset="278843.17">5572 9241 459 0,'0'0'21'0,"0"0"12"0,-17 86 4 0,8-23-6 16,-3 11-4-16,-2 14-3 0,-2 9-6 16,3 8 1-16,3 2-3 0,7 6-6 15,3-2-1-15,20-3-2 0,9-7-4 16,16-11 6-16,17-10 5 0,16-18-3 15,15-8 2-15,14-11-4 0,14-15-5 16,11-10 0-16,14-12 0 0,7-6-1 16,6-9 4-16,2-7-1 0,-4-4 0 15,-2 0 0-15,-9 2 0 0,-10 1 0 16,-16 0-5-16,-15 4 3 0,-21 1-5 0,-16 4 2 16,-19 2-1-16,-21 3 0 0,-11 1-4 15,-11 2-7-15,-6 0-11 0,0 0-15 16,0 0-21-16,0 14-65 0,-6 6-164 15,-6 7 2-15</inkml:trace>
  <inkml:trace contextRef="#ctx0" brushRef="#br0" timeOffset="281594.9178">8261 10626 498 0,'0'0'5'15,"-7"154"7"-15,4-78 5 0,0-4 6 16,-1-6-3-16,-1-11-4 0,1-8-8 0,0-11-1 16,1-12-1-16,-1-9-1 0,4-10 5 15,0-5-4-15,-5-3-4 0,-2-15 1 16,-2-15-4-16,-2-17 5 0,5-13 5 15,2-7-2-15,2-7 4 0,1-5-4 16,1-5-3-16,0 1 1 0,0 4-3 0,0 9 5 16,0 12 2-16,0 16 1 15,0 18-1-15,0 11-3 0,0 12-5 16,0 4-1-16,1 0-1 0,4 9 1 16,2 9 1-16,3 8 0 0,0 3-2 0,3-2 1 15,3 0-2-15,0-2-3 0,6-7-3 16,-1-3-3-16,4-7 3 0,1-7 2 15,-1-1 4-15,-1-12 2 0,-1-7 2 16,-2-5-1-16,-4-5 3 0,-4 0 1 16,-3 2 3-16,-4 8 2 0,-3 8 3 0,-3 7-2 15,0 4-4-15,0 0-3 0,0 0-2 16,0 15 0-16,0 9 0 16,0 12 0-16,4 3-2 0,3 1-4 0,6 2-1 15,4-2-12-15,5-2-11 0,7-2-20 16,4-5-24-16,8-5-45 0,-2-6-44 15,4-5-55-15</inkml:trace>
  <inkml:trace contextRef="#ctx0" brushRef="#br0" timeOffset="281840.0838">9007 10658 299 0,'0'0'46'0,"0"0"-13"0,0 0-13 15,-13 81-10-15,17-60-3 0,8-3 1 16,7 0 0-16,1-7 1 0,3 0 2 15,5-7 4-15,2-4 2 0,-1 0 6 16,3-5 1-16,-5-7 1 0,-2 0-2 16,-7-1 1-16,-6 1 1 0,-6-4-5 15,-6 0-4-15,0-2-6 0,-7-7-5 16,-9 6-3-16,-3 0-3 0,0 0-2 0,-3 2-4 16,8 7-6-16,1-2-8 0,3 5-12 15,6 4-21-15,1 1-29 0,3-3-17 16,3 0-49-16,8-2 24 0,8 0 34 15</inkml:trace>
  <inkml:trace contextRef="#ctx0" brushRef="#br0" timeOffset="282131.2139">9435 10553 402 0,'0'0'65'16,"0"0"-8"-16,0 0-17 0,-13 78-8 16,0-49-8-16,0 0-4 0,1-1-9 0,4-3-2 15,5 0-4-15,3-4-4 0,3-4-2 16,14-5-3-16,3-7-4 0,4-1-3 15,8-4-4-15,2-7-1 0,1-7 1 16,-1-5 2-16,0-6 8 0,-4-1 2 16,-3-4 5-16,-5-1 3 0,-7-3 7 0,-8 0 4 15,-1-2 1-15,-6 2 6 16,0 2-2-16,-7 3 1 0,-2 3 0 0,3 7-1 16,0 11-2-16,4 4-5 0,2 4-4 15,-5 0-3-15,-2 9-3 0,-2 8-1 16,-2 14 3-16,5 4-5 0,3 4 0 15,3 2-10-15,0 2-14 0,13-4-8 16,3-1-19-16,5-4-16 0,1-5-33 16,2-5-42-16,1-6-49 0</inkml:trace>
  <inkml:trace contextRef="#ctx0" brushRef="#br0" timeOffset="282339.2358">10122 10698 363 0,'0'0'60'15,"0"0"-11"-15,0 0-12 0,77-94-7 16,-66 70-2-16,-2 9-5 0,-9 3 3 16,0-1-7-16,-9 9-4 0,-8-1 4 15,-5 5-6-15,-3 11 0 0,1 5-5 16,-1 4-5-16,5 1-1 0,7 3-5 0,9-4 0 16,4 2-5-16,4-5-7 0,16-2-9 15,2-5-7-15,7-4-14 0,3-4-19 16,4-2-44-16,0-3-32 0,0-8-23 15</inkml:trace>
  <inkml:trace contextRef="#ctx0" brushRef="#br0" timeOffset="282493.3927">10470 10524 84 0,'0'0'121'0,"35"-89"-6"0,-25 43-10 15,2 4-8-15,-4 6-22 0,-5 10-8 16,-3 11-15-16,3 10-12 16,-3 5-12-16,0-2-8 0,0 4-4 0,-6 14-4 15,-5 11 0-15,-1 14-2 0,1 4-6 16,8 5 0-16,3-2-3 0,3-1-12 15,11-1-9-15,6-5-22 0,1-1-42 16,3-1-89-16,-2-5-135 0</inkml:trace>
  <inkml:trace contextRef="#ctx0" brushRef="#br0" timeOffset="283154.8703">11808 10357 558 0,'0'0'32'0,"0"0"0"15,0 0-5-15,0 0-7 0,-106-19-7 16,70 33-4-16,0 6-6 0,-3 4-1 0,3 2-2 16,6-1-3-16,9 2-2 0,8-5-7 15,10 1-11-15,3-6 2 0,13-2-3 16,9-6 7-16,5-8 7 0,4-1 6 15,0-3 3-15,0-7 4 0,-1-2 3 16,-4 2 4-16,-9 2 6 0,-5 3-2 0,-6 3 2 16,-2 2-3-16,4 0 1 0,1 7-1 15,2 4-5-15,-4 6 0 16,4 2-7-16,-2 1-2 0,4-1-5 16,3 0-6-16,7-4-6 0,6-3-6 0,3-4-2 15,3-3 0-15,5-3 0 0,2-2 5 16,1-7 6-16,-2-5 8 0,4-3 6 15,-9-2 9-15,0-5 7 0,-3-2 3 16,-4-2 3-16,-7 0-1 0,-2 0 1 16,-7 0-3-16,-6 9 1 0,-4-3-2 0,-3 3-4 15,0 6-1-15,-7-3-3 0,1 6-1 16,2 5-2-16,-4 3-4 0,3 3-1 16,1 9 0-16,1 9 1 0,3 1 0 15,4 5 0-15,9 1 1 0,-1 3-3 16,2 0 3-16,-4 0-5 0,-1-1 1 15,-5-2 1-15,-4-3-1 0,0-2 2 16,-13-5-3-16,-3-2-3 0,-4-4-3 16,-5-2-6-16,1-5-8 0,-1-5-12 15,9 0-20-15,5 0-51 0,5-3-76 0,6-9-78 16</inkml:trace>
  <inkml:trace contextRef="#ctx0" brushRef="#br0" timeOffset="283431.2621">13130 10346 594 0,'0'0'41'0,"0"0"-9"16,0 0-6-16,-95-3-4 0,60 15-7 0,3 2-6 16,2 1-4-16,8-3-3 0,6-2-4 15,9-3-2-15,7-2-1 0,3 2-2 16,12 0 1-16,11 0 1 0,2-4 1 15,4-3 1-15,2 0 2 0,-4 0 2 16,-1 0 3-16,-6 0 3 0,-6 0 2 0,-1 2 1 16,-4 5 4-16,0 2 0 0,3 2-2 15,-1-1 1-15,3 1-8 16,-1-1-5-16,7 2-14 0,6-1-24 16,3 0-48-16,4-2-125 0,4-1-96 0</inkml:trace>
  <inkml:trace contextRef="#ctx0" brushRef="#br0" timeOffset="284291.8969">14443 10035 603 0,'0'0'8'0,"0"0"0"0,-92 27 1 16,67-3 1-16,3 4-3 0,4 2-1 15,6 2-4-15,4-1-2 0,8-2-3 16,4-2 0-16,10-8-1 0,8-5-2 15,5-8 2-15,7-6-4 0,5-8 3 0,1-11 1 16,0-7 2-16,-3-6 3 16,-4-7 4-16,-4-1 3 0,-6-6 5 15,-4-3 0-15,0-3 3 0,-6-3-2 16,-4 0-2-16,-4 6 6 0,-4 4-2 0,-1 11 3 16,0 12 0-16,-1 10-6 0,1 7-5 15,-6 5-4-15,-5 7-3 0,-4 12 3 16,-2 12-1-16,5 9 1 0,6 6 0 15,6 4-3-15,6 0 1 0,16-1-3 16,6-3-2-16,12-7-1 0,5-7-4 0,5-6 1 16,5-11-4-16,0-9 0 0,-1-6 0 15,-2-2 0-15,-6-11 4 16,-6-3 2-16,-8-4 3 0,-9-2 1 16,-8-3-1-16,-9 1 3 0,-6 0 0 0,-2 2 1 15,-11 2 3-15,-8 7-1 0,-2 4 2 16,-6 8 0-16,1 1 0 0,2 3-3 15,2 9-3-15,8 1-1 0,7 6-1 16,9-1-4-16,4 1-3 0,17-2-9 16,12 0-17-16,7-5-10 0,11-2-19 0,2-6-11 15,-2-4-5-15,0 0 13 0,-9 0 27 16,-7-4 40-16,-13 1 40 0,-8-1 15 16,-5 4 12-16,-1 4-3 0,0 9-11 15,-3 9-6-15,-1 5-9 0,-4 5-10 16,0 7-8-16,-6 2-4 0,0 0-5 15,-1-2 1-15,1 0-5 0,1-3 0 16,-1-2 0-16,1-4-6 0,1-9 3 16,3-7-7-16,1-9 1 0,0-5 0 15,0 0-1-15,0 0 2 0,0 0-2 0,0-5 4 16,0-15-3-16,7-15 4 0,3-14 1 16,7-9-3-16,4-4 3 0,5-4-3 15,3 3 0-15,0 7 2 16,-1 10 0-16,0 10-1 0,-2 12 2 0,-3 9 0 15,-6 8 1-15,1 6 2 0,-2 1 0 0,-2 6 2 16,2 6-5-16,-7 3 0 16,-4 4 0-16,-5 3-3 0,-1 3-7 15,-10 1-8-15,-4 1-18 0,-2 1-18 16,-6-1-49-16,4 2-113 0,-2-3-85 0</inkml:trace>
  <inkml:trace contextRef="#ctx0" brushRef="#br0" timeOffset="285903.0336">15785 10168 440 0,'0'0'3'0,"0"0"2"0,0 0-3 16,97 6-2-16,-58-21-4 0,2-5-6 15,0-4 4-15,-6-2 3 0,-8-3 10 0,-9 0 8 16,-7 0 9-16,-9 1 9 0,-4 4 2 16,-14 3 2-16,-1 2-2 0,-8 9-7 15,1 5-5-15,-1 5-8 0,4 11-5 16,2 7-4-16,3 8-3 0,6 4-1 15,5 4-3-15,5 0 0 0,3 2-2 16,12-6-1-16,7-3-2 0,5-4-1 16,9-6-2-16,2-8 0 0,4-6 0 15,-2-3 2-15,-2-3 0 0,-5-11 4 16,-4-1 5-16,-6-3 0 0,-6-1 5 0,-5 1 0 16,-3 4 4-16,-5 6 0 0,-1 5 1 15,-3 3-3-15,0 0-1 0,0 0-1 16,1 0-2-16,1 0 2 0,1 5-2 15,-2 5 0-15,3 3-2 0,-1 2-1 16,0-6-1-16,3 5 0 0,0-6 0 0,2-4-1 16,7-1 1-16,4-3-1 0,5-4 2 15,-2-7 0-15,-2-3 0 0,0-2 0 16,-4 0 0-16,-4 6-1 16,-2 0 1-16,-4 1-1 0,-3 6-2 0,0 1 0 15,-3 2-2-15,4 0 1 0,5 0 0 16,1 9 1-16,7 4-2 0,-1-1-2 15,4 2-6-15,5 0-7 0,6-2-9 16,4-3-7-16,6-1-7 0,3-4-10 16,0-4-4-16,2 0 1 0,-4-3 11 0,-4-6 13 15,-2 0 15-15,-10-1 13 0,-3-2 13 16,-9 4 13-16,-6 3 10 0,-8-2 6 16,-2 0-4-16,-13 0-7 0,-5 1-5 15,-7 6-6-15,-2 2-4 0,-1 8-4 16,1 5-5-16,4 2-3 0,8 1-3 15,4-3-4-15,9 2-7 0,4 0-9 16,4-4-13-16,15 3-16 0,2-4-22 16,9-8-19-16,5-4-6 0,3-4 15 15,0-10 32-15,-4-6 46 0,-2-3 50 0,-6-4 36 16,-4-5 21-16,-8-1-2 0,-2-6-17 16,-5 0-25-16,-4-3-14 0,0-1-9 15,-3 0-10-15,0 4-1 0,0 5-1 16,-3 12-1-16,3 9-2 0,-1 8-6 15,-5 5-7-15,-4 5-3 0,-5 13 1 0,-3 9-1 16,4 12 3-16,4 7-5 16,3 4 1-16,7 1-5 0,6 0-3 15,9-5 0-15,10-4-5 0,4-9-4 16,7-6 0-16,4-10-1 0,7-10 0 0,1-7 3 16,1-7 3-16,-1-10 3 0,-3-5 5 15,-8-5 2-15,-6-3 0 0,-5 0 1 16,-8-6 1-16,-6 1-3 0,-5 2 2 15,-3 2-1-15,-4 6 1 0,-1 9 1 16,-11 8 1-16,-5 8 0 0,-6 2 1 0,-6 12-1 16,3 7-1-16,2 5-2 15,4 5-2-15,8 1 0 0,7-1-3 16,5-1-3-16,8-3-5 0,15-3-3 16,4-6-5-16,6-8-3 0,4-5 2 0,-1-5 4 15,0-3 8-15,-2-8 6 0,-3-5 6 16,-4-1 3-16,-5-1 4 0,0-1 1 15,-2 3 4-15,-7 4 0 0,0 1 0 16,-6 6-3-16,-4 2-1 0,1 1-1 16,-1 2 0-16,2 0-2 0,2 5-2 0,-1 7-2 15,-3-3-3-15,2 8-1 16,0-2 0-16,-2-4 0 0,4 3-2 16,3-5 0-16,-1-5-1 0,8 1-3 0,2-5 1 15,1 0-2-15,6-1 3 0,-2-6 2 16,-3 0 1-16,-7 2-1 0,1-1 2 15,-5 3-2-15,-6 2 0 0,2-1 0 16,-6 2-1-16,6 0 0 0,4 0-1 16,7 0-5-16,6 3-7 0,-3 3-9 15,5 1-10-15,0-2-4 0,4 0-2 0,1-2 0 16,0-3 6-16,2 0 9 0,0-2 9 16,-2-6 12-16,-2-4 16 0,1-3 10 15,-5 0 9-15,-5-5 5 16,-3 8 0-16,-7-2-3 0,-3 7-3 0,-5 2-5 15,-1-3-7-15,0 3-6 0,0 1-5 0,0-1-4 16,0 5 0-16,0-2-3 16,0 2 1-16,0 0 0 0,0 0-5 15,7 7-5-15,8 5-5 0,3 5-2 16,0-5-3-16,1 0 4 0,1-2 3 0,-3 2 4 16,-1-4 5-16,-3 4 10 0,-4-4 8 15,-3 7 10-15,-4 3 5 0,-2 8 3 16,0 12-1-16,-8 1-4 0,2 7-8 15,0-1-6-15,3 0-7 0,3 1-4 16,8-5 2-16,7 2-7 0,6-4-1 0,2 0-8 16,-2-3-12-16,-3-4-3 0,-4-2-20 15,-6-3-30-15,-7 0-107 16,-1 2-127-16</inkml:trace>
  <inkml:trace contextRef="#ctx0" brushRef="#br0" timeOffset="286614.8003">5582 10724 423 0,'0'0'44'0,"0"0"1"0,0 0-2 16,34 95-4-16,-23-25-6 0,-2 17-9 0,-3 16 0 15,3 20-3-15,-7 17-2 0,-2 18-4 16,0 14-3-16,-7 11-5 0,-7 9-2 15,-2 1 1-15,-2-3-4 0,4-8-1 16,2-14 1-16,12-15 0 0,9-20 0 16,20-23 2-16,18-21-2 0,17-21 0 0,13-21 1 15,12-16-2-15,8-16 1 0,6-12 1 16,1-3 3-16,7-11-1 0,0-3 1 16,1-3 2-16,4 0-1 15,-4 0 0-15,-6-2-1 0,-4 3-1 0,-11-1-2 16,-11 2-1-16,-14 1-4 0,-16 6-5 15,-15 3-9-15,-17 2-20 0,-12 3-33 16,-6 0-118-16,0 0-118 0</inkml:trace>
  <inkml:trace contextRef="#ctx0" brushRef="#br0" timeOffset="289035.2488">8037 13370 484 0,'-16'78'4'0,"2"-4"5"0,2-4 3 15,3-12 2-15,1-9 1 0,1-11-3 16,7-13-5-16,-2-11-3 0,2-9 0 15,0-5 6-15,-1 0 1 0,1-5 0 16,-2-21 1-16,1-15-3 0,-2-18 5 0,0-6 1 16,0-8 3-16,-4-6-5 0,7-4-6 15,-1-8 1-15,1-6-6 16,1-5 0-16,12 3 4 0,6 10 1 16,7 11 4-16,4 17-1 0,2 19 0 0,0 12-2 15,-3 13-5-15,-5 12-1 0,-2 5-1 16,-6 2 0-16,0 15 2 0,-5 8-3 15,-2 7 1-15,-5 10 0 0,-4 7-2 16,-1 7 1-16,-9 4-4 0,-3-2-2 16,-3 3-10-16,1-6-9 0,0-1-15 0,0-1-21 15,0-6-32-15,5-5-33 0,-1-8-29 16,1-12-15-16</inkml:trace>
  <inkml:trace contextRef="#ctx0" brushRef="#br0" timeOffset="290391.8697">8238 13292 232 0,'0'0'49'0,"0"0"-2"16,91-3-1-16,-62 14-6 0,-6 7-8 16,-4 3-8-16,-5 5-4 0,-5 1-4 15,-2 4 0-15,-4-3-3 0,-1 0-4 0,-1-7-1 16,-1-9-5-16,0-2-1 0,0-3 0 16,0-2 0-16,0 0 1 0,0-5 0 15,2 0-1-15,4-5-3 0,3-7 2 16,3-5-2-16,4 0 1 0,0-3-3 15,7 0 2-15,3-2-1 0,4-3 1 16,5-4-1-16,3-4 1 0,3-2-1 16,2-3-2-16,1-3 3 0,1 0-2 15,-4 0 7-15,-4 3 0 0,-2 4 1 16,-11 4 6-16,-9 10 7 0,-8 8 6 0,-7 3 2 16,0 6 0-16,-10 1-8 0,-10 2-3 15,-6 9-2-15,-9 13-3 0,-1 5-2 16,4 4-4-16,0 6 0 0,5-1 1 15,4 3-4-15,7-3 2 0,7-2-6 16,9-3-4-16,0-4-4 0,19-5-12 0,7-6-4 16,9-6-10-16,4-7-5 0,10-3-9 15,3-5-11-15,4-10-6 16,2-6 7-16,-2-4 13 0,1-5 20 16,-7-4 23-16,-6 1 18 0,-5 0 19 0,-10 1 16 15,-10 6 6-15,-8 8 3 0,-8 2-7 16,-3 9-8-16,-3 4-6 0,-11 3-7 15,-4 1-7-15,-7 14-2 0,1 5-6 16,1 7-7-16,3 2 4 0,2 5-6 16,8-3 0-16,4 0-1 0,6-2-4 0,12-5 1 15,10-6-2-15,8-3 1 0,9-8-1 16,8-5-1-16,4-2-1 0,4-7 0 16,0-8-2-16,-5-2 0 0,-3-3 2 15,-6-1 1-15,-6 0 2 0,-8-1 1 16,-4 2-3-16,-7 4 4 0,-6 3-5 15,-6 4 6-15,-2 6-1 0,1-1-1 16,-3 4-1-16,0-1-1 0,0 1 0 16,0 3 2-16,0 7 5 0,0 7-4 15,0 2 2-15,3 0-5 0,11-1 2 0,4-6-1 16,6-2 1-16,6-6-1 0,8-4 0 16,5 0 1-16,1-7 0 0,3-4 0 15,-5-4 0-15,-4-2 0 0,-9-1-5 16,-6-1 4-16,-10 2-3 0,-9 2 2 15,-4-2 2-15,-10 3-2 0,-7-4 0 16,-9 4 0-16,-6 2-3 0,0 4-1 16,-3 0-2-16,4 3-6 0,6 2-2 15,2-2-3-15,13 3-3 0,4 2-5 16,-1-8-1-16,7-1-2 0,13-6 4 0,6-2 8 16,7 1 6-16,7 1 5 0,2 3 3 15,2 2 2-15,-4 5 2 0,-1 5 3 16,-3 0 2-16,-3 9 5 0,-4 4 5 15,-5 6 7-15,-4 1 3 0,-1 1 1 16,-6-1-1-16,-2-4 0 0,-4-1-7 0,2-4-5 16,-2-5-6-16,2 0-4 0,-2-6-2 15,0 0 0-15,0 0-1 16,3 0 1-16,2-2-2 0,6-10-1 16,4-3 1-16,-3-5-1 0,2 3 1 0,0-3-1 15,1 3 1-15,0 3-1 0,-3 4 0 16,-6 5 1-16,-2 3-1 0,2 2 1 15,1 0 0-15,6 5 2 0,-3 2 0 16,0 5 1-16,-4 0 0 0,-3-2 2 16,3 4-3-16,-2-6 2 0,2-1 0 0,0 0-1 15,0-4 1-15,12-3-3 0,0-3 0 16,5-6 1-16,-1-6 0 0,-1-2-2 16,-2 0 0-16,1 3 0 0,-5-1 0 15,-4 3-1-15,2 5 1 0,-5 2-1 16,-5 2 1-16,7 1 0 0,-5 0 0 15,0 1 0-15,5-1 0 0,3 2-1 16,3 0 1-16,7 0-2 0,1 0-2 16,1 0-4-16,1-1-5 0,0-1-2 15,3 0-1-15,-3 2 3 0,0 5 6 0,-3 10 3 16,-5 7 2-16,-2 7 3 0,-6 5 0 16,-2 7 1-16,-7 2 5 0,-1 1-3 15,-1-1 5-15,-7-1-3 0,0-3-1 16,2-4 3-16,1-3-3 0,2-10 0 15,0 0-4-15,3-10 0 0,0-5-2 16,0 0-2-16,0-7 3 0,0 0 0 16,0 0 2-16,0-14-1 0,3-8 1 15,-1-7 0-15,-1-6-1 0,3-4 1 16,1-4-5-16,3-7 2 0,5-6-2 0,3-1 1 16,3-4 3-16,0 5-2 0,2 8 1 15,-2 11-1-15,-6 15 1 0,-6 10 0 16,3 10-1-16,-4 2 1 0,3 7 0 15,-2 10 0-15,-3 5 0 0,-4 1 0 16,0 5-2-16,0-2-4 0,0-1-18 0,2-1-25 16,1-7-53-16,4 0-77 0,0-5-84 15</inkml:trace>
  <inkml:trace contextRef="#ctx0" brushRef="#br0" timeOffset="290982.5661">11371 12879 438 0,'0'0'42'0,"0"0"-10"16,0 0-8-16,0 0-8 0,0 0-7 16,0 0-5-16,0 0 0 0,0 0-4 0,0 0 0 15,0 0 1-15,29 52-1 0,-12-52 1 16,7-8 1-16,-3-2 0 0,-1-2 0 16,-4 0 2-16,-3 2 6 0,-3 3 3 15,-2 1 4-15,-5 2 2 0,5 1-4 16,-4 1-2-16,1-1-3 0,-1 1-4 15,1 2 0-15,0 0-1 0,7 0-2 16,2 0-1-16,2 2 0 0,-1 1-3 16,0-1 0-16,5 1-4 0,0-3-6 15,6 0-8-15,-2-3-8 0,1-9-3 0,-3-1 2 16,-1-3 10-16,2-6 9 0,-4-2 8 16,3-4 2-16,-2-4 4 0,-4-1 2 15,6-5 5-15,-2-2 3 0,-1-3-1 16,1-1 5-16,0 2 1 0,-2 6 4 15,-2 6 2-15,-5 11 5 0,-4 9-6 16,-4 5-2-16,-3 5-4 0,0 0-5 0,0 11-4 16,-7 12 2-16,-3 9-2 15,-3 6-2-15,4 4 3 0,5 4-7 16,4-1 2-16,0-3-4 0,11-2-2 0,7-6 1 16,5-6-1-16,3-5 1 0,4-7-1 15,2-4 1-15,2-8-1 0,3-4 0 16,-1-2 1-16,2-10-2 0,-3-5-1 15,0-2-2-15,-4-4 0 0,-4-1 0 16,-8 0 1-16,0 0 2 0,-9 7 1 0,-6 5 0 16,-4 3 0-16,0 6 1 0,-4-2 1 15,-9 3-1-15,-3 2 3 0,0 10-1 16,3-1-1-16,7 3 0 0,5 5-1 16,1-2 0-16,9 3-2 0,9-3 1 15,5-6-3-15,5-1-3 0,2-4-4 16,2-3-8-16,0 1-11 0,-6-2-13 15,-4 0-23-15,-10 0-56 0,-6 0-172 16,-6 0 9-16</inkml:trace>
  <inkml:trace contextRef="#ctx0" brushRef="#br0" timeOffset="291116.1603">12282 12533 531 0,'0'0'30'0,"0"0"-19"15,0 0-8-15,111-82-13 0,-72 67-26 16,0 1-103-16,3 2-118 0</inkml:trace>
  <inkml:trace contextRef="#ctx0" brushRef="#br0" timeOffset="291889.1032">5802 13341 421 0,'0'0'13'0,"0"0"4"0,0 0 9 16,0 0 10-16,0 0 1 0,-16 134-5 15,16-58-6-15,-3 14-3 0,3 12-1 16,0 13-3-16,0 11-5 0,-1 10-3 15,1 6-3-15,-2 5-1 0,2 1-1 16,0-2-3-16,0-6-2 0,6-7 3 16,8-9 0-16,8-13 0 0,12-14 0 15,9-14 0-15,12-13-2 0,17-18 2 16,10-15-1-16,15-17-1 0,12-16 0 0,16-8 2 16,14-16 2-16,15-5 3 0,10-4 3 15,6 1 2-15,0 1 0 0,-2 1 0 16,-3 1-1-16,-14 1-2 0,-12 4-1 15,-14 3-6-15,-17 4 0 0,-20 1-4 16,-20 4-3-16,-19 2-12 0,-18 3-17 0,-12 3-31 16,-14 3-116-16,-5 9-133 15</inkml:trace>
  <inkml:trace contextRef="#ctx0" brushRef="#br0" timeOffset="294171.5852">8734 14626 548 0,'0'0'34'15,"-26"121"0"-15,19-42-12 0,-2 11-7 16,2-1-2-16,3 1-5 0,2-6-2 16,1-6-4-16,1-9-5 0,0-8 1 15,0-7-3-15,4-9-1 0,3-12-5 0,-3-10-6 16,-1-11-3-16,-1-8 3 0,-1-5 4 16,2-16 4-16,2-12 7 0,-1-14 1 15,0-10 4-15,-4-11 1 0,0-5-2 16,0-13 3-16,0-7-1 0,0-6 0 15,0 3 7-15,0 7-2 0,3 15 6 16,0 19-3-16,0 20-1 0,-2 15-6 16,1 11 0-16,4 5 0 0,5 1 0 15,5 11 2-15,4 9-3 0,-2 4-1 16,-1 2-2-16,2 3-2 0,-2-5-1 0,5-3 0 16,1-5-3-16,-1-8 1 0,2-6 1 15,2-3-1-15,0-12 2 0,0-8-1 16,-4-4 4-16,1-4-2 0,-6-1 3 15,-5 2 0-15,-3 7 0 0,-7 8 2 16,3 8-1-16,-5 4-1 0,0-3 2 0,1 6 0 16,2 15 1-16,1 10 3 0,4 13-4 15,-1 6 1-15,4 2-5 0,0-1 1 16,4-2-2-16,0-7 0 16,8-4-3-16,3-9 2 0,4-6-2 0,3-8-2 15,4-6-4-15,1-6-2 0,2-3-2 16,-7-8 2-16,0-3 4 0,-5-5 3 15,-8 1 4-15,-4-1 2 0,-4 7 1 16,-6 4-1-16,-2 3 1 0,-4 5 0 16,0 0-1-16,0 0 1 0,4 0 0 0,3 0 0 15,2 10 2-15,5 4 0 0,1 1-1 16,2-1 0-16,1-1 0 16,8-1-1-16,0-7 1 0,2 0 1 0,4-5-1 15,0 0 1-15,0-7 0 0,0-4-1 16,-5-1 0-16,-2-2 1 0,-8-2 0 15,-5 3 1-15,-6-2 3 0,-6-5-2 16,0-1 0-16,-9-5-2 0,-4 0-3 16,-3 6-1-16,-4-1-1 0,0 3-4 15,-1 4-1-15,1 4-8 0,7 2-11 0,3 4-19 16,7 1-43-16,3 3-51 0,-1 0-88 16</inkml:trace>
  <inkml:trace contextRef="#ctx0" brushRef="#br0" timeOffset="294802.0507">10164 14760 581 0,'0'0'44'15,"0"0"-9"-15,0 0-11 0,-44 94-6 16,29-68-7-16,3-2-4 0,3 1-4 0,2-9-2 16,6 1-2-16,1-3-2 0,10-4-3 15,4-1-5-15,8-8-5 0,4-2-4 16,3-12-6-16,1-10 2 0,2-3 5 15,-3-6 8-15,-7-1 9 0,-2-3 4 16,-3-4 2-16,-7-2 2 0,-5-3 6 0,-5-1 1 16,0 3 2-16,-6 0 4 0,-3 7 0 15,2 11 4-15,0 6 0 0,2 9-5 16,2 5-6-16,-1 5-4 16,0 5-6-16,-3 17 2 0,1 12 3 0,2 5-4 15,4 3 3-15,4 4-6 0,10-1-2 16,5-4 1-16,9-4-2 0,2-5 1 15,6-8-3-15,4-7-3 0,0-11-2 16,2-6-2-16,1-6 0 0,-3-11 0 16,1-6 3-16,-7-2 1 0,-3-4 5 0,-5 0 2 15,-9 2 1-15,-4-2 0 0,-6 8 2 16,-5 2 0-16,-2 2 1 0,-4 5 1 16,-5-1 0-16,-4 8 0 0,-4 5 0 15,-4 2 1-15,3 11 0 0,1 6-4 16,6 6 0-16,5 3-1 0,6-3-2 15,5 1-1-15,11-5-4 0,11-4-5 16,5-5-6-16,5-6-8 0,5-6-11 16,4-8-6-16,1-14 5 0,3-4 9 15,-1-5 16-15,-2-8 11 0,-3-2 11 0,-4-3 4 16,-6-6 5-16,-2-4 8 0,-4-7 0 16,-7-3-1-16,-3-2-3 0,-5 2-7 15,-8 5 4-15,-2 10 0 0,-3 11 4 16,-1 15 0-16,-2 12-3 0,-6 10-4 15,-4 6-3-15,-3 15 0 0,-5 12-3 0,8 9 0 16,3 8-2-16,3 8-1 16,6 0-6-16,1 0 0 0,8-5-3 15,6-3-2-15,5-5 0 0,4-5-13 16,4-4-13-16,4-3-32 0,4-7-104 0,0 0-136 16</inkml:trace>
  <inkml:trace contextRef="#ctx0" brushRef="#br0" timeOffset="295251.1898">12584 14419 637 0,'-78'31'27'0,"13"2"-5"0,11-4-4 16,14-1-10-16,13-4-1 0,15-2-8 16,12-4-2-16,7-4 0 0,18-4-1 0,6-5-2 15,10-5 0-15,2-5-2 0,1-10 3 16,-3-4 1-16,-4-2-1 0,-6 0 6 16,-6 1-1-16,-7 2 4 0,-6 6 3 15,-5 5 3-15,-3 4 2 0,-4 3-2 16,0-2-1-16,0 2-4 0,1-2-3 15,-1 2 0-15,2-1 0 0,-2 1 0 16,1 0-1-16,5 0 0 0,4 1 0 16,-2 4 0-16,7-1 1 0,2-4 0 15,3 0 1-15,4-9-2 0,0-4 1 0,-1-4 0 16,-3 0 3-16,-3 1 1 0,-5 2 2 16,-3 3 1-16,-3 4-1 0,-3 4-1 15,0 0-4-15,-3 3-2 16,0-2-2-16,0 2 0 0,8 0 0 0,3 0-2 15,5 3-2-15,7 6-11 0,1 1-14 0,5 0-20 16,3 0-54-16,4 0-110 16,1-5-72-16</inkml:trace>
  <inkml:trace contextRef="#ctx0" brushRef="#br0" timeOffset="295615.2204">13768 14154 583 0,'0'0'39'15,"0"0"-9"-15,0 0-7 0,-85 0-7 16,52 14-3-16,2 6-2 0,2 3-2 0,5 1-3 16,6 1-4-16,7-1-1 0,9 0-4 15,2-3-1-15,10-5-7 0,6-2-4 16,4-6-6-16,2-5-4 16,3-3 0-16,-1-9 7 0,1-7 7 0,-2-8 7 15,-4-5 7-15,-2-5 2 0,-2-4 5 16,-2-5 3-16,0-2 3 0,0-4 1 15,-3-2 2-15,0-1-3 0,1-2-3 16,-2 6 1-16,-1 6-1 0,-4 13 5 16,-2 11 2-16,-1 12 0 0,-1 6-7 0,0-2-6 15,0 2-3-15,-3 12 1 0,-5 11 3 16,1 13-3-16,3 8 2 0,2 6-5 16,2 1-2-16,11 0 1 15,6-3-2-15,5-3 0 0,5-6 0 0,4-4 1 16,2-7 0-16,-1-3 0 0,0-6-2 15,-3-2-3-15,-4-5-17 0,-4 2-28 16,-8-3-106-16,-1 1-159 0</inkml:trace>
  <inkml:trace contextRef="#ctx0" brushRef="#br0" timeOffset="296759.2926">14316 14108 188 0,'0'0'33'0,"0"0"8"0,0 0-1 16,59-99 3-16,-50 82 8 0,-5 0-5 15,-4 4 4-15,0 6-5 0,-8-5-10 16,-8 7-5-16,-5 1-4 0,-6 4-6 16,3 0-4-16,3 5-6 0,2 7-3 0,6-3-3 15,5 6-2-15,6 0-1 0,2 0-2 16,6 5 1-16,10-3-1 0,8-5 0 16,5-2-1-16,8-5-1 0,3-3-4 15,5-2-3-15,-4-2-5 0,2-8-2 16,-4-1 0-16,-6-3 5 0,-7-1 7 15,-4-2 4-15,-6-1 5 0,-8 6 0 16,-3 3 5-16,-4 6 2 0,-1-2 4 16,0-2 0-16,0 0 1 0,0 4-5 15,0 3-3-15,0-2-2 0,0 2-2 0,-3 7 1 16,0 3 1-16,0 5-2 0,3 1-1 16,0 0-2-16,5 3-2 0,6-2 2 15,4-5-1-15,6-4 0 0,4-7 1 16,0-1-2-16,4-5-1 0,-3-7 1 15,-3-3 1-15,-2 2-1 0,-6-2 3 16,-3 4-2-16,-3 0 1 0,-4 4 0 16,-2 4 1-16,-1 0-2 0,-2 3 0 15,0-2-1-15,0 2 1 0,2 0 1 16,3 0 0-16,-1 0 2 0,4 7-1 0,1 1 2 16,0 3-1-16,-1 0 1 0,3-4-1 15,3-1 0-15,-4-1 1 0,8-4-1 16,0-1 0-16,4-6-1 0,4-6 0 15,-6-3 0-15,0-1 3 0,-5-1-1 16,-1 1 2-16,-6 6-1 0,1-2-3 0,-4 5 1 16,-4 4-8-16,2 1 4 0,-3 2 0 15,5 0-1-15,4 0 6 16,5 0-5-16,5 9 0 0,2-1 1 16,2 1-1-16,5-1-2 0,2-1-6 0,6 0-2 15,4-4-7-15,4-3-4 0,0 0-1 16,2-3 0-16,-3-7 4 0,-2-2 6 15,-4-5 3-15,-3-2 6 0,-9-3 0 16,-4 2 4-16,-4-2-1 0,-9 6 3 16,-4-3 2-16,-4 2-1 0,-6 2 3 0,-7-4-2 15,-6 7 0-15,-2 5 1 0,-5 4-1 16,4 3 1-16,-3 0 0 0,2 8-2 16,5 1 1-16,6-1-4 0,2 4-2 15,7-3-1-15,3 3 0 0,1 3 0 16,11-1 2-16,3 2-5 0,5-7-1 15,0-5-4-15,1-4-2 0,0 0 5 16,-4 0 2-16,-2-4 5 0,-4 0 3 16,-2 0 1-16,-1 0 1 0,-3 0 0 15,0 3 0-15,-5 1 0 0,0-2 1 0,0 2 2 16,2 0 1-16,-1 0 2 0,4 0-1 16,-1 0 1-16,2 5-2 0,1 0-2 15,0-1-1-15,0 2-2 0,1-3-2 16,1 0 0-16,3-1 5 0,4-2-6 15,0 0 1-15,6-2 0 0,-10-2-5 16,1-3 5-16,-2-1 1 16,-5 1 1-16,4-1-22 0,-3 1-4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3:57:27.0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15922 13619 518 0,'0'0'44'0,"0"0"-8"0,0 0-10 15,0 0-10-15,0 0-6 0,-26 95-5 16,26-76-2-16,5 2-1 0,-1-6-1 0,1-1 1 16,0-6-2-16,1-3 0 0,0 3-2 15,2-8 4-15,5 0-1 0,-1-5 0 16,5-10 1-16,-2-5 0 16,0-2 0-16,-1-4 2 0,0 3 1 0,-2 2 1 15,-4 6 1-15,-1 5-2 0,-4 7 0 16,2 3 0-16,2 0-1 0,5 5-2 15,2 5 2-15,2 4-3 0,1 0 0 16,1 0-3-16,5-2-1 0,3-4-6 16,6-3-2-16,4-5-6 0,6-1-8 0,3-13-1 15,4-6-4-15,4-5 3 0,-1-6 4 16,0-2 7-16,-3-1 5 0,-8 0 7 16,-8 3 5-16,-10 3 7 15,-8 1 5-15,-5 9 7 0,-10 4 3 0,-3 2 3 16,-13 5-4-16,-7 4-2 0,-6 3-3 15,-1 10-5-15,-2 9-1 0,0 2-3 16,3 3-1-16,2-1-3 0,8-1-2 16,7-5-3-16,8-1-2 0,3-8-2 15,2-1-1-15,13-4-3 0,7-3-2 0,9-13-1 16,3-9 1-16,0-5 3 0,-1-4 4 16,-2-4 3-16,-2 0 3 0,-6-3 6 15,-2 1 3-15,-7-2 6 0,-3 2 3 16,-6-1-3-16,-2 5 4 0,-2 4-2 15,0 9 4-15,0 9 0 0,-2 7-6 16,-2 4-5-16,0 13-3 0,-5 13 3 16,2 13-4-16,4 10 0 0,3 5-5 15,1 0-6-15,11-3-2 0,9-6-11 16,6-6-10-16,6-9-16 0,7-8-16 0,5-10-34 16,6-10-95-16,-3-4-104 0</inkml:trace>
  <inkml:trace contextRef="#ctx0" brushRef="#br0" timeOffset="955.4573">6165 15548 488 0,'0'0'23'0,"0"0"2"15,0 0 3-15,0 0 5 0,-15 92-2 16,11-30-4-16,1 16-4 0,3 8-8 16,0 9-3-16,0 5-3 0,3 4-9 15,4-3 3-15,5 1 0 0,4-5-4 16,4-3 3-16,6-8-5 0,4-5 0 15,8-8 2-15,14-13-1 0,6-12 2 16,13-16-2-16,15-16 0 0,7-16-4 16,7-6 2-16,8-19 2 0,2-8 1 15,7-6 6-15,2-2 1 0,-1 0 3 0,-1 4-1 16,-2 1 4-16,-4 2 0 0,-4 2 3 16,-7 2-3-16,-6 1-6 0,-3-3 6 15,-5 3-9-15,-9 2 4 0,-6 2-1 16,-9 3-3-16,-7 5 1 0,-12 2-2 15,-11 5-2-15,-10 2-1 0,-12 7-6 0,-7-2-7 16,-3 3-15-16,0-1-25 16,0 1-64-16,0 0-175 0,-3-2-5 15</inkml:trace>
  <inkml:trace contextRef="#ctx0" brushRef="#br0" timeOffset="14841.0016">9296 15855 553 0,'0'0'19'15,"0"0"11"-15,0 0-3 0,0 0 5 16,-27 86-9-16,27-39-9 0,0 6-3 15,3 5-8-15,3 3-1 0,-1 1-4 16,5-1-2-16,-1-3-8 0,4-2-9 16,3-5-17-16,2-1-27 0,2-8-56 15,3-6-45-15,1-11-84 0</inkml:trace>
  <inkml:trace contextRef="#ctx0" brushRef="#br0" timeOffset="15020.5348">9590 15986 421 0,'0'0'84'0,"-19"-100"-20"0,12 73-10 0,3 11-20 16,1 9-11-16,3 7-10 16,0 0-2-16,3 14 6 0,5 12-2 15,5 11-1-15,3 9-7 0,-1 7-5 16,0 5-1-16,0 5-4 0,1 0-4 0,0-1-10 16,2 4-10-16,1-7-18 0,4 2-21 15,2-7-61-15,-1-3-81 0,1-6-52 16</inkml:trace>
  <inkml:trace contextRef="#ctx0" brushRef="#br0" timeOffset="15476.4328">9297 16386 458 0,'0'0'9'0,"0"0"8"16,0 0 9-16,0 0-5 0,93-91-4 16,-35 65-7-16,10-2-5 0,7 3-4 0,0 3 0 15,-4 5 1-15,-7 5-2 0,-8 5 2 16,-10 7-1-16,-6 2 3 0,-10 12 0 16,-6 6 3-16,-6 2 2 0,-4 5-1 15,-5 0 2-15,-3-2-1 0,-2 0-3 16,-2-8-1-16,2 0-4 0,-1-8-2 15,3-2 0-15,-1 1 2 0,7-8 1 16,4 0 1-16,5-5 0 0,7-7 1 16,-1-8-2-16,-2-6 0 0,3-2 1 15,-4-3-2-15,-2 1 3 0,-3 2 3 0,1 2 6 16,-3 4 2-16,-5 8 0 0,-2 2-2 16,0 8-4-16,-1 4 0 0,5 3 1 15,3 15 2-15,5 8-4 0,-3 6 0 16,1 6-2-16,0 3-1 0,-2 1-2 15,-1 3 0-15,-1-1 1 0,-2 2-4 0,-3 0 4 16,-4 0-6-16,1-1-2 0,-2-1-6 16,-1-2-10-16,-1-1-13 15,-4-7-28-15,4 0-47 0,-3-15-119 16,4-7-54-16</inkml:trace>
  <inkml:trace contextRef="#ctx0" brushRef="#br0" timeOffset="16038.848">10787 15792 609 0,'0'0'30'0,"0"0"3"15,0 0-3-15,15 78-9 16,-1-37-5-16,-3 2-8 0,4 1-3 16,-2-1-1-16,1 3-3 0,0-4 1 0,1-4-2 15,3-3-2-15,3-8 0 0,4-4 0 16,4-9 1-16,4-5-1 0,2-4 1 15,0-5 0-15,1 0 0 0,-6 0 2 16,-3 0-1-16,-8 0-2 0,-4 3 1 16,-8 1-1-16,0 4 2 0,0-1 4 0,-5 3-3 15,-2 7 0-15,-3-2 0 0,-10 2 0 16,1-1 1-16,-5-3-2 0,5-6 1 16,-5-3 1-16,1-4 1 0,-3 0 0 15,-2-3-3-15,1-8 0 0,4-3-1 16,1-5-1-16,3-3 2 0,4-3-3 15,8-2 3-15,0-2-2 0,16 0 2 16,3-2 1-16,5 5-1 0,4 2 0 16,-1 4 0-16,2 8-1 0,-2 7 0 15,-1 5 2-15,-1 0-1 0,-2 15 0 0,-1 2 0 16,-2 4-1-16,-5 3 1 0,3 1 2 16,-5-2-1-16,0 2 2 0,-4-3-2 15,-3-7 3-15,0-1-3 0,-3-4 0 16,-2-8-1-16,3 5 0 0,-1-7 3 15,4-4 0-15,5-8 1 0,4-6-2 0,3-3 0 16,1-7 0-16,3 1 0 16,0 0 3-16,-1 2-2 0,1 4 1 15,0 4 2-15,-6 6-1 0,1 7 0 16,0 4-1-16,-3 0-1 0,5 7 0 0,-5 5-2 16,-1 1 1-16,-4 3-4 0,-2-4-2 15,0 1-6-15,-1 1-6 0,1-2-12 16,-2 2-14-16,-2-8-29 0,3 0-63 15,-3-3-116-15</inkml:trace>
  <inkml:trace contextRef="#ctx0" brushRef="#br0" timeOffset="16176.6978">11805 15811 469 0,'0'0'11'16,"0"0"-16"-16,0 0-19 0,0 0-39 15,0 0-43-15,110-57-32 0,-68 56 4 16</inkml:trace>
  <inkml:trace contextRef="#ctx0" brushRef="#br0" timeOffset="16475.2865">12180 15751 87 0,'0'0'120'0,"0"0"-15"15,0 0-14-15,80 14-22 0,-77-4-11 16,-3 2-8-16,-5 5-8 0,-9 8-9 16,-6 1-10-16,-3 2-4 0,0 1-7 15,0 0-2-15,1 1-1 0,4-1-3 16,4-4-2-16,7-7-3 0,5-2-1 15,2-2-2-15,11-5 1 0,7 0 0 16,5-9 0-16,4-3 0 0,2-10 1 16,1-7 0-16,-2-5 0 0,-1-3 2 15,-6-3 0-15,-3-6 1 0,-4 0 1 0,-4-7-4 16,-4-3 5-16,-2-6-1 0,-4-2 4 16,0 1 3-16,0 4-1 0,-1 6 3 15,-3 16 0-15,2 11-1 0,2 12-2 16,0 5-1-16,-3 2-3 0,-1 18-1 15,0 13 3-15,-2 15-5 0,1 4 0 0,5 5-3 16,0-3 3-16,11 1-4 16,3-5-10-16,9-3-8 0,5-6-19 15,5-9-26-15,10-3-42 0,5-14-139 16,7-3-59-16</inkml:trace>
  <inkml:trace contextRef="#ctx0" brushRef="#br0" timeOffset="17414.5631">13953 15338 459 0,'0'0'32'16,"0"0"5"-16,-101-22-4 0,64 22-4 16,2 6-6-16,-1 9-8 0,10 5-4 15,2 2-3-15,7 3-3 0,10 3-1 16,7-2 0-16,4 3-4 0,15-1 0 15,1 0 3-15,1-1-6 0,3 1 6 0,-5-1-2 16,-3 0 0-16,-3-4 0 0,-5-4 0 16,-5-4 0-16,-3-3-2 15,0-6-6-15,0 0-5 0,-8-6-12 16,-7 0-6-16,-1-11-3 0,2-5 1 0,5-7 8 16,3-3 8-16,6-3 10 0,10 0 4 15,9 0 3-15,9 2 1 16,4 0 2-16,8 1-1 0,2 1 4 0,7-2 1 15,2 1 3-15,2-3 3 0,3 0 0 16,-2-2-4-16,-5 4-2 0,-1 0-4 16,-6 3-2-16,-6 2 0 0,-8 3 0 15,-8 9 12-15,-10 3 3 0,-5 4 6 0,-5 3-5 16,0 0-6-16,-15 3-2 16,-8 11-4-16,-9 5 5 0,-4 2-1 0,1 3-3 15,3 2-2-15,5-1-2 0,6-1-2 16,7-6-6-16,11 2 3 0,3-3-2 15,9-3 0-15,11 3 3 0,9-7 0 16,6-10 1-16,11 0 0 0,4-12 0 16,2-5 1-16,1-3 1 0,-4-1-1 0,-2 1 1 15,-6 0 0-15,-5 3 2 0,-6 4 2 16,-10 4-1-16,-8 6-1 0,-2 1 2 16,-4 2 1-16,0 0 3 15,1 5 1-15,-3 4-2 0,1 4 0 0,-2-2-4 16,2 7 1-16,-2-2-2 0,0-4-1 15,1 5 0-15,1-9-2 0,-1 1 1 16,1-1-1-16,-1-4-1 0,-2 0 1 16,-2-4 0-16,5 0 1 0,5-1-1 15,3-10 0-15,3-3-2 0,-4-6-3 0,1 1-1 16,-5-3-6-16,1 2-1 0,0 1-4 16,-4 5-4-16,3 0-5 0,-1 4-9 15,3-1-6-15,-1 0-15 0,1 2-14 16,1 0-36-16,4 1-20 0,5-1-13 15,1 1-5-15</inkml:trace>
  <inkml:trace contextRef="#ctx0" brushRef="#br0" timeOffset="17807.4266">15205 15109 573 0,'0'0'49'0,"0"0"-6"0,0 0-10 0,0 0-8 16,0 0-10-16,13 100 0 16,-4-76-7-16,0 0-2 0,2-4-2 0,-1 0-1 15,0-5 0-15,0-4 0 0,-1-2 0 16,-2-3 1-16,-2-4 1 0,6-1-2 15,-1-1 1-15,5-4-1 0,1-7-2 16,1-4 1-16,-4-5-1 0,0-2 0 16,-1-4 0-16,-1-4-5 0,1 1 3 0,-2 3-3 15,-1 3 5-15,-1 6 0 0,-2 4-1 16,-2 3 0-16,-2 6-3 0,1 1 2 16,1 3 1-16,7 0 0 0,4 0 1 15,5 5-1-15,-2 4-1 0,-1 1-4 16,-2 1-7-16,0 1-9 0,-3 1-12 15,1 0-25-15,0 1-43 0,-5-2-90 16,6 1-88-16</inkml:trace>
  <inkml:trace contextRef="#ctx0" brushRef="#br0" timeOffset="17940.5497">15496 14817 381 0,'0'0'21'0,"0"0"-31"0,0 0-44 16,0 0-46-16,0 0-74 16</inkml:trace>
  <inkml:trace contextRef="#ctx0" brushRef="#br0" timeOffset="18409.2024">15883 15003 462 0,'0'0'64'0,"0"0"-19"16,0 0-9-16,0 0-9 0,0 0-4 15,0 0-2-15,0 0-4 0,0 0-4 16,0 0-6-16,49 1-3 0,-31-23 0 0,-2-4 1 16,-1-1-2-16,3 0 1 0,-1 4-3 15,-1 2 1-15,-5 8-2 16,-3 5 0-16,-4 5 0 0,2 3-1 16,1 5-1-16,3 9 1 0,3 5 1 0,-4 6 0 15,-2 0 2-15,1 0-2 0,1-1-2 16,3-2-3-16,1-7-3 0,6-1-5 15,1-6-4-15,2-4-3 0,4-4 0 16,2-4 4-16,0-8 2 0,1-6 8 16,0-6 3-16,0-2 5 0,-1-6 3 0,-3-3 4 15,0-2 5-15,-4 0 5 0,-1 0 2 16,-4 4 2-16,1 2-2 0,-7 10-1 16,-3 9-4-16,-4 8-3 0,-3 4-4 15,0 0-1-15,-7 8-5 0,-5 17 1 16,-6 11 1-16,-1 11-1 0,-3 9 1 15,-1 8-5-15,1 2 2 0,1 5-3 16,0 2 2-16,5 5 3 0,4 4-3 16,7 7 4-16,5 3-3 0,3 2-3 15,8-2 2-15,0-5 1 0,-1-6-3 0,3-10 2 16,0-12-3-16,3-13 0 0,1-12-1 16,3-12-1-16,-5-8-6 0,4-7-6 15,-6-5-12-15,4-2-15 0,2-5-38 16,-6-7-152-16,1-1-67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4:00:06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21269 8422 330 0,'0'0'35'16,"0"0"4"-16,0 0-3 0,0 0-3 0,0 0-2 15,0 0-6-15,0 0-4 0,0 0-3 16,0 0-4-16,50-25-2 0,-12 9-6 16,9-4 2-16,3-2-1 0,9 0-1 15,-1-3 1-15,1 0 0 0,-1-2-3 16,-2 2 2-16,-1 2-1 0,-4 1 0 0,-5 5 0 15,-7 3-4-15,-6 1 2 0,-5 6-3 16,-9 1 1-16,-9 3 0 16,-6 3-1-16,-4 0 1 0,0-2 0 15,0 2 0-15,2 0 0 0,-1 0-2 0,1 0 0 16,-2 0 0-16,0 0-1 0,0 0-2 16,-14 5 0-16,-10 10 2 0,-6 7-1 15,-5 5 3-15,-1 4 0 0,-4 4-1 16,5 0-2-16,0 0 0 0,3-1-3 15,8-3-4-15,6-2 3 0,7-5-7 0,11-5-2 16,3-5 3-16,17-5 3 0,7-6 4 16,8-3 4-16,8-6 2 0,3-6-6 15,5-4 5-15,-2-2 0 16,3 1 1-16,-3-2 2 0,-5 2 0 0,-5 2 2 16,-7 3-3-16,-9 3 0 0,-10 6-1 15,-8 0 1-15,-5 3 3 0,0 0 0 16,-1 11 1-16,-12 6-3 0,-7 9 0 15,-6 1-1-15,-8-1 2 0,-2 3 2 16,-3 2-3-16,2-1 3 0,1 1-4 0,3-4-2 16,6-1-2-16,9-5-3 0,6-7-3 15,6-6-3-15,6 0-1 16,3-4 2-16,13 1 4 0,8 0 2 0,6-5 3 16,0 0 2-16,6-8-1 0,0 1 1 15,0-3 1-15,-6 1-1 0,-2 1 1 16,-10 3 1-16,-8 2-1 0,-5 1 3 15,-5 2-1-15,0 0 2 0,0 0 1 16,2 0-3-16,-2 0-1 0,3 0-3 16,-2 0 0-16,1 0 0 0,-2 0-2 0,1 0-4 15,-1 0-5-15,1 0-10 0,-1 0-16 16,2 0-26-16,1 0-23 0,0 5-26 16,0-1-24-16</inkml:trace>
  <inkml:trace contextRef="#ctx0" brushRef="#br0" timeOffset="2724.1045">21195 8770 73 0,'0'0'18'0,"0"0"2"16,0 0 1-16,0 0-3 0,0 0-1 0,0 0-2 15,0 0 1-15,0 0 2 0,83-68-2 16,-26 53-3-16,17-4-1 16,12 1-1-16,11-2 3 0,8-4 6 15,4 2 2-15,2-5 6 0,1 1-2 0,-4-1-5 16,-5 0-1-16,-10 3-9 0,-11 2 0 16,-15 3-3-16,-15 4-2 0,-21 6-2 15,-13 4 0-15,-10 4-2 0,-8 0-4 16,-15 1-3-16,-14 0-5 0,-13 1 1 15,-15 7 3-15,-9 2 2 0,-9 1 4 0,-5 0-4 16,-4 3 1-16,-3 0 1 0,1 3-4 16,1-2 5-16,2-3-1 0,5 0 1 15,7-4 2-15,12-4-1 0,17-1-7 16,20-3-24-16,12 2-6 0,10-2-7 16,13-3 1-16,12-9 21 0,15 0 7 15,12-5 2-15,10-1 9 0,6-2 4 16,5-2 5-16,2 0 3 0,-4-2 6 15,-5 2 2-15,-9 3-2 0,-14 5-1 16,-18 3 1-16,-11 7-2 0,-15 2-2 0,-25 2-3 16,-15 6-5-16,-21 8 1 0,-12 4 5 15,-7 4 1-15,-9 2-2 0,-8 2 1 16,-4-1-4-16,-2 0 4 0,3-1-1 16,14-5 7-16,13-2-3 0,22-7-6 15,20-5-10-15,16-1-4 0,16-4-3 0,23 0 4 16,19-12 3-16,22-1-8 15,11-3-3-15,10-4-2 0,11-1 4 16,6-4 8-16,5-1 7 0,6-3 4 16,0 0 3-16,-8 0 0 0,-6 4-4 0,-17 5-2 15,-15 8-4-15,-25 5-3 0,-18 4 5 16,-15 3 5-16,-14 14 1 0,-18 8 4 16,-16 11-5-16,-17 6-2 15,-16 7 3-15,-10-2 5 0,-7 5-2 0,-1 1 0 16,1-4-1-16,8-4-7 0,11-5-1 0,18-7-10 15,21-11-6-15,20-2-6 0,17-2-5 16,25-6-7-16,17 1-7 0,16-3-7 16,12-7 0-16,9 3 6 15,3-3 10-15,0 0 12 0,-5 4 8 0,-10 4 8 16,-12 2 6-16,-16 5 0 0,-18 6 3 16,-15 3 7-16,-12 5 7 0,-20 2 12 15,-11 1 2-15,-9 2 6 0,-8-2 3 16,-7 3-6-16,-2-1-2 0,-4 3-8 15,3-1-9-15,6-3-7 0,11-3-8 0,13-4-14 16,10-9-10-16,15 0-11 0,7-5-8 16,18-4-5-16,12 4-1 0,9-8-3 15,5-4 7-15,8 0 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16T04:36:43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4621 12126 3 0,'0'0'4'0,"0"0"3"0,0 0 1 16,-93 10 0-16,69-5 0 0,-2-3-1 16,1 1-1-16,-1 0 2 0,0 0-5 15,0 0 1-15,-2 0-1 0,-2 2 2 0,3 1 1 16,-2-2 0-16,-2 2 0 0,1-1 1 15,-3-2 0-15,-6 1 3 16,3 0-3-16,-5-1-1 0,-5 4-2 16,1 1 1-16,-1 1-2 0,1 2 0 0,-3 1-2 15,2 0 2-15,-2 0-1 0,2 2-1 16,-3-1 2-16,2 3 0 0,0-1 1 16,-1 0 1-16,2 2 0 0,4 1 1 15,0 0-1-15,3 1 3 0,6-2 2 16,2 2 1-16,5-1 3 0,2 3-1 0,4-1-4 15,2 1 2-15,1 2-2 0,5 0-2 16,-2-1 3-16,8 2-2 0,0-4-2 16,3 4-2-16,3-3 2 15,0 0-1-15,0 1 1 0,8 0 1 0,-1-2-2 16,6 0 2-16,-3 2-2 0,7 1-2 16,-1-1 1-16,3 3-3 0,1-1 0 15,2-1 2-15,4 0-1 0,4-2-1 16,4-3 4-16,4 1-8 0,2-2 6 15,2-3-2-15,2 1 0 0,0-1 2 0,2-2-3 16,-4 0 2-16,7 0-1 0,-2-2-1 16,3-1 2-16,0-3-2 0,4 0 2 15,1-2-1-15,4 0 1 0,-1 1 2 16,3 2-2-16,-2-2 3 0,2 2-2 16,-2 1 3-16,5-1 0 0,1 3 2 15,3-3 1-15,5 2-1 0,3 1-1 16,3 0-3-16,1-1-1 0,3 0 0 15,3 0-1-15,2-3-1 0,3 0 0 16,5-3 0-16,-1-1 0 0,7-1 2 0,-2-1-2 16,3 0 0-16,2 0 0 0,1 0-1 15,4 0 0-15,-1 0 0 0,2-1 0 16,0-3 2-16,1 3-2 0,3-2 0 16,1 1-1-16,-1 1-1 0,-1 1 2 15,-2 0 1-15,0 0-1 0,3 0 0 0,-2 0 1 16,-2 0-1-16,2 1 1 0,-3-1 1 15,4 0-2-15,0 0-2 16,3 0 4-16,0 0-4 0,2 0 4 16,-2-1-2-16,2 0 0 0,-1-1 0 0,1 2 0 15,1-2-2-15,0 2 0 0,-2 0 1 16,-2 0-1-16,-5 0 2 0,2 0 0 16,-3 2-2-16,-3 0 2 0,0 0-1 15,-2 0 1-15,5-1 1 0,-1 1-1 16,1-1 3-16,1 1-2 0,3 0-1 0,-3-2 0 15,2 0 0-15,4 0 0 0,-3 0-1 16,-1-4 1-16,0 0 1 16,-2-2-2-16,-1 1 3 0,1-2-2 15,-1 1-1-15,-3-1 1 0,0-1-1 0,-1-1 1 16,1-1 0-16,0 1 0 0,3 1-3 16,0-4 5-16,-1 2-6 0,3-2 3 15,-2 0 1-15,2 4 0 0,0 1 1 16,-4 2-2-16,2 0 2 0,-4 2-1 15,-1 2 0-15,-1-2 0 0,-3 1-2 0,-1 1 2 16,-1-1 0-16,-5 2 1 0,7 0-1 16,-2 0 0-16,0 0 0 0,-2 0 0 15,-2 2-1-15,2 1 1 0,0 0-2 16,-2 0 1-16,1-1 1 0,-2 3 0 16,0 1 0-16,-4 2 1 0,0 0 1 15,-1 4-2-15,0 0 3 0,-2 2-2 16,0-1-1-16,-1-1 2 0,-2 0-2 15,-1 0 1-15,-1 0 0 0,-2-5 0 16,1 1 0-16,-1-3-1 0,4 2 0 0,-1-4-1 16,2 1 1-16,0-1 0 0,-1 0-1 15,-1 0 1-15,0 2-2 0,1-2 2 16,0 1-2-16,-1 1 2 0,-2 0 0 16,-1 2 2-16,-1-2-1 0,-1 0-1 15,-3 2 0-15,4-4-1 0,-2-1-1 0,0 1 2 16,-2-3-1-16,-1 2 2 15,1 1-1-15,0-1 2 0,-1 0-2 16,2-2-2-16,-1 3 1 0,2-3 1 16,0 0-2-16,2 2 2 0,0 1 1 0,0 2-2 15,0 2 0-15,-1 0 0 0,3 2-4 16,-1 1 3-16,0 0-1 0,3 0 1 16,-1-1-1-16,0 2 0 0,0-2 2 15,0-1-1-15,2-1 0 0,-3-1 1 16,3 0-1-16,0 0 2 0,0-1-1 0,-3 0 2 15,1-2-1-15,-1-1 0 0,-1 3-1 16,0-3 0-16,1 1-2 16,-1-3 1-16,-1 1 1 0,0-1 0 15,0 0 1-15,-1 0 0 0,0 0 0 0,0 0 0 16,1 0 1-16,-3 0 0 0,-4 0 0 16,0 0-1-16,-2 0 0 0,-4 0 0 15,0 0 0-15,-3 0 1 0,1-4 1 16,0-1-1-16,0-2-1 0,1-1 0 15,1-1 0-15,-1 0 0 0,-2 0 1 0,0-1-1 16,2 2-1-16,-3 0 1 0,-1-1-1 16,-2 2 1-16,-1 0-2 0,-2 2 2 15,-3-3 2-15,-3 1-1 0,-6-2 1 16,-5 1-2-16,-5-2 1 0,-7 1 0 16,-3-1 0-16,-3-4 1 0,-5-1 0 15,3-2-1-15,-3-3-1 0,2-1 0 16,1-2 0-16,0-2-1 0,3 1-3 15,-2-1 4-15,0 3-2 0,0 4 2 16,0 0 0-16,-1 3 0 0,2 1 1 0,-1 2-1 16,-1 0 1-16,-1 2 1 0,0-2 0 15,2 2 0-15,0-1 1 0,-1 1 1 16,3-2-1-16,1 0-2 0,0-3 0 16,2 0-1-16,0 0 0 0,3-3 0 15,0 1 0-15,-3 0 0 0,1-2 0 0,-3 2 0 16,1 0 2-16,-2 2-2 15,-4 0 2-15,-2-1-1 0,-1-1 1 16,-7 5 1-16,-2-5 2 0,-6-3-1 16,0-1 1-16,-1-8-2 0,-10 0-1 0,-3-1-2 15,-2-1 1-15,-4 0-2 0,-4-1 0 16,-2 2 2-16,-6 0-3 0,-3 0 4 16,-7 1-2-16,-6 2 1 0,-7 0-1 15,-4-1-1-15,-4-1 1 0,-7 0 0 16,-5-2 0-16,-8 2 0 0,-4 2 3 0,0 1-3 15,-3 4 2-15,3 0 0 0,3 3 0 16,-1-1 1-16,0 3 2 0,-4 0-1 16,-3 0 3-16,-5-1-5 15,-10 0 0-15,-6 0-3 0,-12-3 2 0,-9-3-1 16,-11 2-2-16,-9-4 3 0,-5 2-3 16,-3 0 3-16,-2 2 3 0,1 3 2 15,6 3 0-15,2 5 0 0,3 1-5 16,3 2-2-16,0 3-3 0,-2 1 2 15,-4-3 1-15,-8 1 0 0,-4-2 1 0,-9 0-1 16,-9 3 1-16,-7-2 0 0,-9-1 1 16,-9 3 0-16,-4-3 0 0,-4 1-1 15,-3 1 2-15,1 1 1 0,3 4 0 16,5-1-1-16,3 2 0 0,7 0 0 16,-1 5-4-16,3 0 1 0,0 5 0 15,-1-1 1-15,-4 2-2 0,-1 1 4 16,-5 2-4-16,-5-2 2 0,-3 2 0 15,-2 1 0-15,-3-1 0 0,-3 0 2 16,4 2 0-16,0 0-1 0,8 1 5 0,8 1-5 16,5 0 2-16,6 2-4 0,6-2 0 15,4 2-2-15,2-3-1 0,0 1 1 16,1-1-1-16,-1-1-1 0,-1 1 0 16,-6 0 3-16,-2-1-1 0,3 0 2 15,-6-1 1-15,3-3-3 0,2 2 4 0,6-2 1 16,6 0-2-16,7-2 0 0,10 2-3 15,6-1-1-15,4-4-7 0,3 1-1 16,5-3-4-16,-1-1 3 16,2-2 5-16,3-1 4 0,-3-1 2 0,8 0 3 15,-4 0-1-15,2 0 2 0,3-1 0 16,0-4 2-16,3 1-1 0,2-2 1 16,2 1 1-16,7-1 0 0,6-2-2 15,4 2 0-15,3-1-1 0,3 1-1 16,1 0 3-16,2 2-2 0,4-2 2 0,3 4 4 15,0 0 0-15,-1 0 1 0,1 2 2 16,-3 0-2-16,3 5 1 0,0 3-3 16,3 3 2-16,1-1 0 15,2 2-1-15,3 2 2 0,2-1-1 0,4-1-1 16,1 1 0-16,10-3-1 0,3 2-4 16,1 1 0-16,2 1-2 0,1 1 1 15,-1-1-1-15,4-2 0 0,2 0-2 16,4-2-2-16,7 0-4 0,7-2-10 15,5-2-22-15,13-1-43 0,1-2-88 0,9-1-83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E8206-5749-452C-870E-52CFAFB5846C}" type="datetimeFigureOut">
              <a:rPr lang="en-US" smtClean="0"/>
              <a:pPr>
                <a:defRPr/>
              </a:pPr>
              <a:t>3/17/2024</a:t>
            </a:fld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29515144-DAD1-4D30-BCF8-73F71ACED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95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43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Lecture-1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94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67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1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Lecture-1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022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Lecture-1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82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72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Lecture-1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14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66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Lecture-1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879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14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Lecture-1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357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81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72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95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515144-DAD1-4D30-BCF8-73F71ACED81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1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BB9CB-9449-4DE7-83AF-4CA75AC2B8B1}" type="datetime1">
              <a:rPr lang="en-US" smtClean="0"/>
              <a:t>3/17/2024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1433-2BD6-474A-B042-E5F0856EF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70680-1F32-4C1C-9961-28427774F84F}" type="datetime1">
              <a:rPr lang="en-US" smtClean="0"/>
              <a:t>3/17/2024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D1DA7-4C84-48B5-AF61-79C72C010C8D}" type="datetime1">
              <a:rPr lang="en-US" smtClean="0"/>
              <a:t>3/17/2024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57619-B5FB-4141-BED6-253329039A20}" type="datetime1">
              <a:rPr lang="en-US" smtClean="0"/>
              <a:t>3/17/2024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C4C73-0ADF-41A2-BD03-B97432D06114}" type="datetime1">
              <a:rPr lang="en-US" smtClean="0"/>
              <a:t>3/17/2024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64774-6889-4F3F-87B3-82AF987C9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2D0A3-E588-4152-92B1-FCB8C85BFA91}" type="datetime1">
              <a:rPr lang="en-US" smtClean="0"/>
              <a:t>3/17/2024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15D1-A74F-4481-8AFF-0CF19F1A422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AB317-05C2-4849-8D2E-159B0A13DD45}" type="datetime1">
              <a:rPr lang="en-US" smtClean="0"/>
              <a:t>3/17/2024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CE7F5-51D4-44E9-BF4E-3198249D1DA1}" type="datetime1">
              <a:rPr lang="en-US" smtClean="0"/>
              <a:t>3/17/2024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0E1A4-AB99-4782-B3D7-3880BFEA1DCF}" type="datetime1">
              <a:rPr lang="en-US" smtClean="0"/>
              <a:t>3/17/2024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B96B0-FACA-47ED-A6A1-24DE099EE332}" type="datetime1">
              <a:rPr lang="en-US" smtClean="0"/>
              <a:t>3/17/2024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243C1-E6E3-41F9-9EBC-26716E593BEC}" type="datetime1">
              <a:rPr lang="en-US" smtClean="0"/>
              <a:t>3/17/2024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E0F-DF2D-4465-B568-7505733AD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 smtClean="0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 smtClean="0"/>
            </a:lvl1pPr>
          </a:lstStyle>
          <a:p>
            <a:pPr>
              <a:defRPr/>
            </a:pPr>
            <a:fld id="{578891D9-9DBF-4503-8954-7823A473F5F2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02518-6CAE-442A-8EC9-848C14A8239C}" type="datetime1">
              <a:rPr lang="en-US" smtClean="0"/>
              <a:t>3/17/2024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4B72-864B-4419-8417-A1CD80834F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00EA5-16EA-4B09-8078-C1010747D54F}" type="datetime1">
              <a:rPr lang="en-US" smtClean="0"/>
              <a:t>3/17/2024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C4AA0-627E-417E-B63D-B3DF9B458D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4D26F-1823-44DC-9239-DC90B81E2C3B}" type="datetime1">
              <a:rPr lang="en-US" smtClean="0"/>
              <a:t>3/17/2024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947CB-2DD6-480A-BB8A-9DB725A59B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4F59F-99CC-4933-9586-F5443B0AEBDC}" type="datetime1">
              <a:rPr lang="en-US" smtClean="0"/>
              <a:t>3/17/2024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4F58-842A-4939-AD5D-04575B8B76C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EFC80-A07D-49E3-BAC4-4EDB2D9E0480}" type="datetime1">
              <a:rPr lang="en-US" smtClean="0"/>
              <a:t>3/17/2024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2B2FC-FC80-4EAE-B114-A316EDBA5B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CAD18-17D4-499A-A1B6-87A45F16711F}" type="datetime1">
              <a:rPr lang="en-US" smtClean="0"/>
              <a:t>3/17/2024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3D8C1-C48A-434B-B05D-32EFC992A06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17D080-28AA-4A5A-B16F-A7A03E196618}" type="datetime1">
              <a:rPr lang="en-US" smtClean="0"/>
              <a:t>3/17/2024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52F0-3AC6-4B70-9B7C-80128C5BC8D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1FFB2-8177-4BED-9DFA-33E9AEFFB0C4}" type="datetime1">
              <a:rPr lang="en-US" smtClean="0"/>
              <a:t>3/17/2024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F594-7693-4705-8E88-CEADBE86DA5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EAAE2-85A4-43C5-BB77-2717BFF9D651}" type="datetime1">
              <a:rPr lang="en-US" smtClean="0"/>
              <a:t>3/17/2024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6891-6D43-46F3-BFF0-1270190D4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CB8B1E0-F22B-4A8F-9B5F-BF9893B5ABD8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584C6A3-7CCD-4C85-B025-7257B7982604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F874284-52B8-4470-BDD8-4ADED48827A4}" type="datetime1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5A6D408-3886-45AE-87AA-FE4F4DD13316}" type="datetime1">
              <a:rPr lang="en-US" smtClean="0"/>
              <a:t>3/17/2024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593DD7E-D674-4C29-BA87-30671220063F}" type="datetime1">
              <a:rPr lang="en-US" smtClean="0"/>
              <a:t>3/17/2024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CF17F4D-4696-48FF-B372-B1606F96277B}" type="datetime1">
              <a:rPr lang="en-US" smtClean="0"/>
              <a:t>3/17/2024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6FB00BD-2A3E-405A-924C-959BC25F82CE}" type="datetime1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1E31B3-1A8E-48F2-BF0B-FF8F2A0CCD74}" type="datetime1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B9B2037-4F83-45AB-A8AE-5B592BBCAE9F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509AD5F-0A31-424D-AB9D-62B102033000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17F44B5-105B-4EE8-BC8A-AF6D66C6DE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04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4A149CE-A26C-4113-98AE-9143637F4EE9}" type="datetime1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0DB935C-A2BB-404C-A6C5-67E906802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1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4100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02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/>
        </p:nvPicPr>
        <p:blipFill>
          <a:blip r:embed="rId14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2" name="Group 8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2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8.emf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Machine Learning - Deployment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Anita Ramachandran</a:t>
            </a:r>
          </a:p>
          <a:p>
            <a:r>
              <a:rPr lang="en-IN" sz="2400" dirty="0" smtClean="0"/>
              <a:t>March 2024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0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70C0"/>
                </a:solidFill>
              </a:rPr>
              <a:t>Model engineering</a:t>
            </a:r>
          </a:p>
          <a:p>
            <a:r>
              <a:rPr lang="en-IN" dirty="0" smtClean="0"/>
              <a:t>Model standardization</a:t>
            </a:r>
          </a:p>
          <a:p>
            <a:r>
              <a:rPr lang="en-IN" dirty="0" smtClean="0"/>
              <a:t>Model compression</a:t>
            </a:r>
          </a:p>
          <a:p>
            <a:r>
              <a:rPr lang="en-IN" dirty="0" smtClean="0"/>
              <a:t>Recent topics</a:t>
            </a:r>
            <a:endParaRPr lang="en-IN" dirty="0"/>
          </a:p>
          <a:p>
            <a:endParaRPr lang="en-IN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9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Engineering</a:t>
            </a:r>
            <a:endParaRPr lang="en-IN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457201" y="1600201"/>
            <a:ext cx="8229600" cy="4648199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mtClean="0">
                <a:solidFill>
                  <a:srgbClr val="FF0000"/>
                </a:solidFill>
              </a:rPr>
              <a:t>ML/AI is rapidly adopted by new applications and industries!</a:t>
            </a:r>
          </a:p>
          <a:p>
            <a:pPr fontAlgn="auto">
              <a:spcAft>
                <a:spcPts val="0"/>
              </a:spcAft>
            </a:pPr>
            <a:endParaRPr lang="en-US" smtClean="0"/>
          </a:p>
          <a:p>
            <a:pPr fontAlgn="auto">
              <a:spcAft>
                <a:spcPts val="0"/>
              </a:spcAft>
            </a:pPr>
            <a:r>
              <a:rPr lang="en-US" smtClean="0"/>
              <a:t>Goal of a machine learning project is to build a statistical model by using collected data and applying machine learning algorithms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mtClean="0"/>
              <a:t>Yet building successful ML-based software projects is still </a:t>
            </a:r>
            <a:r>
              <a:rPr lang="en-US" smtClean="0">
                <a:solidFill>
                  <a:srgbClr val="FF0000"/>
                </a:solidFill>
              </a:rPr>
              <a:t>difficult</a:t>
            </a:r>
            <a:endParaRPr lang="en-US" smtClean="0"/>
          </a:p>
          <a:p>
            <a:pPr fontAlgn="auto">
              <a:spcAft>
                <a:spcPts val="0"/>
              </a:spcAft>
            </a:pPr>
            <a:endParaRPr lang="en-US" smtClean="0"/>
          </a:p>
          <a:p>
            <a:pPr fontAlgn="auto">
              <a:spcAft>
                <a:spcPts val="0"/>
              </a:spcAft>
            </a:pPr>
            <a:r>
              <a:rPr lang="en-US" smtClean="0"/>
              <a:t>Every ML-based software needs to manage three main assets: 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mtClean="0">
                <a:solidFill>
                  <a:srgbClr val="FF0000"/>
                </a:solidFill>
              </a:rPr>
              <a:t>Data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mtClean="0">
                <a:solidFill>
                  <a:srgbClr val="FF0000"/>
                </a:solidFill>
              </a:rPr>
              <a:t>Model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mtClean="0">
                <a:solidFill>
                  <a:srgbClr val="FF0000"/>
                </a:solidFill>
              </a:rPr>
              <a:t>and Code</a:t>
            </a:r>
          </a:p>
          <a:p>
            <a:pPr fontAlgn="auto">
              <a:spcAft>
                <a:spcPts val="0"/>
              </a:spcAft>
            </a:pPr>
            <a:endParaRPr lang="en-US" smtClean="0"/>
          </a:p>
          <a:p>
            <a:pPr fontAlgn="auto">
              <a:spcAft>
                <a:spcPts val="0"/>
              </a:spcAft>
            </a:pPr>
            <a:r>
              <a:rPr lang="en-US" smtClean="0"/>
              <a:t>Essential technical methodologies - involved in the development of the Machine Learning-based software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mtClean="0">
                <a:solidFill>
                  <a:srgbClr val="FF0000"/>
                </a:solidFill>
              </a:rPr>
              <a:t>Data Engineering: </a:t>
            </a:r>
            <a:r>
              <a:rPr lang="en-US" smtClean="0"/>
              <a:t>data acquisition &amp; data preparation,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mtClean="0">
                <a:solidFill>
                  <a:srgbClr val="FF0000"/>
                </a:solidFill>
              </a:rPr>
              <a:t>ML Model Engineering: </a:t>
            </a:r>
            <a:r>
              <a:rPr lang="en-US" smtClean="0"/>
              <a:t>ML model training &amp; serving, and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mtClean="0">
                <a:solidFill>
                  <a:srgbClr val="FF0000"/>
                </a:solidFill>
              </a:rPr>
              <a:t>Code Engineering : </a:t>
            </a:r>
            <a:r>
              <a:rPr lang="en-US" smtClean="0"/>
              <a:t>integrating ML model into the final product.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712080" y="3532680"/>
              <a:ext cx="640080" cy="2780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440" y="3525480"/>
                <a:ext cx="660240" cy="279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778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Engineering</a:t>
            </a:r>
            <a:endParaRPr lang="en-IN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457201" y="1600201"/>
            <a:ext cx="8305800" cy="5029199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Phase of writing and executing machine learning algorithms to obtain an ML model</a:t>
            </a:r>
          </a:p>
          <a:p>
            <a:pPr fontAlgn="auto">
              <a:spcAft>
                <a:spcPts val="0"/>
              </a:spcAft>
            </a:pPr>
            <a:endParaRPr lang="en-US" dirty="0" smtClean="0"/>
          </a:p>
          <a:p>
            <a:pPr fontAlgn="auto">
              <a:spcAft>
                <a:spcPts val="0"/>
              </a:spcAft>
            </a:pPr>
            <a:r>
              <a:rPr lang="en-US" dirty="0" smtClean="0"/>
              <a:t>The Model Engineering pipeline includes a number of operations that lead to a final model:</a:t>
            </a:r>
          </a:p>
          <a:p>
            <a:pPr lvl="1" fontAlgn="auto">
              <a:spcAft>
                <a:spcPts val="0"/>
              </a:spcAft>
            </a:pPr>
            <a:r>
              <a:rPr lang="en-US" dirty="0" smtClean="0"/>
              <a:t>Model Training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The process of applying the machine learning algorithm on training data to train an ML model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includes feature engineering and the </a:t>
            </a:r>
            <a:r>
              <a:rPr lang="en-US" dirty="0" err="1" smtClean="0"/>
              <a:t>hyperparameter</a:t>
            </a:r>
            <a:r>
              <a:rPr lang="en-US" dirty="0" smtClean="0"/>
              <a:t> tuning for the model training activity</a:t>
            </a:r>
          </a:p>
          <a:p>
            <a:pPr lvl="1" fontAlgn="auto">
              <a:spcAft>
                <a:spcPts val="0"/>
              </a:spcAft>
            </a:pPr>
            <a:endParaRPr lang="en-US" dirty="0" smtClean="0"/>
          </a:p>
          <a:p>
            <a:pPr lvl="1" fontAlgn="auto">
              <a:spcAft>
                <a:spcPts val="0"/>
              </a:spcAft>
            </a:pPr>
            <a:r>
              <a:rPr lang="en-US" dirty="0" smtClean="0"/>
              <a:t>Model Evaluation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Validating the trained model to ensure it meets original codified objectives before serving the ML model in production to the end-user</a:t>
            </a:r>
          </a:p>
          <a:p>
            <a:pPr lvl="1" fontAlgn="auto">
              <a:spcAft>
                <a:spcPts val="0"/>
              </a:spcAft>
            </a:pPr>
            <a:endParaRPr lang="en-US" dirty="0" smtClean="0"/>
          </a:p>
          <a:p>
            <a:pPr lvl="1" fontAlgn="auto">
              <a:spcAft>
                <a:spcPts val="0"/>
              </a:spcAft>
            </a:pPr>
            <a:r>
              <a:rPr lang="en-US" dirty="0" smtClean="0"/>
              <a:t>Model Testing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Performing the final “Model Acceptance Test” by using the hold </a:t>
            </a:r>
            <a:r>
              <a:rPr lang="en-US" dirty="0" err="1" smtClean="0"/>
              <a:t>backtest</a:t>
            </a:r>
            <a:r>
              <a:rPr lang="en-US" dirty="0" smtClean="0"/>
              <a:t> dataset</a:t>
            </a:r>
          </a:p>
          <a:p>
            <a:pPr lvl="1" fontAlgn="auto">
              <a:spcAft>
                <a:spcPts val="0"/>
              </a:spcAft>
            </a:pPr>
            <a:endParaRPr lang="en-US" dirty="0" smtClean="0"/>
          </a:p>
          <a:p>
            <a:pPr lvl="1" fontAlgn="auto">
              <a:spcAft>
                <a:spcPts val="0"/>
              </a:spcAft>
            </a:pPr>
            <a:r>
              <a:rPr lang="en-US" dirty="0" smtClean="0"/>
              <a:t>Model Packaging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The process of exporting the final ML model into a specific format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which describes the model, in order to be consumed by the business application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844200" y="2431440"/>
              <a:ext cx="822240" cy="35175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5920" y="2420280"/>
                <a:ext cx="841680" cy="353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336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Deployment</a:t>
            </a:r>
            <a:endParaRPr lang="en-IN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362585" y="1600200"/>
            <a:ext cx="8552815" cy="4648199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Need to deploy model as part of a business application such as a mobile or desktop application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The ML models require various data points (feature vector) to produce predictions</a:t>
            </a:r>
          </a:p>
          <a:p>
            <a:pPr lvl="1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The final stage of the ML workflow is the integration of the previously engineered ML model into existing software</a:t>
            </a:r>
          </a:p>
          <a:p>
            <a:pPr fontAlgn="auto">
              <a:spcAft>
                <a:spcPts val="0"/>
              </a:spcAft>
            </a:pPr>
            <a:endParaRPr lang="en-US" dirty="0" smtClean="0"/>
          </a:p>
          <a:p>
            <a:pPr fontAlgn="auto">
              <a:spcAft>
                <a:spcPts val="0"/>
              </a:spcAft>
            </a:pPr>
            <a:endParaRPr lang="en-US" dirty="0" smtClean="0"/>
          </a:p>
          <a:p>
            <a:pPr fontAlgn="auto">
              <a:spcAft>
                <a:spcPts val="0"/>
              </a:spcAft>
            </a:pPr>
            <a:r>
              <a:rPr lang="en-US" dirty="0" smtClean="0"/>
              <a:t>Includes the following operations:</a:t>
            </a:r>
          </a:p>
          <a:p>
            <a:pPr lvl="1" fontAlgn="auto">
              <a:spcAft>
                <a:spcPts val="0"/>
              </a:spcAft>
            </a:pPr>
            <a:r>
              <a:rPr lang="en-US" dirty="0" smtClean="0"/>
              <a:t>Model Serving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The process of addressing the ML model artifact in a production environment</a:t>
            </a:r>
          </a:p>
          <a:p>
            <a:pPr lvl="1" fontAlgn="auto">
              <a:spcAft>
                <a:spcPts val="0"/>
              </a:spcAft>
            </a:pPr>
            <a:endParaRPr lang="en-US" dirty="0" smtClean="0"/>
          </a:p>
          <a:p>
            <a:pPr lvl="1" fontAlgn="auto">
              <a:spcAft>
                <a:spcPts val="0"/>
              </a:spcAft>
            </a:pPr>
            <a:r>
              <a:rPr lang="en-US" dirty="0" smtClean="0"/>
              <a:t>Model Performance Monitoring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The process of observing the ML model performance based on live and previously unseen data, such as prediction or recommendation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interested in ML-specific signals, such as prediction deviation from previous model performance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signals might be used as triggers for model re-training</a:t>
            </a:r>
          </a:p>
          <a:p>
            <a:pPr lvl="1" fontAlgn="auto">
              <a:spcAft>
                <a:spcPts val="0"/>
              </a:spcAft>
            </a:pPr>
            <a:endParaRPr lang="en-US" dirty="0" smtClean="0"/>
          </a:p>
          <a:p>
            <a:pPr lvl="1" fontAlgn="auto">
              <a:spcAft>
                <a:spcPts val="0"/>
              </a:spcAft>
            </a:pPr>
            <a:r>
              <a:rPr lang="en-US" dirty="0" smtClean="0"/>
              <a:t>Model Performance Logging</a:t>
            </a:r>
          </a:p>
          <a:p>
            <a:pPr lvl="2" fontAlgn="auto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Every inference request results in the log-record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659520" y="3512880"/>
              <a:ext cx="627480" cy="2274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160" y="3502800"/>
                <a:ext cx="646200" cy="22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359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Deployment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Need for focus on deployment</a:t>
            </a:r>
          </a:p>
          <a:p>
            <a:r>
              <a:rPr lang="en-IN" dirty="0" smtClean="0"/>
              <a:t>Options</a:t>
            </a:r>
          </a:p>
          <a:p>
            <a:pPr lvl="1"/>
            <a:r>
              <a:rPr lang="en-US" dirty="0"/>
              <a:t>Deploying machine learning models as web </a:t>
            </a:r>
            <a:r>
              <a:rPr lang="en-US" dirty="0" smtClean="0"/>
              <a:t>services</a:t>
            </a:r>
          </a:p>
          <a:p>
            <a:pPr lvl="2"/>
            <a:r>
              <a:rPr lang="en-US" dirty="0" smtClean="0"/>
              <a:t>Persist models, serve them up using REST APIs (e.g. using Flask)</a:t>
            </a:r>
          </a:p>
          <a:p>
            <a:pPr lvl="1"/>
            <a:r>
              <a:rPr lang="en-US" dirty="0"/>
              <a:t>Deploying machine learning models for batch </a:t>
            </a:r>
            <a:r>
              <a:rPr lang="en-US" dirty="0" smtClean="0"/>
              <a:t>prediction</a:t>
            </a:r>
            <a:endParaRPr lang="en-US" dirty="0"/>
          </a:p>
          <a:p>
            <a:pPr lvl="1"/>
            <a:r>
              <a:rPr lang="en-US" dirty="0" smtClean="0"/>
              <a:t>Deploying </a:t>
            </a:r>
            <a:r>
              <a:rPr lang="en-US" dirty="0"/>
              <a:t>machine learning models on edge devices as embedded </a:t>
            </a:r>
            <a:r>
              <a:rPr lang="en-US" dirty="0" smtClean="0"/>
              <a:t>models</a:t>
            </a:r>
          </a:p>
          <a:p>
            <a:pPr lvl="2"/>
            <a:r>
              <a:rPr lang="en-US" dirty="0" smtClean="0"/>
              <a:t>Reduced latency, reduced data bandwidth consumption</a:t>
            </a:r>
          </a:p>
          <a:p>
            <a:pPr lvl="2"/>
            <a:r>
              <a:rPr lang="en-US" dirty="0" smtClean="0"/>
              <a:t>Model compression</a:t>
            </a:r>
          </a:p>
          <a:p>
            <a:pPr lvl="2"/>
            <a:r>
              <a:rPr lang="en-US" dirty="0" err="1" smtClean="0"/>
              <a:t>Tflite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971288" y="6194665"/>
            <a:ext cx="50898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Ref: </a:t>
            </a:r>
            <a:r>
              <a:rPr lang="en-IN" sz="800" dirty="0"/>
              <a:t>https://towardsdatascience.com/3-ways-to-deploy-machine-learning-models-in-production-cdba15b00e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57560" y="1489680"/>
              <a:ext cx="470880" cy="5277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800" y="1479960"/>
                <a:ext cx="486000" cy="54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09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ML deployment techniques</a:t>
            </a:r>
          </a:p>
          <a:p>
            <a:r>
              <a:rPr lang="en-US" dirty="0" smtClean="0"/>
              <a:t>Key components of model monitoring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964880" y="2083320"/>
              <a:ext cx="2348280" cy="3357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3000" y="2075400"/>
                <a:ext cx="2364480" cy="337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71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 in Operationalizing ML Models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66228" y="1600200"/>
            <a:ext cx="8699174" cy="4572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26440" y="4038840"/>
              <a:ext cx="3550680" cy="1935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640" y="4027680"/>
                <a:ext cx="3564360" cy="19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443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Engineering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Machine learning pipelines vs classical software engineering pipelines</a:t>
            </a:r>
          </a:p>
          <a:p>
            <a:r>
              <a:rPr lang="en-IN" dirty="0" err="1" smtClean="0"/>
              <a:t>MLOps</a:t>
            </a:r>
            <a:endParaRPr lang="en-IN" dirty="0" smtClean="0"/>
          </a:p>
          <a:p>
            <a:pPr lvl="1"/>
            <a:r>
              <a:rPr lang="en-IN" dirty="0" smtClean="0"/>
              <a:t>Comparison with DevOps</a:t>
            </a:r>
          </a:p>
          <a:p>
            <a:pPr lvl="1"/>
            <a:r>
              <a:rPr lang="en-IN" dirty="0" err="1" smtClean="0"/>
              <a:t>MLOps</a:t>
            </a:r>
            <a:r>
              <a:rPr lang="en-IN" dirty="0" smtClean="0"/>
              <a:t> tools and pipelines</a:t>
            </a:r>
          </a:p>
          <a:p>
            <a:pPr lvl="1"/>
            <a:r>
              <a:rPr lang="en-IN" dirty="0" smtClean="0"/>
              <a:t>Pipeline orchestration</a:t>
            </a:r>
          </a:p>
          <a:p>
            <a:r>
              <a:rPr lang="en-IN" dirty="0" err="1" smtClean="0"/>
              <a:t>AutoML</a:t>
            </a:r>
            <a:endParaRPr lang="en-IN" dirty="0" smtClean="0"/>
          </a:p>
          <a:p>
            <a:pPr lvl="1"/>
            <a:r>
              <a:rPr lang="en-IN" dirty="0" err="1" smtClean="0"/>
              <a:t>Hyperparameter</a:t>
            </a:r>
            <a:r>
              <a:rPr lang="en-IN" dirty="0" smtClean="0"/>
              <a:t> tuning</a:t>
            </a:r>
          </a:p>
          <a:p>
            <a:pPr lvl="1"/>
            <a:r>
              <a:rPr lang="en-IN" dirty="0" err="1" smtClean="0"/>
              <a:t>AutoML</a:t>
            </a:r>
            <a:r>
              <a:rPr lang="en-IN" dirty="0" smtClean="0"/>
              <a:t> frameworks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42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 Workflows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ML architecture patterns</a:t>
            </a:r>
          </a:p>
          <a:p>
            <a:r>
              <a:rPr lang="en-US" dirty="0" smtClean="0"/>
              <a:t>Model serving patterns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967760" y="941040"/>
              <a:ext cx="6989400" cy="4665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7320" y="928440"/>
                <a:ext cx="7004880" cy="46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2211480" y="4721400"/>
              <a:ext cx="3916080" cy="13827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9240" y="4707360"/>
                <a:ext cx="3932640" cy="140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172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Serving Strategies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ways for wrapping trained models as deployable services, namely deploying ML models as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Docker Containers to Cloud Instances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Serverless</a:t>
            </a:r>
            <a:r>
              <a:rPr lang="en-US" dirty="0"/>
              <a:t> Functions</a:t>
            </a:r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618680" y="2918880"/>
              <a:ext cx="514440" cy="438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11120" y="2907000"/>
                <a:ext cx="531000" cy="4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736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Model engineering</a:t>
            </a:r>
          </a:p>
          <a:p>
            <a:r>
              <a:rPr lang="en-IN" dirty="0" smtClean="0">
                <a:solidFill>
                  <a:srgbClr val="0070C0"/>
                </a:solidFill>
              </a:rPr>
              <a:t>Model standardization</a:t>
            </a:r>
          </a:p>
          <a:p>
            <a:r>
              <a:rPr lang="en-IN" dirty="0" smtClean="0"/>
              <a:t>Model compression</a:t>
            </a:r>
          </a:p>
          <a:p>
            <a:r>
              <a:rPr lang="en-IN" dirty="0" smtClean="0"/>
              <a:t>Recent topics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75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standardization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Why is model serving difficult?</a:t>
            </a:r>
          </a:p>
          <a:p>
            <a:pPr lvl="1"/>
            <a:r>
              <a:rPr lang="en-IN" dirty="0" smtClean="0"/>
              <a:t>Data scientists and software engineers: two groups with different goals</a:t>
            </a:r>
          </a:p>
          <a:p>
            <a:pPr lvl="1"/>
            <a:r>
              <a:rPr lang="en-IN" dirty="0" smtClean="0"/>
              <a:t>Tool proliferation</a:t>
            </a:r>
          </a:p>
          <a:p>
            <a:r>
              <a:rPr lang="en-IN" dirty="0" smtClean="0"/>
              <a:t>Model representation standards</a:t>
            </a:r>
          </a:p>
          <a:p>
            <a:pPr lvl="1"/>
            <a:r>
              <a:rPr lang="en-IN" dirty="0" smtClean="0"/>
              <a:t>Similar to WSDL in the web server world</a:t>
            </a:r>
          </a:p>
          <a:p>
            <a:pPr lvl="1"/>
            <a:r>
              <a:rPr lang="en-IN" dirty="0" smtClean="0"/>
              <a:t>PMML and PFA from the Data Mining group</a:t>
            </a:r>
          </a:p>
          <a:p>
            <a:r>
              <a:rPr lang="en-IN" dirty="0" smtClean="0"/>
              <a:t>Support from development libraries</a:t>
            </a:r>
          </a:p>
          <a:p>
            <a:pPr lvl="1"/>
            <a:r>
              <a:rPr lang="en-US" dirty="0" err="1" smtClean="0"/>
              <a:t>TensorFlow</a:t>
            </a:r>
            <a:r>
              <a:rPr lang="en-US" dirty="0" smtClean="0"/>
              <a:t> allows to export models in text &amp; binary for transferring models between machine learning and model serving</a:t>
            </a:r>
          </a:p>
          <a:p>
            <a:pPr lvl="1"/>
            <a:r>
              <a:rPr lang="en-US" dirty="0" smtClean="0"/>
              <a:t>ONNX</a:t>
            </a:r>
          </a:p>
          <a:p>
            <a:pPr lvl="2"/>
            <a:r>
              <a:rPr lang="en-US" dirty="0" smtClean="0"/>
              <a:t>An open format to represent ML models</a:t>
            </a:r>
          </a:p>
          <a:p>
            <a:pPr lvl="2"/>
            <a:r>
              <a:rPr lang="en-US" dirty="0" smtClean="0"/>
              <a:t>Allows using one tool stack for model training and another for inferencing</a:t>
            </a:r>
          </a:p>
          <a:p>
            <a:pPr lvl="2"/>
            <a:r>
              <a:rPr lang="en-US" dirty="0" smtClean="0"/>
              <a:t>Enables framework interoperability to prevent framework lock-in</a:t>
            </a:r>
            <a:endParaRPr lang="en-IN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84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Model engineering</a:t>
            </a:r>
          </a:p>
          <a:p>
            <a:r>
              <a:rPr lang="en-IN" dirty="0" smtClean="0"/>
              <a:t>Model standardization</a:t>
            </a:r>
          </a:p>
          <a:p>
            <a:r>
              <a:rPr lang="en-IN" dirty="0" smtClean="0">
                <a:solidFill>
                  <a:srgbClr val="0033CC"/>
                </a:solidFill>
              </a:rPr>
              <a:t>Model compression</a:t>
            </a:r>
          </a:p>
          <a:p>
            <a:r>
              <a:rPr lang="en-IN" dirty="0" smtClean="0"/>
              <a:t>Recent topics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555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Compression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Resource constrained environments</a:t>
            </a:r>
          </a:p>
          <a:p>
            <a:r>
              <a:rPr lang="en-IN" dirty="0" smtClean="0"/>
              <a:t>Resource requirements for hosting ML models</a:t>
            </a:r>
          </a:p>
          <a:p>
            <a:r>
              <a:rPr lang="en-IN" dirty="0" smtClean="0"/>
              <a:t>Model compression techniques</a:t>
            </a:r>
          </a:p>
          <a:p>
            <a:pPr lvl="1"/>
            <a:r>
              <a:rPr lang="en-US" dirty="0" smtClean="0"/>
              <a:t>Parameter </a:t>
            </a:r>
            <a:r>
              <a:rPr lang="en-US" dirty="0"/>
              <a:t>pruning and quantization, low rank factorization, transferred/compact convolutional filters, knowledge </a:t>
            </a:r>
            <a:r>
              <a:rPr lang="en-US" dirty="0" smtClean="0"/>
              <a:t>distillation</a:t>
            </a:r>
          </a:p>
          <a:p>
            <a:r>
              <a:rPr lang="en-US" dirty="0" err="1" smtClean="0"/>
              <a:t>TinyML</a:t>
            </a:r>
            <a:endParaRPr lang="en-US" dirty="0" smtClean="0"/>
          </a:p>
          <a:p>
            <a:pPr lvl="1"/>
            <a:r>
              <a:rPr lang="en-US" dirty="0" err="1" smtClean="0"/>
              <a:t>TFLite</a:t>
            </a:r>
            <a:r>
              <a:rPr lang="en-US" dirty="0"/>
              <a:t>, GLOW, </a:t>
            </a:r>
            <a:r>
              <a:rPr lang="en-US" dirty="0" err="1" smtClean="0"/>
              <a:t>PyTorch</a:t>
            </a:r>
            <a:r>
              <a:rPr lang="en-US" dirty="0" smtClean="0"/>
              <a:t> Mobile, Edge Impulse, </a:t>
            </a:r>
            <a:r>
              <a:rPr lang="en-US" dirty="0" err="1" smtClean="0"/>
              <a:t>AIfES</a:t>
            </a:r>
            <a:endParaRPr lang="en-IN" dirty="0" smtClean="0"/>
          </a:p>
          <a:p>
            <a:r>
              <a:rPr lang="en-IN" dirty="0" smtClean="0"/>
              <a:t>Architectural considerations</a:t>
            </a:r>
          </a:p>
          <a:p>
            <a:pPr lvl="1"/>
            <a:r>
              <a:rPr lang="en-IN" dirty="0" err="1" smtClean="0"/>
              <a:t>Tradeoffs</a:t>
            </a:r>
            <a:r>
              <a:rPr lang="en-IN" dirty="0" smtClean="0"/>
              <a:t> – latency, accuracy, compute requirements, power consumption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119960" y="4185720"/>
              <a:ext cx="7170480" cy="677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3120" y="4176000"/>
                <a:ext cx="7186320" cy="69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4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Model engineering</a:t>
            </a:r>
          </a:p>
          <a:p>
            <a:r>
              <a:rPr lang="en-IN" dirty="0" smtClean="0"/>
              <a:t>Model standardization</a:t>
            </a:r>
          </a:p>
          <a:p>
            <a:r>
              <a:rPr lang="en-IN" dirty="0" smtClean="0"/>
              <a:t>Model compression</a:t>
            </a:r>
          </a:p>
          <a:p>
            <a:r>
              <a:rPr lang="en-IN" dirty="0" smtClean="0">
                <a:solidFill>
                  <a:srgbClr val="0033CC"/>
                </a:solidFill>
              </a:rPr>
              <a:t>Recent topics</a:t>
            </a:r>
          </a:p>
          <a:p>
            <a:pPr lvl="1"/>
            <a:r>
              <a:rPr lang="en-IN" dirty="0" smtClean="0">
                <a:solidFill>
                  <a:srgbClr val="0033CC"/>
                </a:solidFill>
              </a:rPr>
              <a:t>Data Privacy for Machine Learning</a:t>
            </a:r>
          </a:p>
          <a:p>
            <a:pPr lvl="1"/>
            <a:r>
              <a:rPr lang="en-IN" dirty="0" smtClean="0">
                <a:solidFill>
                  <a:srgbClr val="0033CC"/>
                </a:solidFill>
              </a:rPr>
              <a:t>Distributed Machine Learning</a:t>
            </a:r>
          </a:p>
          <a:p>
            <a:pPr lvl="1"/>
            <a:r>
              <a:rPr lang="en-IN" dirty="0">
                <a:solidFill>
                  <a:srgbClr val="0033CC"/>
                </a:solidFill>
              </a:rPr>
              <a:t>Federated Machine Learning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10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Privacy for Machine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Data privacy issues</a:t>
            </a:r>
          </a:p>
          <a:p>
            <a:pPr lvl="1"/>
            <a:r>
              <a:rPr lang="en-IN" dirty="0" smtClean="0"/>
              <a:t>What is private and what is not; Who do we want to keep data private from; Who are the trusted parties</a:t>
            </a:r>
          </a:p>
          <a:p>
            <a:pPr lvl="1"/>
            <a:r>
              <a:rPr lang="en-US" dirty="0" smtClean="0"/>
              <a:t>Protection </a:t>
            </a:r>
            <a:r>
              <a:rPr lang="en-US" dirty="0"/>
              <a:t>of Personally identifying </a:t>
            </a:r>
            <a:r>
              <a:rPr lang="en-US" dirty="0" smtClean="0"/>
              <a:t>information (PII), </a:t>
            </a:r>
            <a:r>
              <a:rPr lang="en-US" dirty="0"/>
              <a:t>sensitive data, quasi-identifying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Should users who provide less data receive less accurate predictions than the users who contribute more data</a:t>
            </a:r>
            <a:endParaRPr lang="en-IN" dirty="0" smtClean="0"/>
          </a:p>
          <a:p>
            <a:r>
              <a:rPr lang="en-IN" dirty="0" smtClean="0"/>
              <a:t>Methods to help increase privacy</a:t>
            </a:r>
          </a:p>
          <a:p>
            <a:pPr lvl="1"/>
            <a:r>
              <a:rPr lang="en-IN" dirty="0" smtClean="0"/>
              <a:t>Differential Privacy (Local DP, Global DP)</a:t>
            </a:r>
          </a:p>
          <a:p>
            <a:pPr lvl="2"/>
            <a:r>
              <a:rPr lang="en-IN" dirty="0" smtClean="0"/>
              <a:t>Federated learning system</a:t>
            </a:r>
          </a:p>
          <a:p>
            <a:pPr lvl="2"/>
            <a:r>
              <a:rPr lang="en-US" dirty="0"/>
              <a:t>Private Aggregation of Teacher Ensembles (PATE) </a:t>
            </a:r>
            <a:r>
              <a:rPr lang="en-US" dirty="0" smtClean="0"/>
              <a:t>approach</a:t>
            </a:r>
          </a:p>
          <a:p>
            <a:pPr lvl="2"/>
            <a:r>
              <a:rPr lang="en-US" dirty="0" err="1" smtClean="0"/>
              <a:t>TensorFlow</a:t>
            </a:r>
            <a:r>
              <a:rPr lang="en-US" dirty="0" smtClean="0"/>
              <a:t> Privacy</a:t>
            </a:r>
          </a:p>
          <a:p>
            <a:pPr lvl="1"/>
            <a:r>
              <a:rPr lang="en-US" dirty="0" smtClean="0"/>
              <a:t>Encrypted Machine Learning</a:t>
            </a:r>
          </a:p>
          <a:p>
            <a:pPr lvl="2"/>
            <a:r>
              <a:rPr lang="en-US" dirty="0" smtClean="0"/>
              <a:t>Homomorphic </a:t>
            </a:r>
            <a:r>
              <a:rPr lang="en-US" dirty="0"/>
              <a:t>encryption (HE) and </a:t>
            </a:r>
            <a:r>
              <a:rPr lang="en-US" dirty="0" smtClean="0"/>
              <a:t>Secure Multiparty Computation (SMPC)</a:t>
            </a:r>
            <a:endParaRPr lang="en-IN" dirty="0" smtClean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74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Model engineering</a:t>
            </a:r>
          </a:p>
          <a:p>
            <a:r>
              <a:rPr lang="en-IN" dirty="0" smtClean="0"/>
              <a:t>Model standardization</a:t>
            </a:r>
          </a:p>
          <a:p>
            <a:r>
              <a:rPr lang="en-IN" dirty="0" smtClean="0"/>
              <a:t>Model compression</a:t>
            </a:r>
          </a:p>
          <a:p>
            <a:r>
              <a:rPr lang="en-IN" dirty="0" smtClean="0">
                <a:solidFill>
                  <a:srgbClr val="0033CC"/>
                </a:solidFill>
              </a:rPr>
              <a:t>Recent topics</a:t>
            </a:r>
          </a:p>
          <a:p>
            <a:pPr lvl="1"/>
            <a:r>
              <a:rPr lang="en-IN" dirty="0" smtClean="0">
                <a:solidFill>
                  <a:srgbClr val="0033CC"/>
                </a:solidFill>
              </a:rPr>
              <a:t>Data Privacy for Machine Learning</a:t>
            </a:r>
          </a:p>
          <a:p>
            <a:pPr lvl="1"/>
            <a:r>
              <a:rPr lang="en-IN" dirty="0" smtClean="0">
                <a:solidFill>
                  <a:srgbClr val="0033CC"/>
                </a:solidFill>
              </a:rPr>
              <a:t>Distributed Machine Learning</a:t>
            </a:r>
          </a:p>
          <a:p>
            <a:pPr lvl="1"/>
            <a:r>
              <a:rPr lang="en-IN" dirty="0">
                <a:solidFill>
                  <a:srgbClr val="0033CC"/>
                </a:solidFill>
              </a:rPr>
              <a:t>Federated Machine Learning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9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Distributed Machine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Multinode</a:t>
            </a:r>
            <a:r>
              <a:rPr lang="en-US" dirty="0" smtClean="0"/>
              <a:t> </a:t>
            </a:r>
            <a:r>
              <a:rPr lang="en-US" dirty="0"/>
              <a:t>machine learning algorithms and </a:t>
            </a:r>
            <a:r>
              <a:rPr lang="en-US" dirty="0" smtClean="0"/>
              <a:t>systems that </a:t>
            </a:r>
            <a:r>
              <a:rPr lang="en-US" dirty="0"/>
              <a:t>are designed to improve </a:t>
            </a:r>
            <a:r>
              <a:rPr lang="en-US" dirty="0" smtClean="0"/>
              <a:t>performance</a:t>
            </a:r>
            <a:r>
              <a:rPr lang="en-US" dirty="0"/>
              <a:t>, increase accuracy, and scale to larger input </a:t>
            </a:r>
            <a:r>
              <a:rPr lang="en-US" dirty="0" smtClean="0"/>
              <a:t>data sizes</a:t>
            </a:r>
          </a:p>
          <a:p>
            <a:r>
              <a:rPr lang="en-US" dirty="0" smtClean="0"/>
              <a:t>Data parallelism</a:t>
            </a:r>
          </a:p>
          <a:p>
            <a:pPr lvl="1"/>
            <a:r>
              <a:rPr lang="en-US" dirty="0" smtClean="0"/>
              <a:t>Data is split across devices; each node trains on a subset of data</a:t>
            </a:r>
          </a:p>
          <a:p>
            <a:r>
              <a:rPr lang="en-US" dirty="0" smtClean="0"/>
              <a:t>Model parallelism</a:t>
            </a:r>
          </a:p>
          <a:p>
            <a:pPr lvl="1"/>
            <a:r>
              <a:rPr lang="en-US" dirty="0" smtClean="0"/>
              <a:t>Model is split across devices; each node trains on the complete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22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Model engineering</a:t>
            </a:r>
          </a:p>
          <a:p>
            <a:r>
              <a:rPr lang="en-IN" dirty="0" smtClean="0"/>
              <a:t>Model standardization</a:t>
            </a:r>
          </a:p>
          <a:p>
            <a:r>
              <a:rPr lang="en-IN" dirty="0" smtClean="0"/>
              <a:t>Model compression</a:t>
            </a:r>
          </a:p>
          <a:p>
            <a:r>
              <a:rPr lang="en-IN" dirty="0" smtClean="0">
                <a:solidFill>
                  <a:srgbClr val="0033CC"/>
                </a:solidFill>
              </a:rPr>
              <a:t>Recent topics</a:t>
            </a:r>
          </a:p>
          <a:p>
            <a:pPr lvl="1"/>
            <a:r>
              <a:rPr lang="en-IN" dirty="0" smtClean="0">
                <a:solidFill>
                  <a:srgbClr val="0033CC"/>
                </a:solidFill>
              </a:rPr>
              <a:t>Data Privacy for Machine Learning</a:t>
            </a:r>
          </a:p>
          <a:p>
            <a:pPr lvl="1"/>
            <a:r>
              <a:rPr lang="en-IN" dirty="0" smtClean="0">
                <a:solidFill>
                  <a:srgbClr val="0033CC"/>
                </a:solidFill>
              </a:rPr>
              <a:t>Distributed Machine Learning</a:t>
            </a:r>
          </a:p>
          <a:p>
            <a:pPr lvl="1"/>
            <a:r>
              <a:rPr lang="en-IN" dirty="0">
                <a:solidFill>
                  <a:srgbClr val="0033CC"/>
                </a:solidFill>
              </a:rPr>
              <a:t>Federated Machine Learning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28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Federated Machine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protocol </a:t>
            </a:r>
            <a:r>
              <a:rPr lang="en-US" dirty="0"/>
              <a:t>where the training of a machine learning </a:t>
            </a:r>
            <a:r>
              <a:rPr lang="en-US" dirty="0" smtClean="0"/>
              <a:t>model is </a:t>
            </a:r>
            <a:r>
              <a:rPr lang="en-US" dirty="0"/>
              <a:t>distributed across many different devices and the trained model is combined on </a:t>
            </a:r>
            <a:r>
              <a:rPr lang="en-US" dirty="0" smtClean="0"/>
              <a:t>a central server</a:t>
            </a:r>
          </a:p>
          <a:p>
            <a:r>
              <a:rPr lang="en-US" dirty="0" smtClean="0"/>
              <a:t>Model training</a:t>
            </a:r>
          </a:p>
          <a:p>
            <a:r>
              <a:rPr lang="en-US" dirty="0" smtClean="0"/>
              <a:t>Secure aggregation of weights into the central model</a:t>
            </a:r>
          </a:p>
          <a:p>
            <a:r>
              <a:rPr lang="en-US" dirty="0"/>
              <a:t>DP limits the amount of information that each user </a:t>
            </a:r>
            <a:r>
              <a:rPr lang="en-US" dirty="0" smtClean="0"/>
              <a:t>can contribute </a:t>
            </a:r>
            <a:r>
              <a:rPr lang="en-US" dirty="0"/>
              <a:t>to the final </a:t>
            </a:r>
            <a:r>
              <a:rPr lang="en-US" dirty="0" smtClean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692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Federated Machine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" y="4238654"/>
            <a:ext cx="8882270" cy="2314545"/>
          </a:xfrm>
        </p:spPr>
        <p:txBody>
          <a:bodyPr>
            <a:noAutofit/>
          </a:bodyPr>
          <a:lstStyle/>
          <a:p>
            <a:r>
              <a:rPr lang="en-US" sz="2400" dirty="0"/>
              <a:t>Challenges</a:t>
            </a:r>
          </a:p>
          <a:p>
            <a:pPr lvl="1"/>
            <a:r>
              <a:rPr lang="en-US" sz="1800" dirty="0"/>
              <a:t>Not all data sources may have collected new data between one training run and the next</a:t>
            </a:r>
          </a:p>
          <a:p>
            <a:pPr lvl="1"/>
            <a:r>
              <a:rPr lang="en-US" sz="1800" dirty="0"/>
              <a:t>Not all mobile devices are powered on all the time</a:t>
            </a:r>
          </a:p>
          <a:p>
            <a:pPr lvl="1"/>
            <a:r>
              <a:rPr lang="en-IN" sz="1800" dirty="0"/>
              <a:t>Performance issues on devices that train an FL model</a:t>
            </a:r>
          </a:p>
          <a:p>
            <a:pPr lvl="1"/>
            <a:r>
              <a:rPr lang="en-IN" sz="1800" dirty="0"/>
              <a:t>Requires frequent communication </a:t>
            </a:r>
            <a:r>
              <a:rPr lang="en-IN" sz="1800" dirty="0" smtClean="0"/>
              <a:t>across the nodes in the federated network</a:t>
            </a:r>
          </a:p>
          <a:p>
            <a:pPr lvl="1"/>
            <a:r>
              <a:rPr lang="en-IN" sz="1800" dirty="0" smtClean="0"/>
              <a:t>Workflows</a:t>
            </a:r>
            <a:endParaRPr lang="en-IN" sz="1800" dirty="0"/>
          </a:p>
          <a:p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19078"/>
            <a:ext cx="6324600" cy="2589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4038600"/>
            <a:ext cx="24272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00" dirty="0"/>
              <a:t>Source: https://viso.ai/deep-learning/federated-learning/</a:t>
            </a:r>
          </a:p>
        </p:txBody>
      </p:sp>
    </p:spTree>
    <p:extLst>
      <p:ext uri="{BB962C8B-B14F-4D97-AF65-F5344CB8AC3E}">
        <p14:creationId xmlns:p14="http://schemas.microsoft.com/office/powerpoint/2010/main" val="339848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Federated Learning vs Distributed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FL </a:t>
            </a:r>
            <a:r>
              <a:rPr lang="en-US" dirty="0"/>
              <a:t>does not allow direct raw data communication. DL does not have any such restriction.  </a:t>
            </a:r>
          </a:p>
          <a:p>
            <a:r>
              <a:rPr lang="en-US" dirty="0" smtClean="0"/>
              <a:t>FL </a:t>
            </a:r>
            <a:r>
              <a:rPr lang="en-US" dirty="0"/>
              <a:t>employs the distributed computing resources in multiple regions or </a:t>
            </a:r>
            <a:r>
              <a:rPr lang="en-US" dirty="0" err="1"/>
              <a:t>organisations</a:t>
            </a:r>
            <a:r>
              <a:rPr lang="en-US" dirty="0"/>
              <a:t>. DL </a:t>
            </a:r>
            <a:r>
              <a:rPr lang="en-US" dirty="0" err="1"/>
              <a:t>utilises</a:t>
            </a:r>
            <a:r>
              <a:rPr lang="en-US" dirty="0"/>
              <a:t> a single server or a cluster in a single region, which belongs to a single </a:t>
            </a:r>
            <a:r>
              <a:rPr lang="en-US" dirty="0" err="1"/>
              <a:t>organisation</a:t>
            </a:r>
            <a:r>
              <a:rPr lang="en-US" dirty="0"/>
              <a:t>.</a:t>
            </a:r>
          </a:p>
          <a:p>
            <a:r>
              <a:rPr lang="en-US" dirty="0" smtClean="0"/>
              <a:t>FL </a:t>
            </a:r>
            <a:r>
              <a:rPr lang="en-US" dirty="0"/>
              <a:t>generally takes advantage of encryption or other </a:t>
            </a:r>
            <a:r>
              <a:rPr lang="en-US" dirty="0" err="1"/>
              <a:t>defence</a:t>
            </a:r>
            <a:r>
              <a:rPr lang="en-US" dirty="0"/>
              <a:t> techniques to ensure data privacy or security. FL promises to safeguard the confidentiality and security of the raw data. There is less focus on safety in DL.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2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 smtClean="0"/>
              <a:t>TinyML</a:t>
            </a:r>
            <a:endParaRPr lang="en-IN" dirty="0" smtClean="0"/>
          </a:p>
          <a:p>
            <a:pPr lvl="1"/>
            <a:r>
              <a:rPr lang="en-IN" dirty="0"/>
              <a:t>Industrial Predictive Maintenance, Healthcare, </a:t>
            </a:r>
            <a:r>
              <a:rPr lang="en-IN" dirty="0" smtClean="0"/>
              <a:t>Agriculture, Ocean life conservation</a:t>
            </a:r>
          </a:p>
          <a:p>
            <a:r>
              <a:rPr lang="en-IN" dirty="0" smtClean="0"/>
              <a:t>Federated Learning</a:t>
            </a:r>
          </a:p>
          <a:p>
            <a:pPr lvl="1"/>
            <a:r>
              <a:rPr lang="en-US" dirty="0" smtClean="0"/>
              <a:t>Useful </a:t>
            </a:r>
            <a:r>
              <a:rPr lang="en-US" dirty="0"/>
              <a:t>in the context of mobile phones with distributed data, or a </a:t>
            </a:r>
            <a:r>
              <a:rPr lang="en-US" dirty="0" smtClean="0"/>
              <a:t>user’s browser</a:t>
            </a:r>
          </a:p>
          <a:p>
            <a:pPr lvl="1"/>
            <a:r>
              <a:rPr lang="en-US" dirty="0" smtClean="0"/>
              <a:t>Sharing </a:t>
            </a:r>
            <a:r>
              <a:rPr lang="en-US" dirty="0"/>
              <a:t>of sensitive data that is </a:t>
            </a:r>
            <a:r>
              <a:rPr lang="en-US" dirty="0" smtClean="0"/>
              <a:t>distributed across </a:t>
            </a:r>
            <a:r>
              <a:rPr lang="en-US" dirty="0"/>
              <a:t>multiple data </a:t>
            </a:r>
            <a:r>
              <a:rPr lang="en-US" dirty="0" smtClean="0"/>
              <a:t>owners</a:t>
            </a:r>
          </a:p>
          <a:p>
            <a:pPr lvl="1"/>
            <a:r>
              <a:rPr lang="en-US" dirty="0"/>
              <a:t>An example of FL in production is Google’s </a:t>
            </a:r>
            <a:r>
              <a:rPr lang="en-US" dirty="0" err="1"/>
              <a:t>Gboard</a:t>
            </a:r>
            <a:r>
              <a:rPr lang="en-US" dirty="0"/>
              <a:t> keyboard for Android </a:t>
            </a:r>
            <a:r>
              <a:rPr lang="en-US" dirty="0" smtClean="0"/>
              <a:t>mobile phones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70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IS-ZC351-LEC-03</Template>
  <TotalTime>52584</TotalTime>
  <Words>1179</Words>
  <Application>Microsoft Office PowerPoint</Application>
  <PresentationFormat>On-screen Show (4:3)</PresentationFormat>
  <Paragraphs>220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宋体</vt:lpstr>
      <vt:lpstr>Arial</vt:lpstr>
      <vt:lpstr>Calibri</vt:lpstr>
      <vt:lpstr>Courier New</vt:lpstr>
      <vt:lpstr>Tahoma</vt:lpstr>
      <vt:lpstr>Times New Roman</vt:lpstr>
      <vt:lpstr>1_Office Theme</vt:lpstr>
      <vt:lpstr>Office Theme</vt:lpstr>
      <vt:lpstr>2_Office Theme</vt:lpstr>
      <vt:lpstr>3_Office Theme</vt:lpstr>
      <vt:lpstr>Machine Learning - Deployment</vt:lpstr>
      <vt:lpstr>Agenda</vt:lpstr>
      <vt:lpstr>Model Engineering</vt:lpstr>
      <vt:lpstr>Model Engineering</vt:lpstr>
      <vt:lpstr>Model Deployment</vt:lpstr>
      <vt:lpstr>Model Deployment</vt:lpstr>
      <vt:lpstr>PowerPoint Presentation</vt:lpstr>
      <vt:lpstr>Steps in Operationalizing ML Models</vt:lpstr>
      <vt:lpstr>Model Engineering</vt:lpstr>
      <vt:lpstr>ML Workflows</vt:lpstr>
      <vt:lpstr>Model Serving Strategies</vt:lpstr>
      <vt:lpstr>Agenda</vt:lpstr>
      <vt:lpstr>Model standardization</vt:lpstr>
      <vt:lpstr>Agenda</vt:lpstr>
      <vt:lpstr>Model Compression</vt:lpstr>
      <vt:lpstr>Agenda</vt:lpstr>
      <vt:lpstr>Data Privacy for Machine Learning</vt:lpstr>
      <vt:lpstr>Agenda</vt:lpstr>
      <vt:lpstr>Distributed Machine Learning</vt:lpstr>
      <vt:lpstr>Agenda</vt:lpstr>
      <vt:lpstr>Federated Machine Learning</vt:lpstr>
      <vt:lpstr>Federated Machine Learning</vt:lpstr>
      <vt:lpstr>Federated Learning vs Distributed Learning</vt:lpstr>
      <vt:lpstr>Applications</vt:lpstr>
    </vt:vector>
  </TitlesOfParts>
  <Company>State  University of New York at Buffalo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Avinash</dc:creator>
  <cp:lastModifiedBy>Anita</cp:lastModifiedBy>
  <cp:revision>1046</cp:revision>
  <cp:lastPrinted>1601-01-01T00:00:00Z</cp:lastPrinted>
  <dcterms:created xsi:type="dcterms:W3CDTF">2001-10-10T03:11:58Z</dcterms:created>
  <dcterms:modified xsi:type="dcterms:W3CDTF">2024-03-17T03:58:26Z</dcterms:modified>
</cp:coreProperties>
</file>